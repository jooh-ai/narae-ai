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[표지] 프로젝트명 '미리내'는 은하수를 뜻하는 순우리말이면서, '미리 내다본다'는 뜻을 함께 담았습니다. 기온만 알면 내일 낼 수 있는 출력을 미리 내다보고 입찰한다 — 이 도구가 하는 일 그대로입니다.
담당자 이름과 보고일은 파일 상단 상수(OWNER, DATE)에서 한 번에 바꿀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[목차] 회색 글씨는 모두 교체용 안내문입니다. 6칸이 남으면 빈 칸의 도형·글상자를 선택해 삭제하면 되고, 더 필요하면 한 칸을 복사해 붙여 넣으세요.
번호 타일 색은 앞 3개 레드(EA002C), 뒤 3개 오렌지(F47725)로 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47725"/>
          </a:solidFill>
          <a:ln/>
        </p:spPr>
      </p:sp>
      <p:sp>
        <p:nvSpPr>
          <p:cNvPr id="4" name="Shape 2"/>
          <p:cNvSpPr/>
          <p:nvPr/>
        </p:nvSpPr>
        <p:spPr>
          <a:xfrm>
            <a:off x="7269480" y="320040"/>
            <a:ext cx="7406640" cy="7406640"/>
          </a:xfrm>
          <a:prstGeom prst="ellipse">
            <a:avLst/>
          </a:prstGeom>
          <a:solidFill>
            <a:srgbClr val="1F1A18">
              <a:alpha val="0"/>
            </a:srgbClr>
          </a:solidFill>
          <a:ln w="15875">
            <a:solidFill>
              <a:srgbClr val="3A32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600200"/>
            <a:ext cx="4846320" cy="4846320"/>
          </a:xfrm>
          <a:prstGeom prst="ellipse">
            <a:avLst/>
          </a:prstGeom>
          <a:solidFill>
            <a:srgbClr val="1F1A18">
              <a:alpha val="0"/>
            </a:srgbClr>
          </a:solidFill>
          <a:ln w="15875">
            <a:solidFill>
              <a:srgbClr val="4E4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2468880"/>
            <a:ext cx="3108960" cy="3108960"/>
          </a:xfrm>
          <a:prstGeom prst="ellipse">
            <a:avLst/>
          </a:prstGeom>
          <a:solidFill>
            <a:srgbClr val="F47725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44784" y="1481328"/>
            <a:ext cx="237744" cy="237744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2984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위례열병합발전소  ·  발전운영팀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7315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미리내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960120" y="29626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 I R I N A 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3529584"/>
            <a:ext cx="2377440" cy="41148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4904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내다보는 공급가능용량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60120" y="42976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9D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전력시장 입찰 공급가능용량 자동산정 시스템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5440680"/>
            <a:ext cx="6309360" cy="18288"/>
          </a:xfrm>
          <a:prstGeom prst="rect">
            <a:avLst/>
          </a:prstGeom>
          <a:solidFill>
            <a:srgbClr val="3D353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669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 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59070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발전운영팀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08960" y="5669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 당 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59070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○ 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5669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 고 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59070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82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691640" y="2560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미리내  ·  발전운영팀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841248" cy="841248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12700">
            <a:solidFill>
              <a:srgbClr val="F6D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46504" y="172821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입력하세요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46504" y="2203704"/>
            <a:ext cx="4059936" cy="13716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0" name="Text 8"/>
          <p:cNvSpPr/>
          <p:nvPr/>
        </p:nvSpPr>
        <p:spPr>
          <a:xfrm>
            <a:off x="1746504" y="225856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A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 — 필요 없으면 지우세요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82512" y="1691640"/>
            <a:ext cx="841248" cy="841248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12700">
            <a:solidFill>
              <a:srgbClr val="F6D9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6916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43216" y="172821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입력하세요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43216" y="2203704"/>
            <a:ext cx="4059936" cy="13716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5" name="Text 13"/>
          <p:cNvSpPr/>
          <p:nvPr/>
        </p:nvSpPr>
        <p:spPr>
          <a:xfrm>
            <a:off x="7443216" y="225856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A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 — 필요 없으면 지우세요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337560"/>
            <a:ext cx="841248" cy="841248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12700">
            <a:solidFill>
              <a:srgbClr val="F6D9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375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46504" y="337413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입력하세요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746504" y="3849624"/>
            <a:ext cx="4059936" cy="13716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0" name="Text 18"/>
          <p:cNvSpPr/>
          <p:nvPr/>
        </p:nvSpPr>
        <p:spPr>
          <a:xfrm>
            <a:off x="1746504" y="390448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A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 — 필요 없으면 지우세요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82512" y="3337560"/>
            <a:ext cx="841248" cy="841248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12700">
            <a:solidFill>
              <a:srgbClr val="F6D9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3375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43216" y="337413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입력하세요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43216" y="3849624"/>
            <a:ext cx="4059936" cy="13716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5" name="Text 23"/>
          <p:cNvSpPr/>
          <p:nvPr/>
        </p:nvSpPr>
        <p:spPr>
          <a:xfrm>
            <a:off x="7443216" y="390448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A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 — 필요 없으면 지우세요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983480"/>
            <a:ext cx="841248" cy="841248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12700">
            <a:solidFill>
              <a:srgbClr val="F6D9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9834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46504" y="502005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입력하세요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746504" y="5495544"/>
            <a:ext cx="4059936" cy="13716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30" name="Text 28"/>
          <p:cNvSpPr/>
          <p:nvPr/>
        </p:nvSpPr>
        <p:spPr>
          <a:xfrm>
            <a:off x="1746504" y="555040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A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 — 필요 없으면 지우세요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82512" y="4983480"/>
            <a:ext cx="841248" cy="841248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12700">
            <a:solidFill>
              <a:srgbClr val="F6D9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9834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43216" y="502005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입력하세요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443216" y="5495544"/>
            <a:ext cx="4059936" cy="13716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35" name="Text 33"/>
          <p:cNvSpPr/>
          <p:nvPr/>
        </p:nvSpPr>
        <p:spPr>
          <a:xfrm>
            <a:off x="7443216" y="555040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A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 — 필요 없으면 지우세요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675120"/>
            <a:ext cx="2926080" cy="182880"/>
          </a:xfrm>
          <a:prstGeom prst="rect">
            <a:avLst/>
          </a:prstGeom>
          <a:solidFill>
            <a:srgbClr val="F4772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미리내 (MIRINAE)</dc:title>
  <dc:subject>PptxGenJS Presentation</dc:subject>
  <dc:creator>발전운영팀</dc:creator>
  <cp:lastModifiedBy>발전운영팀</cp:lastModifiedBy>
  <cp:revision>1</cp:revision>
  <dcterms:created xsi:type="dcterms:W3CDTF">2026-08-06T06:24:15Z</dcterms:created>
  <dcterms:modified xsi:type="dcterms:W3CDTF">2026-08-06T06:24:15Z</dcterms:modified>
</cp:coreProperties>
</file>