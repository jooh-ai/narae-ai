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40회차,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53485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66795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1264"/>
            <a:ext cx="1352550" cy="28603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7300"/>
            <a:ext cx="1352550" cy="21545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32755"/>
            <a:ext cx="1352550" cy="7082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316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79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465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02934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39849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2992469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88414"/>
            <a:ext cx="0" cy="507921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8841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963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410635"/>
            <a:ext cx="0" cy="47325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41063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83884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5.0 MW 과소   ·   여름 30℃ 4.7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240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바꿔야 했는지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바꿨고 무엇이 좋아졌는지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 txBox="1"/>
          <p:nvPr/>
        </p:nvSpPr>
        <p:spPr>
          <a:xfrm>
            <a:off x="1333500" y="23431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7239000" y="23907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숫자, 양쪽 손실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553700" y="24003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27051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479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333500" y="28670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7239000" y="29146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하나로는 맞출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53700" y="29241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~ 06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" y="32289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718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3909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7239000" y="34385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4개 중 3개를 기각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53700" y="34480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9572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391477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7239000" y="396240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동결 · 방식 7가지 채점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553700" y="397192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~ 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4196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50" dirty="0"/>
          </a:p>
        </p:txBody>
      </p:sp>
      <p:sp>
        <p:nvSpPr>
          <p:cNvPr id="27" name="Text 25"/>
          <p:cNvSpPr txBox="1"/>
          <p:nvPr/>
        </p:nvSpPr>
        <p:spPr>
          <a:xfrm>
            <a:off x="1333500" y="443865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7239000" y="448627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고른다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553700" y="449580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~ 13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9434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33500" y="4962525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33" name="Text 31"/>
          <p:cNvSpPr txBox="1"/>
          <p:nvPr/>
        </p:nvSpPr>
        <p:spPr>
          <a:xfrm>
            <a:off x="7239000" y="5010150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3지표 · 정성 4관점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10553700" y="5019675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~ 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3244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54673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950" dirty="0"/>
          </a:p>
        </p:txBody>
      </p:sp>
      <p:sp>
        <p:nvSpPr>
          <p:cNvPr id="37" name="Text 35"/>
          <p:cNvSpPr txBox="1"/>
          <p:nvPr/>
        </p:nvSpPr>
        <p:spPr>
          <a:xfrm>
            <a:off x="1333500" y="5486400"/>
            <a:ext cx="571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8" name="Text 36"/>
          <p:cNvSpPr txBox="1"/>
          <p:nvPr/>
        </p:nvSpPr>
        <p:spPr>
          <a:xfrm>
            <a:off x="7239000" y="5534025"/>
            <a:ext cx="314325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마일스톤과 수평 전개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53700" y="5543550"/>
            <a:ext cx="952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10분 +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 4분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오른쪽 숫자는 해당 장입니다.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98717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2537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3.80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26108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486165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387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81915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10809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915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40957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63885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+2.46 vs 실제 +7.48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318707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738557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40회차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현황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18℃ 차이인데 같은 값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3115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10032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396478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402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31830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 정의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40회차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407860"/>
            <a:ext cx="66103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9831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+2.46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118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07649" y="3262998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75465" y="366708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669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25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731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37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90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9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02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298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04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79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27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05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38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7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77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6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50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22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59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516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0955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829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6585575" y="469495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6670324" y="502028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6704224" y="501447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6839822" y="473811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7009319" y="492082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7026269" y="441125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7026269" y="449011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7026269" y="481040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7161867" y="456821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7195766" y="489737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7331364" y="456153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7890705" y="448650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80" name="Shape 78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267700" y="31718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9067800" y="31718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658350" y="3162300"/>
            <a:ext cx="990600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706100" y="31718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-10.76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8267700" y="35337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9067800" y="35337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58350" y="3524250"/>
            <a:ext cx="945945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06100" y="35337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-10.27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8267700" y="38957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9067800" y="38957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658350" y="3886200"/>
            <a:ext cx="690354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706100" y="38957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+7.50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8267700" y="42576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25-12-02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9067800" y="42576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9658350" y="4248150"/>
            <a:ext cx="597546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10706100" y="42576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-6.49</a:t>
            </a:r>
            <a:endParaRPr lang="en-US" sz="938" dirty="0"/>
          </a:p>
        </p:txBody>
      </p:sp>
      <p:sp>
        <p:nvSpPr>
          <p:cNvPr id="97" name="Text 95"/>
          <p:cNvSpPr txBox="1"/>
          <p:nvPr/>
        </p:nvSpPr>
        <p:spPr>
          <a:xfrm>
            <a:off x="8267700" y="4533900"/>
            <a:ext cx="30861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= 팔 수 있었는데 못 팜   ·   높게 = 기준 미달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9" name="Text 97"/>
          <p:cNvSpPr txBox="1"/>
          <p:nvPr/>
        </p:nvSpPr>
        <p:spPr>
          <a:xfrm>
            <a:off x="8115300" y="5334000"/>
            <a:ext cx="3390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100" name="Shape 9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02" name="Text 10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데이터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002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66725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493395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168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누적 40건으로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설비가 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효과 평균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288607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8607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288607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288607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607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88607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n=5 에서 r −0.85 →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n=40 에서 +0.05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(임계 0.31). 표본 5개의 과대해석.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5086350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8635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508635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5086350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8635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08635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 대조 → 차이가 온도에 비례.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7286625" y="2705100"/>
            <a:ext cx="20193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286625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7286625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여름에만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영향이 보인다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7286625" y="3733800"/>
            <a:ext cx="6667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286625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286625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n=9 에서 r −0.675 (임계 0.666). 한 건 빼면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9번 중 6번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유의성 상실.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9486900" y="27051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86900" y="2838450"/>
            <a:ext cx="2019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5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9486900" y="3048000"/>
            <a:ext cx="20193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 함수다</a:t>
            </a:r>
            <a:endParaRPr lang="en-US" sz="1575" dirty="0"/>
          </a:p>
        </p:txBody>
      </p:sp>
      <p:sp>
        <p:nvSpPr>
          <p:cNvPr id="40" name="Shape 38"/>
          <p:cNvSpPr/>
          <p:nvPr/>
        </p:nvSpPr>
        <p:spPr>
          <a:xfrm>
            <a:off x="9486900" y="3733800"/>
            <a:ext cx="6667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486900" y="3800475"/>
            <a:ext cx="6667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486900" y="4152900"/>
            <a:ext cx="20193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33.43 + 1.261 × 온도, r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+0.952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40건, 분산의 91%.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5505450"/>
            <a:ext cx="1082040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5619750"/>
            <a:ext cx="103632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변수(진공도)에서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걸렸습니다 — 전부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부분집합을 잘라 만든 상관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이었습니다.   그래서 판정을 사람 눈에서 코드로 옮겼습니다: 부분집합 결과는 </a:t>
            </a:r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임계값·안정성과 함께만</a:t>
            </a:r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찍히고, 안정성 80% 미달이면 자동으로 기각입니다.</a:t>
            </a:r>
            <a:endParaRPr lang="en-US" sz="1013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하나였습니다 — 그리고 틀린 가설을 스스로 걸러내는 절차가 남았습니다.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40회차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43307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338070" y="3257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562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43300"/>
            <a:ext cx="151574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20745" y="3562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867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8481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04210" y="38671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1719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152900"/>
            <a:ext cx="64960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554605" y="41719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4767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457700"/>
            <a:ext cx="216535" cy="1714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121535" y="44767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781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762500"/>
            <a:ext cx="1299210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04210" y="47815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838200" y="5086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1828800" y="5067300"/>
            <a:ext cx="3248025" cy="1714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153025" y="508635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~ 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42" name="Text 40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6" name="Text 44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8" name="Shape 46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50" name="Text 48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4" name="Text 5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40번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4000" cy="1428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825233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77733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01786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27071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52357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76200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571206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92529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645229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185057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37757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407126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959826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1202871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755571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202180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4754880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238500" cy="1238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791200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173186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098471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023757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3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06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09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4708"/>
            <a:ext cx="1130300" cy="23622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8900" y="3610928"/>
            <a:ext cx="1130300" cy="159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200" y="3769995"/>
            <a:ext cx="1130300" cy="55530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1375"/>
            <a:ext cx="1130300" cy="22764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8900" y="3609023"/>
            <a:ext cx="1130300" cy="17240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200" y="3781425"/>
            <a:ext cx="1130300" cy="54197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80423"/>
            <a:ext cx="1130300" cy="25146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8900" y="3631883"/>
            <a:ext cx="1130300" cy="16954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200" y="3801428"/>
            <a:ext cx="1130300" cy="49530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1850"/>
            <a:ext cx="1130300" cy="239078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8900" y="3610928"/>
            <a:ext cx="1130300" cy="15621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200" y="3767138"/>
            <a:ext cx="1130300" cy="55721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3280"/>
            <a:ext cx="1130300" cy="22002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8900" y="3603308"/>
            <a:ext cx="1130300" cy="16573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200" y="3769043"/>
            <a:ext cx="1130300" cy="54483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200" y="3729038"/>
            <a:ext cx="0" cy="11049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050" y="372903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050" y="3839528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4450" y="3708083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0.36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096500" y="4438650"/>
            <a:ext cx="12192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 0.12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좁은 곳은 0℃ 로 0.12 차이뿐이고, 20℃ 에서 0.36 까지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40회차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−14 ~ 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16764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581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52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581400"/>
            <a:ext cx="58674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52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52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886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857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8862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857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857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191000"/>
            <a:ext cx="95250" cy="952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1624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191000"/>
            <a:ext cx="25146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1624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1624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4958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4672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495800"/>
            <a:ext cx="8382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4672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4672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800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772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800600"/>
            <a:ext cx="50292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772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772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Shape 74"/>
          <p:cNvSpPr/>
          <p:nvPr/>
        </p:nvSpPr>
        <p:spPr>
          <a:xfrm>
            <a:off x="6743700" y="51054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6953250" y="5076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8" name="Shape 76"/>
          <p:cNvSpPr/>
          <p:nvPr/>
        </p:nvSpPr>
        <p:spPr>
          <a:xfrm>
            <a:off x="8001000" y="51054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429750" y="5076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15건</a:t>
            </a:r>
            <a:endParaRPr lang="en-US" sz="938" dirty="0"/>
          </a:p>
        </p:txBody>
      </p:sp>
      <p:sp>
        <p:nvSpPr>
          <p:cNvPr id="80" name="Text 78"/>
          <p:cNvSpPr txBox="1"/>
          <p:nvPr/>
        </p:nvSpPr>
        <p:spPr>
          <a:xfrm>
            <a:off x="10668000" y="5076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82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시운전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638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618363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90363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7171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정량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9회차에서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40회차를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4.44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9회차  ·  26-04-15 ~ 26-08-26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82372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76757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1.23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4491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5161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91.0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449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9회차는 학습에 넣지 않고 예측만 했습니다. 누적 40회차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정성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마일스톤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733550" y="3390900"/>
            <a:ext cx="87249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3550" y="3390900"/>
            <a:ext cx="65436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11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862387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70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60436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48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0102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388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294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40606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07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89622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말씀드린 것을,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화면으로 보여드리겠습니다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 4분 동안 Tool 을 직접 돌려 보겠습니다. 앞에서 설명한 절차가 실제로 어떻게 도는지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75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넣으면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알아서 들어옵니다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하나만 넣습니다. 6가지 값과 취득 시각, 검증 통과 여부가 한 줄로 뜹니다.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915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81915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숫자를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없다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3852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75" dirty="0"/>
          </a:p>
        </p:txBody>
      </p:sp>
      <p:sp>
        <p:nvSpPr>
          <p:cNvPr id="15" name="Text 13"/>
          <p:cNvSpPr txBox="1"/>
          <p:nvPr/>
        </p:nvSpPr>
        <p:spPr>
          <a:xfrm>
            <a:off x="343852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현황을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신호등으로 봅니다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343852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구간마다 회차가 몇 건 쌓였는지, 그 구간의 값을 믿어도 되는지 색으로 표시합니다.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343852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7187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떠 있는 것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125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619125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채점합니다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619125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데이터로 7가지를 다시 채점하고 1위를 고릅니다. 순위표가 그대로 나옵니다.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19125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460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632460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고르지 않는다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4397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75" dirty="0"/>
          </a:p>
        </p:txBody>
      </p:sp>
      <p:sp>
        <p:nvSpPr>
          <p:cNvPr id="29" name="Text 27"/>
          <p:cNvSpPr txBox="1"/>
          <p:nvPr/>
        </p:nvSpPr>
        <p:spPr>
          <a:xfrm>
            <a:off x="894397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가드가 걸리면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반영을 멈춥니다</a:t>
            </a:r>
            <a:endParaRPr lang="en-US" sz="1575" dirty="0"/>
          </a:p>
        </p:txBody>
      </p:sp>
      <p:sp>
        <p:nvSpPr>
          <p:cNvPr id="30" name="Text 28"/>
          <p:cNvSpPr txBox="1"/>
          <p:nvPr/>
        </p:nvSpPr>
        <p:spPr>
          <a:xfrm>
            <a:off x="894397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두 대가 벌어진 회차를 넣어 보겠습니다. 값은 남고 학습에서만 빠집니다.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732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907732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경고가 뜨고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누적에 들어가지 않는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누적 데이터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그 자리에서 돌립니다 — 준비된 화면이 아닙니다.</a:t>
            </a:r>
            <a:endParaRPr lang="en-US" sz="1238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2573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 하나였던 보정값을,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9500"/>
            <a:ext cx="6286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숫자를 정하는 방법입니다. 같은 구조의 사업소라면 이론만 갈아끼워 그대로 씁니다.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85800" y="4476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3.80 → 1.29 MW</a:t>
            </a:r>
            <a:endParaRPr lang="en-US" sz="1125" dirty="0"/>
          </a:p>
        </p:txBody>
      </p:sp>
      <p:sp>
        <p:nvSpPr>
          <p:cNvPr id="12" name="Text 10"/>
          <p:cNvSpPr txBox="1"/>
          <p:nvPr/>
        </p:nvSpPr>
        <p:spPr>
          <a:xfrm>
            <a:off x="291465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291465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건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51435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51435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3300" dirty="0"/>
          </a:p>
        </p:txBody>
      </p:sp>
      <p:sp>
        <p:nvSpPr>
          <p:cNvPr id="17" name="Text 15"/>
          <p:cNvSpPr txBox="1"/>
          <p:nvPr/>
        </p:nvSpPr>
        <p:spPr>
          <a:xfrm>
            <a:off x="51435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26670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585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247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2350" y="466725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방식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372350" y="4895850"/>
            <a:ext cx="41338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맞혀본 결과입니다. 시운전 9회차에서 다시 확인했습니다.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2026-09-01T09:15:14Z</dcterms:created>
  <dcterms:modified xsi:type="dcterms:W3CDTF">2026-09-01T09:15:14Z</dcterms:modified>
</cp:coreProperties>
</file>