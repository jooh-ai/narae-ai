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40회차,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53485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66795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1264"/>
            <a:ext cx="1352550" cy="28603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545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32755"/>
            <a:ext cx="1352550" cy="7082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316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465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0293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9849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2992469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8414"/>
            <a:ext cx="0" cy="507921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841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963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410635"/>
            <a:ext cx="0" cy="47325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4106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8388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5.0 MW 과소   ·   여름 30℃ 4.7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 → 1.30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3.90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859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287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87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81915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915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40957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+2.46 vs 실제 +7.48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407860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9831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75465" y="366708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585575" y="469495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0324" y="502028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704224" y="501447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026269" y="48104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7890705" y="448650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80" name="Shape 78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-10.76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524250"/>
            <a:ext cx="945945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-10.27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3886200"/>
            <a:ext cx="690354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+7.50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25-12-02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658350" y="4248150"/>
            <a:ext cx="597546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-6.49</a:t>
            </a:r>
            <a:endParaRPr lang="en-US" sz="938" dirty="0"/>
          </a:p>
        </p:txBody>
      </p:sp>
      <p:sp>
        <p:nvSpPr>
          <p:cNvPr id="97" name="Text 95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9" name="Text 97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02" name="Text 10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88607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607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288607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88607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607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8607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r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0.31). 표본 5개의 과대해석.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08635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8635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508635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508635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8635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28662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8662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728662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영향이 보인다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728662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8662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8662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r −0.675 (임계 0.666).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유의성 상실.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9486900" y="27051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869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5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94869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 함수다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9486900" y="3733800"/>
            <a:ext cx="6667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869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4869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40건, 분산의 91%.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5505450"/>
            <a:ext cx="1082040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5619750"/>
            <a:ext cx="103632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 그래서 판정을 사람 눈에서 코드로 옮겼습니다: 부분집합 결과는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임계값·안정성과 함께만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찍히고, 안정성 80% 미달이면 자동으로 기각입니다.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하나였습니다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40회차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43307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807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151574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074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421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64960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5460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1653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12153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0421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40번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78165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34152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178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7071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2357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76200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71206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9252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645229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185057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37757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407126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59826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202871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55571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202180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7318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98471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023757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4708"/>
            <a:ext cx="1130300" cy="23622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9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9995"/>
            <a:ext cx="1130300" cy="55530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1375"/>
            <a:ext cx="1130300" cy="22764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240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1425"/>
            <a:ext cx="1130300" cy="54197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80423"/>
            <a:ext cx="1130300" cy="25146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9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1428"/>
            <a:ext cx="1130300" cy="4953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1850"/>
            <a:ext cx="1130300" cy="23907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621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7138"/>
            <a:ext cx="1130300" cy="55721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3280"/>
            <a:ext cx="1130300" cy="22002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57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9043"/>
            <a:ext cx="1130300" cy="54483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9038"/>
            <a:ext cx="0" cy="11049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90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952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8083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0.36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0.12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곳은 0℃ 로 0.12 차이뿐이고, 20℃ 에서 0.36 까지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40회차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16764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58674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25146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8382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9회차에서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40회차를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4.50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63%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9회차  ·  26-04-15 ~ 26-08-26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82372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76757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9회차는 학습에 넣지 않고 예측만 했습니다. 누적 40회차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 → 1.30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9회차에서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2026-09-07T03:22:51Z</dcterms:created>
  <dcterms:modified xsi:type="dcterms:W3CDTF">2026-09-07T03:22:51Z</dcterms:modified>
</cp:coreProperties>
</file>