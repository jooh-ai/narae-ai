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8" name="Text 76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524250"/>
            <a:ext cx="943928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886200"/>
            <a:ext cx="753427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4248150"/>
            <a:ext cx="616268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5" name="Text 93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6" name="Shape 9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20669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1925" y="32670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004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81400"/>
            <a:ext cx="1771650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76650" y="36099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943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924300"/>
            <a:ext cx="8858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0825" y="39528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2862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267200"/>
            <a:ext cx="295275" cy="1905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00275" y="42957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629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610100"/>
            <a:ext cx="1771650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76650" y="46386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9720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953000"/>
            <a:ext cx="32480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53025" y="49815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48" name="Text 46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7663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703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81300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33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01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769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56032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08732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5974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501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70408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56788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1045464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98164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2112264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4964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645664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98364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904488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57188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3147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3815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4483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618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1235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1852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618" cy="23812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9218" y="3610928"/>
            <a:ext cx="1130618" cy="15716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835" y="3768090"/>
            <a:ext cx="1130617" cy="56388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618" cy="2286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9218" y="3609023"/>
            <a:ext cx="1130618" cy="17145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835" y="3780472"/>
            <a:ext cx="1130617" cy="550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618" cy="25336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9218" y="3631883"/>
            <a:ext cx="1130618" cy="1685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835" y="3800475"/>
            <a:ext cx="1130617" cy="52673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618" cy="24003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9218" y="3610928"/>
            <a:ext cx="1130618" cy="15335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835" y="3764280"/>
            <a:ext cx="1130617" cy="56578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618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9218" y="3603308"/>
            <a:ext cx="1130618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835" y="3765233"/>
            <a:ext cx="1130617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835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685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685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5085" y="3705225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382250" y="4438650"/>
            <a:ext cx="9334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끝은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10~20℃ 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36회차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8001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6195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909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6195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909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909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9624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933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962400"/>
            <a:ext cx="34290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933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933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3053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2767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305300"/>
            <a:ext cx="1143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2767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2767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648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619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6482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619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619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9911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9625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9911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9625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9625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9" name="Text 7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36회차를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4회차에서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36회차를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4.49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4회차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654415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4회차는 학습에 넣지 않고 예측만 했습니다. 누적 36회차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36회차를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4회차에서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2026-08-31T23:30:01Z</dcterms:created>
  <dcterms:modified xsi:type="dcterms:W3CDTF">2026-08-31T23:30:01Z</dcterms:modified>
</cp:coreProperties>
</file>