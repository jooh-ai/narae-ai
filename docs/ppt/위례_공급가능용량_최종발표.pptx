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3810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76900" cy="1128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525" dirty="0"/>
          </a:p>
          <a:p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5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36회차,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05050"/>
            <a:ext cx="42862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18360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3550"/>
            <a:ext cx="1352550" cy="2857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9300"/>
            <a:ext cx="1352550" cy="2095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28850"/>
            <a:ext cx="1352550" cy="72390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54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81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07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146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4213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3004185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90700"/>
            <a:ext cx="0" cy="4572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907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479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362200"/>
            <a:ext cx="0" cy="5334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3622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956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4.7 MW 과소   ·   여름 30℃ 5.2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장 요약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47850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3.83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8CA3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561022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14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768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657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372600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65.4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442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3524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8CA3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5E77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추진 배경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10477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4.7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23975" y="556260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+2.84 vs 실제 +7.50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10477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686550" y="556260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36회차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현황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온도가 18℃ 달라도 같은 값입니다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190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6925" y="5010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90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296275" y="5010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90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58500" y="5010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36회차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365689"/>
            <a:ext cx="66103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56139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0639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16123" y="326321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88800" y="368074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702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69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698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408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897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57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462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341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48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682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384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165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17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26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812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49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60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176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601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495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150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7745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656989" y="5007054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9822" y="4737783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5" name="Shape 63"/>
          <p:cNvSpPr/>
          <p:nvPr/>
        </p:nvSpPr>
        <p:spPr>
          <a:xfrm>
            <a:off x="7009319" y="492071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69" y="449022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7" name="Shape 65"/>
          <p:cNvSpPr/>
          <p:nvPr/>
        </p:nvSpPr>
        <p:spPr>
          <a:xfrm>
            <a:off x="7026269" y="441136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8" name="Shape 66"/>
          <p:cNvSpPr/>
          <p:nvPr/>
        </p:nvSpPr>
        <p:spPr>
          <a:xfrm>
            <a:off x="7161867" y="456800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9" name="Shape 67"/>
          <p:cNvSpPr/>
          <p:nvPr/>
        </p:nvSpPr>
        <p:spPr>
          <a:xfrm>
            <a:off x="7195766" y="489770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0" name="Shape 68"/>
          <p:cNvSpPr/>
          <p:nvPr/>
        </p:nvSpPr>
        <p:spPr>
          <a:xfrm>
            <a:off x="7331364" y="456142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1" name="Shape 69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4" name="Shape 72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76" name="Shape 74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239375" y="3124200"/>
            <a:ext cx="0" cy="1543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267700" y="317182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9124950" y="3162300"/>
            <a:ext cx="1114425" cy="1524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534400" y="318135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-10.40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8267700" y="353377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2" name="Shape 80"/>
          <p:cNvSpPr/>
          <p:nvPr/>
        </p:nvSpPr>
        <p:spPr>
          <a:xfrm>
            <a:off x="9177457" y="3524250"/>
            <a:ext cx="1061918" cy="1524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8586907" y="354330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-9.91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8267700" y="389572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85" name="Shape 83"/>
          <p:cNvSpPr/>
          <p:nvPr/>
        </p:nvSpPr>
        <p:spPr>
          <a:xfrm>
            <a:off x="10239375" y="3886200"/>
            <a:ext cx="847606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1144131" y="390525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+7.91</a:t>
            </a:r>
            <a:endParaRPr lang="en-US" sz="900" dirty="0"/>
          </a:p>
        </p:txBody>
      </p:sp>
      <p:sp>
        <p:nvSpPr>
          <p:cNvPr id="87" name="Text 85"/>
          <p:cNvSpPr txBox="1"/>
          <p:nvPr/>
        </p:nvSpPr>
        <p:spPr>
          <a:xfrm>
            <a:off x="8267700" y="425767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25-09-02</a:t>
            </a:r>
            <a:endParaRPr lang="en-US" sz="863" dirty="0"/>
          </a:p>
        </p:txBody>
      </p:sp>
      <p:sp>
        <p:nvSpPr>
          <p:cNvPr id="88" name="Shape 86"/>
          <p:cNvSpPr/>
          <p:nvPr/>
        </p:nvSpPr>
        <p:spPr>
          <a:xfrm>
            <a:off x="10239375" y="4248150"/>
            <a:ext cx="693301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0989826" y="426720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+6.47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9163050" y="4533900"/>
            <a:ext cx="10477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낮게 신고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10287000" y="4533900"/>
            <a:ext cx="10477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 →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3" name="Text 91"/>
          <p:cNvSpPr txBox="1"/>
          <p:nvPr/>
        </p:nvSpPr>
        <p:spPr>
          <a:xfrm>
            <a:off x="8115300" y="5334000"/>
            <a:ext cx="3390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94" name="Shape 9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6" name="Text 9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76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8674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그 회차는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764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76250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502920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176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8674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검증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4개를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데이터로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수준이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495800"/>
            <a:ext cx="2562225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5건의 IGV 효과 평균이 +0.09 였습니다.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원인이었습니다.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3852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343852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3438525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3852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438525" y="4495800"/>
            <a:ext cx="2562225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5건일 때 관련성 −0.85 로 강했지만,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36건에서 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사라졌습니다. 표본 5개의 과대해석이었습니다.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9125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19125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표와의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619125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125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191250" y="4495800"/>
            <a:ext cx="2562225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58건을 대조하니 차이가 온도에 비례했습니다.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4397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894397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8943975" y="4038600"/>
            <a:ext cx="7048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4397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943975" y="4495800"/>
            <a:ext cx="2562225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33.64 + 1.242 × 온도, 관련성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+0.947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온도 하나로 설명됩니다.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685800" y="5505450"/>
            <a:ext cx="10820400" cy="400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619750"/>
            <a:ext cx="103632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5개로 보였던 관련성 −0.85 는 36개에서 +0.09 로 사라졌습니다  ·  적은 데이터로 결론을 내리지 않는 것이 이 과제의 규칙입니다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하나였습니다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온도로 나눠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 구조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5E77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이 층은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 개발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36회차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2066925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71925" y="32670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004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81400"/>
            <a:ext cx="1771650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76650" y="36099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943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924300"/>
            <a:ext cx="885825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790825" y="39528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2862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267200"/>
            <a:ext cx="295275" cy="1905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00275" y="42957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629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610100"/>
            <a:ext cx="1771650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676650" y="46386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9720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953000"/>
            <a:ext cx="3248025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153025" y="49815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5" name="Shape 33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37" name="Shape 35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0" name="Text 38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1" name="Shape 39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5" name="Shape 43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48" name="Text 46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 개발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36번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7663" cy="142875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827032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81300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433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01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769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256032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08732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1.312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59740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50108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1.328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70408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56788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1045464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98164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1.349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2112264" cy="123825"/>
          </a:xfrm>
          <a:prstGeom prst="rect">
            <a:avLst/>
          </a:prstGeom>
          <a:solidFill>
            <a:srgbClr val="3F546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664964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1.399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645664" cy="123825"/>
          </a:xfrm>
          <a:prstGeom prst="rect">
            <a:avLst/>
          </a:prstGeom>
          <a:solidFill>
            <a:srgbClr val="3F546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198364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1.424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904488" cy="123825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57188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1.483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3147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3815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4483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618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1235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1852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2803"/>
            <a:ext cx="1130618" cy="23812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9218" y="3610928"/>
            <a:ext cx="1130618" cy="157163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835" y="3768090"/>
            <a:ext cx="1130617" cy="56388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0423"/>
            <a:ext cx="1130618" cy="22860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9218" y="3609023"/>
            <a:ext cx="1130618" cy="17145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835" y="3780472"/>
            <a:ext cx="1130617" cy="55054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78518"/>
            <a:ext cx="1130618" cy="25336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9218" y="3631883"/>
            <a:ext cx="1130618" cy="168592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835" y="3800475"/>
            <a:ext cx="1130617" cy="526733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0897"/>
            <a:ext cx="1130618" cy="24003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9218" y="3610928"/>
            <a:ext cx="1130618" cy="153352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835" y="3764280"/>
            <a:ext cx="1130617" cy="56578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1375"/>
            <a:ext cx="1130618" cy="22193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9218" y="3603308"/>
            <a:ext cx="1130618" cy="16192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835" y="3765233"/>
            <a:ext cx="1130617" cy="557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835" y="3726180"/>
            <a:ext cx="0" cy="112395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685" y="372618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685" y="383857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5085" y="3705225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0.38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382250" y="4438650"/>
            <a:ext cx="9334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 끝은 0.10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와 30℃ 는 어느 방식이나 거의 같고, 10~20℃ 에서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모니터링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스스로 다시 고릅니다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11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 전부 코드로 못박았습니다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12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정량 효과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 좋아졌습니다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13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정성 효과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 설명할 수 있게 됐다는 점입니다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14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마일스톤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같은 구조의 사업소에 그대로 적용됩니다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15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2026-08-31T15:26:01Z</dcterms:created>
  <dcterms:modified xsi:type="dcterms:W3CDTF">2026-08-31T15:26:01Z</dcterms:modified>
</cp:coreProperties>
</file>