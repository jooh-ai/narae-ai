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3810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76900" cy="1128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525" dirty="0"/>
          </a:p>
          <a:p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442"/>
              </a:lnSpc>
              <a:buNone/>
            </a:pPr>
            <a:r>
              <a:rPr lang="en-US" sz="35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5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36회차,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05050"/>
            <a:ext cx="42862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18360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3550"/>
            <a:ext cx="1352550" cy="2857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9300"/>
            <a:ext cx="1352550" cy="2095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28850"/>
            <a:ext cx="1352550" cy="72390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54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81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07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146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4213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3004185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90700"/>
            <a:ext cx="0" cy="4572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907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479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362200"/>
            <a:ext cx="0" cy="5334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3622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956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4.7 MW 과소   ·   여름 30℃ 5.2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장 요약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47850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3.83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561022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14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768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657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190500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372600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65.4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442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3524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추진 배경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10477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4.7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23975" y="556260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+2.84 vs 실제 +7.50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104775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686550" y="5562600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36회차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현황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온도가 18℃ 달라도 같은 값입니다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190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6925" y="5010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90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296275" y="5010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90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58500" y="5010150"/>
            <a:ext cx="38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36회차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365689"/>
            <a:ext cx="66103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56139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0639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16123" y="326321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88800" y="368074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702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69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698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408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897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57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462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341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48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682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384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165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17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26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812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49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60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176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601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495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150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7745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656989" y="5007054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9822" y="4737783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5" name="Shape 63"/>
          <p:cNvSpPr/>
          <p:nvPr/>
        </p:nvSpPr>
        <p:spPr>
          <a:xfrm>
            <a:off x="7009319" y="492071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69" y="449022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7" name="Shape 65"/>
          <p:cNvSpPr/>
          <p:nvPr/>
        </p:nvSpPr>
        <p:spPr>
          <a:xfrm>
            <a:off x="7026269" y="441136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8" name="Shape 66"/>
          <p:cNvSpPr/>
          <p:nvPr/>
        </p:nvSpPr>
        <p:spPr>
          <a:xfrm>
            <a:off x="7161867" y="456800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9" name="Shape 67"/>
          <p:cNvSpPr/>
          <p:nvPr/>
        </p:nvSpPr>
        <p:spPr>
          <a:xfrm>
            <a:off x="7195766" y="489770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0" name="Shape 68"/>
          <p:cNvSpPr/>
          <p:nvPr/>
        </p:nvSpPr>
        <p:spPr>
          <a:xfrm>
            <a:off x="7331364" y="456142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1" name="Shape 69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4" name="Shape 72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76" name="Shape 74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0239375" y="3124200"/>
            <a:ext cx="0" cy="1543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267700" y="317182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9124950" y="3162300"/>
            <a:ext cx="1114425" cy="1524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8534400" y="318135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-10.40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8267700" y="353377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2" name="Shape 80"/>
          <p:cNvSpPr/>
          <p:nvPr/>
        </p:nvSpPr>
        <p:spPr>
          <a:xfrm>
            <a:off x="9177457" y="3524250"/>
            <a:ext cx="1061918" cy="1524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8586907" y="354330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-9.91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8267700" y="389572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85" name="Shape 83"/>
          <p:cNvSpPr/>
          <p:nvPr/>
        </p:nvSpPr>
        <p:spPr>
          <a:xfrm>
            <a:off x="10239375" y="3886200"/>
            <a:ext cx="847606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1144131" y="390525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+7.91</a:t>
            </a:r>
            <a:endParaRPr lang="en-US" sz="900" dirty="0"/>
          </a:p>
        </p:txBody>
      </p:sp>
      <p:sp>
        <p:nvSpPr>
          <p:cNvPr id="87" name="Text 85"/>
          <p:cNvSpPr txBox="1"/>
          <p:nvPr/>
        </p:nvSpPr>
        <p:spPr>
          <a:xfrm>
            <a:off x="8267700" y="4257675"/>
            <a:ext cx="800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25-09-02</a:t>
            </a:r>
            <a:endParaRPr lang="en-US" sz="863" dirty="0"/>
          </a:p>
        </p:txBody>
      </p:sp>
      <p:sp>
        <p:nvSpPr>
          <p:cNvPr id="88" name="Shape 86"/>
          <p:cNvSpPr/>
          <p:nvPr/>
        </p:nvSpPr>
        <p:spPr>
          <a:xfrm>
            <a:off x="10239375" y="4248150"/>
            <a:ext cx="693301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0989826" y="4267200"/>
            <a:ext cx="533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+6.47</a:t>
            </a:r>
            <a:endParaRPr lang="en-US" sz="900" dirty="0"/>
          </a:p>
        </p:txBody>
      </p:sp>
      <p:sp>
        <p:nvSpPr>
          <p:cNvPr id="90" name="Text 88"/>
          <p:cNvSpPr txBox="1"/>
          <p:nvPr/>
        </p:nvSpPr>
        <p:spPr>
          <a:xfrm>
            <a:off x="9163050" y="4533900"/>
            <a:ext cx="10477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낮게 신고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10287000" y="4533900"/>
            <a:ext cx="10477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 →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3" name="Text 91"/>
          <p:cNvSpPr txBox="1"/>
          <p:nvPr/>
        </p:nvSpPr>
        <p:spPr>
          <a:xfrm>
            <a:off x="8115300" y="5334000"/>
            <a:ext cx="3390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 가져옵니다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06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검증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4개를 의심했고, 3개는 틀렸습니다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07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 구조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물리는 동결하고, 통계만 학습합니다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08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36건이라는 제약을 이렇게 넘었습니다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09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 가장 잘 맞히는 하나를 골랐습니다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10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모니터링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스스로 다시 고릅니다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11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 전부 코드로 못박았습니다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12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정량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 좋아졌습니다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13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정성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 설명할 수 있게 됐다는 점입니다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14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10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마일스톤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667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3905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2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같은 구조의 사업소에 그대로 적용됩니다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685800" y="2857500"/>
            <a:ext cx="10820400" cy="20955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85800" y="3695700"/>
            <a:ext cx="108204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예정 — 이 장은 아직 만들지 않았습니다.</a:t>
            </a:r>
            <a:endParaRPr lang="en-US" sz="12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038600"/>
            <a:ext cx="108204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E2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15  ·  TODO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2026-08-31T15:22:53Z</dcterms:created>
  <dcterms:modified xsi:type="dcterms:W3CDTF">2026-08-31T15:22:53Z</dcterms:modified>
</cp:coreProperties>
</file>