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936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9246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28788"/>
            <a:ext cx="1352550" cy="28851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050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7802"/>
            <a:ext cx="1352550" cy="72437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0688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89702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07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7373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3614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5938"/>
            <a:ext cx="0" cy="462848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59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8786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3086"/>
            <a:ext cx="0" cy="531943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3086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029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798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248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4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694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8" name="Text 76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-10.39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524250"/>
            <a:ext cx="944191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886200"/>
            <a:ext cx="754171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4248150"/>
            <a:ext cx="616278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4" name="Text 92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5" name="Text 93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6" name="Shape 9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8" name="Text 9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데이터로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수준이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5건의 IGV 효과 평균이 +0.09 였습니다.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원인이었습니다.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3852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343852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3438525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3852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3852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5건일 때 관련성 −0.85 로 강했지만,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36건에서 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사라졌습니다. 표본 5개의 과대해석이었습니다.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125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19125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표와의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619125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125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125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58건을 대조하니 차이가 온도에 비례했습니다.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4397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894397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8943975" y="4038600"/>
            <a:ext cx="7048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4397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4397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33.64 + 1.242 × 온도, 관련성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+0.947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온도 하나로 설명됩니다.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505450"/>
            <a:ext cx="10820400" cy="400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619750"/>
            <a:ext cx="103632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5개로 보였던 관련성 −0.85 는 36개에서 +0.09 로 사라졌습니다  ·  적은 데이터로 결론을 내리지 않는 것이 이 과제의 규칙입니다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하나였습니다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온도로 나눠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36회차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59055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9555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20669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97192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77165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7665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8858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9082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9527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20027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77165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67665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36번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5778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78278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6133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46172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31008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212361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65061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1.312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49550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048208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1.328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583992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36692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86713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419839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1.349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751975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04675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1.399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194393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47093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1.483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3273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17572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4902408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2803"/>
            <a:ext cx="1130300" cy="23812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716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8090"/>
            <a:ext cx="1130300" cy="56388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0423"/>
            <a:ext cx="1130300" cy="2286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145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0472"/>
            <a:ext cx="1130300" cy="550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78518"/>
            <a:ext cx="1130300" cy="25336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85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0475"/>
            <a:ext cx="1130300" cy="52673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0897"/>
            <a:ext cx="1130300" cy="24003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335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4280"/>
            <a:ext cx="1130300" cy="56578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1375"/>
            <a:ext cx="1130300" cy="22193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192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5233"/>
            <a:ext cx="1130300" cy="557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6180"/>
            <a:ext cx="0" cy="112395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618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857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6178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0.38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0.10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와 30℃ 는 어느 방식이나 거의 같고, 20℃ 부근에서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36회차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22860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8001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34290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11430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36회차를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5회차에서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36회차를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4.49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5회차  ·  26-04-15 ~ 26-07-29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654415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1.21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1.43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5회차는 학습에 넣지 않고 예측만 했습니다. 누적 36회차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36회차를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5회차에서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2026-09-01T00:06:50Z</dcterms:created>
  <dcterms:modified xsi:type="dcterms:W3CDTF">2026-09-01T00:06:50Z</dcterms:modified>
</cp:coreProperties>
</file>