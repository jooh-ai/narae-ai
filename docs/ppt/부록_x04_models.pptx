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6250" y="323850"/>
            <a:ext cx="762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2900"/>
            <a:ext cx="666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 · 회귀 모델</a:t>
            </a:r>
            <a:endParaRPr lang="en-US" sz="975" dirty="0"/>
          </a:p>
        </p:txBody>
      </p:sp>
      <p:sp>
        <p:nvSpPr>
          <p:cNvPr id="4" name="Text 2"/>
          <p:cNvSpPr txBox="1"/>
          <p:nvPr/>
        </p:nvSpPr>
        <p:spPr>
          <a:xfrm>
            <a:off x="7696200" y="3619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FRONTIER  ·  위례사업소</a:t>
            </a:r>
            <a:endParaRPr lang="en-US" sz="75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8001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흩어진 점 사이로 선을 긋는 네 가지 방법</a:t>
            </a:r>
            <a:endParaRPr lang="en-US" sz="2475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276350"/>
            <a:ext cx="10287000" cy="250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76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데이터를 놓고 방법만 바꿔 그렸습니다. 왼쪽이 가장 단순하고, 오른쪽으로 갈수록 정교해집니다.</a:t>
            </a:r>
            <a:endParaRPr lang="en-US" sz="1275" dirty="0"/>
          </a:p>
        </p:txBody>
      </p:sp>
      <p:sp>
        <p:nvSpPr>
          <p:cNvPr id="7" name="Shape 5"/>
          <p:cNvSpPr/>
          <p:nvPr/>
        </p:nvSpPr>
        <p:spPr>
          <a:xfrm>
            <a:off x="685800" y="1724025"/>
            <a:ext cx="10820400" cy="275272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5800" y="1600200"/>
            <a:ext cx="2447925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19150" y="165735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38" dirty="0"/>
          </a:p>
        </p:txBody>
      </p:sp>
      <p:sp>
        <p:nvSpPr>
          <p:cNvPr id="10" name="Text 8"/>
          <p:cNvSpPr txBox="1"/>
          <p:nvPr/>
        </p:nvSpPr>
        <p:spPr>
          <a:xfrm>
            <a:off x="1009650" y="1657350"/>
            <a:ext cx="200977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단순한 것부터 정교한 것까지</a:t>
            </a:r>
            <a:endParaRPr lang="en-US" sz="1013" dirty="0"/>
          </a:p>
        </p:txBody>
      </p:sp>
      <p:sp>
        <p:nvSpPr>
          <p:cNvPr id="11" name="Text 9"/>
          <p:cNvSpPr txBox="1"/>
          <p:nvPr/>
        </p:nvSpPr>
        <p:spPr>
          <a:xfrm>
            <a:off x="7219950" y="1790700"/>
            <a:ext cx="41719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 데이터 · 점선은 실제 값 · 검은 점은 측정값 · 연한 띠는 예측 범위</a:t>
            </a:r>
            <a:endParaRPr lang="en-US" sz="825" dirty="0"/>
          </a:p>
        </p:txBody>
      </p:sp>
      <p:sp>
        <p:nvSpPr>
          <p:cNvPr id="12" name="Text 10"/>
          <p:cNvSpPr txBox="1"/>
          <p:nvPr/>
        </p:nvSpPr>
        <p:spPr>
          <a:xfrm>
            <a:off x="876300" y="1962150"/>
            <a:ext cx="1428750" cy="17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1125" b="1" dirty="0">
                <a:solidFill>
                  <a:srgbClr val="6E77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구간평균</a:t>
            </a:r>
            <a:endParaRPr lang="en-US" sz="1125" dirty="0"/>
          </a:p>
        </p:txBody>
      </p:sp>
      <p:sp>
        <p:nvSpPr>
          <p:cNvPr id="13" name="Text 11"/>
          <p:cNvSpPr txBox="1"/>
          <p:nvPr/>
        </p:nvSpPr>
        <p:spPr>
          <a:xfrm>
            <a:off x="2305050" y="2000250"/>
            <a:ext cx="10668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단순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876300" y="2209800"/>
            <a:ext cx="2495550" cy="990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EE3E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52500" y="2705100"/>
            <a:ext cx="23431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952500" y="2673078"/>
            <a:ext cx="23431" cy="32022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 flipV="1">
            <a:off x="975931" y="2642565"/>
            <a:ext cx="23432" cy="30513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 flipV="1">
            <a:off x="999363" y="2614925"/>
            <a:ext cx="23431" cy="27640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 flipV="1">
            <a:off x="1022794" y="2591286"/>
            <a:ext cx="23432" cy="23639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 flipV="1">
            <a:off x="1046226" y="2572465"/>
            <a:ext cx="23431" cy="18821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 flipV="1">
            <a:off x="1069658" y="2558845"/>
            <a:ext cx="23432" cy="13620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 flipV="1">
            <a:off x="1093089" y="2550408"/>
            <a:ext cx="23431" cy="8437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 flipV="1">
            <a:off x="1116521" y="2546735"/>
            <a:ext cx="23432" cy="3673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1139952" y="2546735"/>
            <a:ext cx="23431" cy="273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1163384" y="2547008"/>
            <a:ext cx="23431" cy="3182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1186815" y="2550190"/>
            <a:ext cx="23432" cy="4910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1210247" y="2555099"/>
            <a:ext cx="23432" cy="5364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1233678" y="2560464"/>
            <a:ext cx="23431" cy="4710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1257110" y="2565173"/>
            <a:ext cx="23432" cy="3073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1280541" y="2568247"/>
            <a:ext cx="23432" cy="836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 flipV="1">
            <a:off x="1303973" y="2567410"/>
            <a:ext cx="23432" cy="1673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 flipV="1">
            <a:off x="1327404" y="2563355"/>
            <a:ext cx="23431" cy="4055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 flipV="1">
            <a:off x="1350836" y="2557409"/>
            <a:ext cx="23432" cy="5946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 flipV="1">
            <a:off x="1374267" y="2550444"/>
            <a:ext cx="23432" cy="6965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 flipV="1">
            <a:off x="1397699" y="2543534"/>
            <a:ext cx="23431" cy="6910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 flipV="1">
            <a:off x="1421130" y="2537915"/>
            <a:ext cx="23432" cy="5619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 flipV="1">
            <a:off x="1444562" y="2534842"/>
            <a:ext cx="23432" cy="3073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1467993" y="2534842"/>
            <a:ext cx="23431" cy="600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1491424" y="2535442"/>
            <a:ext cx="23432" cy="5219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1514856" y="2540661"/>
            <a:ext cx="23432" cy="10401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1538288" y="2551063"/>
            <a:ext cx="23432" cy="15802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>
            <a:off x="1561719" y="2566865"/>
            <a:ext cx="23432" cy="20984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1585151" y="2587849"/>
            <a:ext cx="23431" cy="25530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44" name="Shape 42"/>
          <p:cNvSpPr/>
          <p:nvPr/>
        </p:nvSpPr>
        <p:spPr>
          <a:xfrm>
            <a:off x="1608582" y="2613379"/>
            <a:ext cx="23431" cy="29058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45" name="Shape 43"/>
          <p:cNvSpPr/>
          <p:nvPr/>
        </p:nvSpPr>
        <p:spPr>
          <a:xfrm>
            <a:off x="1632013" y="2642438"/>
            <a:ext cx="23432" cy="31349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46" name="Shape 44"/>
          <p:cNvSpPr/>
          <p:nvPr/>
        </p:nvSpPr>
        <p:spPr>
          <a:xfrm>
            <a:off x="1655445" y="2673787"/>
            <a:ext cx="23431" cy="32131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47" name="Shape 45"/>
          <p:cNvSpPr/>
          <p:nvPr/>
        </p:nvSpPr>
        <p:spPr>
          <a:xfrm>
            <a:off x="1678877" y="2705918"/>
            <a:ext cx="23432" cy="31404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48" name="Shape 46"/>
          <p:cNvSpPr/>
          <p:nvPr/>
        </p:nvSpPr>
        <p:spPr>
          <a:xfrm>
            <a:off x="1702308" y="2737322"/>
            <a:ext cx="23432" cy="29240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49" name="Shape 47"/>
          <p:cNvSpPr/>
          <p:nvPr/>
        </p:nvSpPr>
        <p:spPr>
          <a:xfrm>
            <a:off x="1725740" y="2766562"/>
            <a:ext cx="23431" cy="25821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50" name="Shape 48"/>
          <p:cNvSpPr/>
          <p:nvPr/>
        </p:nvSpPr>
        <p:spPr>
          <a:xfrm>
            <a:off x="1749171" y="2792384"/>
            <a:ext cx="23432" cy="21475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51" name="Shape 49"/>
          <p:cNvSpPr/>
          <p:nvPr/>
        </p:nvSpPr>
        <p:spPr>
          <a:xfrm>
            <a:off x="1772603" y="2813859"/>
            <a:ext cx="23432" cy="16548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52" name="Shape 50"/>
          <p:cNvSpPr/>
          <p:nvPr/>
        </p:nvSpPr>
        <p:spPr>
          <a:xfrm>
            <a:off x="1796034" y="2830407"/>
            <a:ext cx="23431" cy="11474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53" name="Shape 51"/>
          <p:cNvSpPr/>
          <p:nvPr/>
        </p:nvSpPr>
        <p:spPr>
          <a:xfrm>
            <a:off x="1819465" y="2841881"/>
            <a:ext cx="23432" cy="6655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54" name="Shape 52"/>
          <p:cNvSpPr/>
          <p:nvPr/>
        </p:nvSpPr>
        <p:spPr>
          <a:xfrm>
            <a:off x="1842897" y="2848536"/>
            <a:ext cx="23431" cy="2473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55" name="Shape 53"/>
          <p:cNvSpPr/>
          <p:nvPr/>
        </p:nvSpPr>
        <p:spPr>
          <a:xfrm flipV="1">
            <a:off x="1866329" y="2850245"/>
            <a:ext cx="23432" cy="764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56" name="Shape 54"/>
          <p:cNvSpPr/>
          <p:nvPr/>
        </p:nvSpPr>
        <p:spPr>
          <a:xfrm flipV="1">
            <a:off x="1889760" y="2847391"/>
            <a:ext cx="23432" cy="2855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57" name="Shape 55"/>
          <p:cNvSpPr/>
          <p:nvPr/>
        </p:nvSpPr>
        <p:spPr>
          <a:xfrm flipV="1">
            <a:off x="1913192" y="2843663"/>
            <a:ext cx="23431" cy="3728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58" name="Shape 56"/>
          <p:cNvSpPr/>
          <p:nvPr/>
        </p:nvSpPr>
        <p:spPr>
          <a:xfrm flipV="1">
            <a:off x="1936623" y="2840262"/>
            <a:ext cx="23432" cy="3400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59" name="Shape 57"/>
          <p:cNvSpPr/>
          <p:nvPr/>
        </p:nvSpPr>
        <p:spPr>
          <a:xfrm flipV="1">
            <a:off x="1960055" y="2838189"/>
            <a:ext cx="23432" cy="2073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60" name="Shape 58"/>
          <p:cNvSpPr/>
          <p:nvPr/>
        </p:nvSpPr>
        <p:spPr>
          <a:xfrm>
            <a:off x="1983486" y="2838189"/>
            <a:ext cx="23431" cy="0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61" name="Shape 59"/>
          <p:cNvSpPr/>
          <p:nvPr/>
        </p:nvSpPr>
        <p:spPr>
          <a:xfrm>
            <a:off x="2006918" y="2838189"/>
            <a:ext cx="23432" cy="2491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62" name="Shape 60"/>
          <p:cNvSpPr/>
          <p:nvPr/>
        </p:nvSpPr>
        <p:spPr>
          <a:xfrm>
            <a:off x="2030349" y="2840681"/>
            <a:ext cx="23432" cy="4982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63" name="Shape 61"/>
          <p:cNvSpPr/>
          <p:nvPr/>
        </p:nvSpPr>
        <p:spPr>
          <a:xfrm>
            <a:off x="2053781" y="2845663"/>
            <a:ext cx="23431" cy="7092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64" name="Shape 62"/>
          <p:cNvSpPr/>
          <p:nvPr/>
        </p:nvSpPr>
        <p:spPr>
          <a:xfrm>
            <a:off x="2077212" y="2852755"/>
            <a:ext cx="23432" cy="8492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65" name="Shape 63"/>
          <p:cNvSpPr/>
          <p:nvPr/>
        </p:nvSpPr>
        <p:spPr>
          <a:xfrm>
            <a:off x="2100644" y="2861247"/>
            <a:ext cx="23431" cy="8837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66" name="Shape 64"/>
          <p:cNvSpPr/>
          <p:nvPr/>
        </p:nvSpPr>
        <p:spPr>
          <a:xfrm>
            <a:off x="2124075" y="2870084"/>
            <a:ext cx="23432" cy="8001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67" name="Shape 65"/>
          <p:cNvSpPr/>
          <p:nvPr/>
        </p:nvSpPr>
        <p:spPr>
          <a:xfrm>
            <a:off x="2147507" y="2878085"/>
            <a:ext cx="23432" cy="5873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68" name="Shape 66"/>
          <p:cNvSpPr/>
          <p:nvPr/>
        </p:nvSpPr>
        <p:spPr>
          <a:xfrm>
            <a:off x="2170938" y="2883959"/>
            <a:ext cx="23431" cy="2528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69" name="Shape 67"/>
          <p:cNvSpPr/>
          <p:nvPr/>
        </p:nvSpPr>
        <p:spPr>
          <a:xfrm flipV="1">
            <a:off x="2194370" y="2884650"/>
            <a:ext cx="23432" cy="1837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70" name="Shape 68"/>
          <p:cNvSpPr/>
          <p:nvPr/>
        </p:nvSpPr>
        <p:spPr>
          <a:xfrm flipV="1">
            <a:off x="2217801" y="2877667"/>
            <a:ext cx="23432" cy="6983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71" name="Shape 69"/>
          <p:cNvSpPr/>
          <p:nvPr/>
        </p:nvSpPr>
        <p:spPr>
          <a:xfrm flipV="1">
            <a:off x="2241233" y="2865193"/>
            <a:ext cx="23431" cy="12474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72" name="Shape 70"/>
          <p:cNvSpPr/>
          <p:nvPr/>
        </p:nvSpPr>
        <p:spPr>
          <a:xfrm flipV="1">
            <a:off x="2264664" y="2847263"/>
            <a:ext cx="23432" cy="17930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73" name="Shape 71"/>
          <p:cNvSpPr/>
          <p:nvPr/>
        </p:nvSpPr>
        <p:spPr>
          <a:xfrm flipV="1">
            <a:off x="2288096" y="2824315"/>
            <a:ext cx="23431" cy="22948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74" name="Shape 72"/>
          <p:cNvSpPr/>
          <p:nvPr/>
        </p:nvSpPr>
        <p:spPr>
          <a:xfrm flipV="1">
            <a:off x="2311527" y="2797221"/>
            <a:ext cx="23432" cy="27094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75" name="Shape 73"/>
          <p:cNvSpPr/>
          <p:nvPr/>
        </p:nvSpPr>
        <p:spPr>
          <a:xfrm flipV="1">
            <a:off x="2334959" y="2767144"/>
            <a:ext cx="23431" cy="30076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76" name="Shape 74"/>
          <p:cNvSpPr/>
          <p:nvPr/>
        </p:nvSpPr>
        <p:spPr>
          <a:xfrm flipV="1">
            <a:off x="2358390" y="2735486"/>
            <a:ext cx="23432" cy="31659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77" name="Shape 75"/>
          <p:cNvSpPr/>
          <p:nvPr/>
        </p:nvSpPr>
        <p:spPr>
          <a:xfrm flipV="1">
            <a:off x="2381822" y="2703754"/>
            <a:ext cx="23432" cy="31731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78" name="Shape 76"/>
          <p:cNvSpPr/>
          <p:nvPr/>
        </p:nvSpPr>
        <p:spPr>
          <a:xfrm flipV="1">
            <a:off x="2405253" y="2673441"/>
            <a:ext cx="23431" cy="30313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79" name="Shape 77"/>
          <p:cNvSpPr/>
          <p:nvPr/>
        </p:nvSpPr>
        <p:spPr>
          <a:xfrm flipV="1">
            <a:off x="2428685" y="2645893"/>
            <a:ext cx="23432" cy="27549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80" name="Shape 78"/>
          <p:cNvSpPr/>
          <p:nvPr/>
        </p:nvSpPr>
        <p:spPr>
          <a:xfrm flipV="1">
            <a:off x="2452116" y="2622181"/>
            <a:ext cx="23431" cy="23712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81" name="Shape 79"/>
          <p:cNvSpPr/>
          <p:nvPr/>
        </p:nvSpPr>
        <p:spPr>
          <a:xfrm flipV="1">
            <a:off x="2475548" y="2603033"/>
            <a:ext cx="23432" cy="19148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82" name="Shape 80"/>
          <p:cNvSpPr/>
          <p:nvPr/>
        </p:nvSpPr>
        <p:spPr>
          <a:xfrm flipV="1">
            <a:off x="2498979" y="2588776"/>
            <a:ext cx="23432" cy="14256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83" name="Shape 81"/>
          <p:cNvSpPr/>
          <p:nvPr/>
        </p:nvSpPr>
        <p:spPr>
          <a:xfrm flipV="1">
            <a:off x="2522411" y="2579321"/>
            <a:ext cx="23431" cy="9456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84" name="Shape 82"/>
          <p:cNvSpPr/>
          <p:nvPr/>
        </p:nvSpPr>
        <p:spPr>
          <a:xfrm flipV="1">
            <a:off x="2545842" y="2574211"/>
            <a:ext cx="23432" cy="5110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85" name="Shape 83"/>
          <p:cNvSpPr/>
          <p:nvPr/>
        </p:nvSpPr>
        <p:spPr>
          <a:xfrm flipV="1">
            <a:off x="2569274" y="2572593"/>
            <a:ext cx="23431" cy="1618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86" name="Shape 84"/>
          <p:cNvSpPr/>
          <p:nvPr/>
        </p:nvSpPr>
        <p:spPr>
          <a:xfrm>
            <a:off x="2592705" y="2572593"/>
            <a:ext cx="23431" cy="800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87" name="Shape 85"/>
          <p:cNvSpPr/>
          <p:nvPr/>
        </p:nvSpPr>
        <p:spPr>
          <a:xfrm>
            <a:off x="2616137" y="2573393"/>
            <a:ext cx="23432" cy="2073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88" name="Shape 86"/>
          <p:cNvSpPr/>
          <p:nvPr/>
        </p:nvSpPr>
        <p:spPr>
          <a:xfrm>
            <a:off x="2639568" y="2575466"/>
            <a:ext cx="23431" cy="2091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89" name="Shape 87"/>
          <p:cNvSpPr/>
          <p:nvPr/>
        </p:nvSpPr>
        <p:spPr>
          <a:xfrm>
            <a:off x="2663000" y="2577557"/>
            <a:ext cx="23431" cy="1073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90" name="Shape 88"/>
          <p:cNvSpPr/>
          <p:nvPr/>
        </p:nvSpPr>
        <p:spPr>
          <a:xfrm flipV="1">
            <a:off x="2686431" y="2577793"/>
            <a:ext cx="23432" cy="836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91" name="Shape 89"/>
          <p:cNvSpPr/>
          <p:nvPr/>
        </p:nvSpPr>
        <p:spPr>
          <a:xfrm flipV="1">
            <a:off x="2709863" y="2574556"/>
            <a:ext cx="23432" cy="3237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92" name="Shape 90"/>
          <p:cNvSpPr/>
          <p:nvPr/>
        </p:nvSpPr>
        <p:spPr>
          <a:xfrm flipV="1">
            <a:off x="2733294" y="2568738"/>
            <a:ext cx="23431" cy="5819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93" name="Shape 91"/>
          <p:cNvSpPr/>
          <p:nvPr/>
        </p:nvSpPr>
        <p:spPr>
          <a:xfrm flipV="1">
            <a:off x="2756726" y="2560573"/>
            <a:ext cx="23431" cy="8165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94" name="Shape 92"/>
          <p:cNvSpPr/>
          <p:nvPr/>
        </p:nvSpPr>
        <p:spPr>
          <a:xfrm flipV="1">
            <a:off x="2780157" y="2550699"/>
            <a:ext cx="23432" cy="9874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95" name="Shape 93"/>
          <p:cNvSpPr/>
          <p:nvPr/>
        </p:nvSpPr>
        <p:spPr>
          <a:xfrm flipV="1">
            <a:off x="2803589" y="2540043"/>
            <a:ext cx="23431" cy="10656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96" name="Shape 94"/>
          <p:cNvSpPr/>
          <p:nvPr/>
        </p:nvSpPr>
        <p:spPr>
          <a:xfrm flipV="1">
            <a:off x="2827020" y="2529769"/>
            <a:ext cx="23431" cy="10274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97" name="Shape 95"/>
          <p:cNvSpPr/>
          <p:nvPr/>
        </p:nvSpPr>
        <p:spPr>
          <a:xfrm flipV="1">
            <a:off x="2850452" y="2521150"/>
            <a:ext cx="23432" cy="8619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98" name="Shape 96"/>
          <p:cNvSpPr/>
          <p:nvPr/>
        </p:nvSpPr>
        <p:spPr>
          <a:xfrm flipV="1">
            <a:off x="2873883" y="2515476"/>
            <a:ext cx="23431" cy="5673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99" name="Shape 97"/>
          <p:cNvSpPr/>
          <p:nvPr/>
        </p:nvSpPr>
        <p:spPr>
          <a:xfrm flipV="1">
            <a:off x="2897315" y="2513876"/>
            <a:ext cx="23431" cy="1600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100" name="Shape 98"/>
          <p:cNvSpPr/>
          <p:nvPr/>
        </p:nvSpPr>
        <p:spPr>
          <a:xfrm>
            <a:off x="2920746" y="2513876"/>
            <a:ext cx="23432" cy="3382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101" name="Shape 99"/>
          <p:cNvSpPr/>
          <p:nvPr/>
        </p:nvSpPr>
        <p:spPr>
          <a:xfrm>
            <a:off x="2944178" y="2517258"/>
            <a:ext cx="23431" cy="8874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102" name="Shape 100"/>
          <p:cNvSpPr/>
          <p:nvPr/>
        </p:nvSpPr>
        <p:spPr>
          <a:xfrm>
            <a:off x="2967609" y="2526132"/>
            <a:ext cx="23431" cy="14565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103" name="Shape 101"/>
          <p:cNvSpPr/>
          <p:nvPr/>
        </p:nvSpPr>
        <p:spPr>
          <a:xfrm>
            <a:off x="2991041" y="2540698"/>
            <a:ext cx="23432" cy="19930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104" name="Shape 102"/>
          <p:cNvSpPr/>
          <p:nvPr/>
        </p:nvSpPr>
        <p:spPr>
          <a:xfrm>
            <a:off x="3014472" y="2560627"/>
            <a:ext cx="23431" cy="24621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105" name="Shape 103"/>
          <p:cNvSpPr/>
          <p:nvPr/>
        </p:nvSpPr>
        <p:spPr>
          <a:xfrm>
            <a:off x="3037904" y="2585249"/>
            <a:ext cx="23431" cy="28294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106" name="Shape 104"/>
          <p:cNvSpPr/>
          <p:nvPr/>
        </p:nvSpPr>
        <p:spPr>
          <a:xfrm>
            <a:off x="3061335" y="2613543"/>
            <a:ext cx="23432" cy="30604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107" name="Shape 105"/>
          <p:cNvSpPr/>
          <p:nvPr/>
        </p:nvSpPr>
        <p:spPr>
          <a:xfrm>
            <a:off x="3084767" y="2644147"/>
            <a:ext cx="23431" cy="31477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108" name="Shape 106"/>
          <p:cNvSpPr/>
          <p:nvPr/>
        </p:nvSpPr>
        <p:spPr>
          <a:xfrm>
            <a:off x="3108198" y="2675624"/>
            <a:ext cx="23431" cy="30822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109" name="Shape 107"/>
          <p:cNvSpPr/>
          <p:nvPr/>
        </p:nvSpPr>
        <p:spPr>
          <a:xfrm>
            <a:off x="3131629" y="2706446"/>
            <a:ext cx="23432" cy="28767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110" name="Shape 108"/>
          <p:cNvSpPr/>
          <p:nvPr/>
        </p:nvSpPr>
        <p:spPr>
          <a:xfrm>
            <a:off x="3155061" y="2735213"/>
            <a:ext cx="23431" cy="25512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111" name="Shape 109"/>
          <p:cNvSpPr/>
          <p:nvPr/>
        </p:nvSpPr>
        <p:spPr>
          <a:xfrm>
            <a:off x="3178493" y="2760725"/>
            <a:ext cx="23431" cy="21366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112" name="Shape 110"/>
          <p:cNvSpPr/>
          <p:nvPr/>
        </p:nvSpPr>
        <p:spPr>
          <a:xfrm>
            <a:off x="3201924" y="2782091"/>
            <a:ext cx="23432" cy="16748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113" name="Shape 111"/>
          <p:cNvSpPr/>
          <p:nvPr/>
        </p:nvSpPr>
        <p:spPr>
          <a:xfrm>
            <a:off x="3225356" y="2798839"/>
            <a:ext cx="23432" cy="12020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114" name="Shape 112"/>
          <p:cNvSpPr/>
          <p:nvPr/>
        </p:nvSpPr>
        <p:spPr>
          <a:xfrm>
            <a:off x="3248787" y="2810859"/>
            <a:ext cx="23431" cy="7619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115" name="Shape 113"/>
          <p:cNvSpPr/>
          <p:nvPr/>
        </p:nvSpPr>
        <p:spPr>
          <a:xfrm>
            <a:off x="3272218" y="2818478"/>
            <a:ext cx="23432" cy="3910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116" name="Shape 114"/>
          <p:cNvSpPr/>
          <p:nvPr/>
        </p:nvSpPr>
        <p:spPr>
          <a:xfrm>
            <a:off x="952500" y="2580357"/>
            <a:ext cx="23431" cy="0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975931" y="2580357"/>
            <a:ext cx="23432" cy="0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999363" y="2580357"/>
            <a:ext cx="23431" cy="0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1022794" y="2580357"/>
            <a:ext cx="23432" cy="0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1046226" y="2580357"/>
            <a:ext cx="23431" cy="0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1069658" y="2580357"/>
            <a:ext cx="23432" cy="0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1093089" y="2580357"/>
            <a:ext cx="23431" cy="0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1116521" y="2580357"/>
            <a:ext cx="23432" cy="0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1139952" y="2580357"/>
            <a:ext cx="23431" cy="0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1163384" y="2580357"/>
            <a:ext cx="23431" cy="0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1186815" y="2580357"/>
            <a:ext cx="23432" cy="0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1210247" y="2580357"/>
            <a:ext cx="23432" cy="0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1233678" y="2580357"/>
            <a:ext cx="23431" cy="0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1257110" y="2580357"/>
            <a:ext cx="23432" cy="0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1280541" y="2580357"/>
            <a:ext cx="23432" cy="0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1303973" y="2580357"/>
            <a:ext cx="23432" cy="0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1327404" y="2580357"/>
            <a:ext cx="23431" cy="0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1350836" y="2580357"/>
            <a:ext cx="23432" cy="0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1374267" y="2580357"/>
            <a:ext cx="23432" cy="0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1397699" y="2580357"/>
            <a:ext cx="23431" cy="0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1421130" y="2580357"/>
            <a:ext cx="23432" cy="0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1444562" y="2580357"/>
            <a:ext cx="23432" cy="0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1467993" y="2580357"/>
            <a:ext cx="23431" cy="0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1491424" y="2580357"/>
            <a:ext cx="23432" cy="0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1514856" y="2580357"/>
            <a:ext cx="23432" cy="163293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1538288" y="2743650"/>
            <a:ext cx="23432" cy="0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1561719" y="2743650"/>
            <a:ext cx="23432" cy="0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1585151" y="2743650"/>
            <a:ext cx="23431" cy="0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1608582" y="2743650"/>
            <a:ext cx="23431" cy="0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1632013" y="2743650"/>
            <a:ext cx="23432" cy="0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1655445" y="2743650"/>
            <a:ext cx="23431" cy="0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1678877" y="2743650"/>
            <a:ext cx="23432" cy="0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1702308" y="2743650"/>
            <a:ext cx="23432" cy="0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1725740" y="2743650"/>
            <a:ext cx="23431" cy="0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1749171" y="2743650"/>
            <a:ext cx="23432" cy="0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1772603" y="2743650"/>
            <a:ext cx="23432" cy="0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1796034" y="2743650"/>
            <a:ext cx="23431" cy="0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1819465" y="2743650"/>
            <a:ext cx="23432" cy="0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1842897" y="2743650"/>
            <a:ext cx="23431" cy="0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1866329" y="2743650"/>
            <a:ext cx="23432" cy="0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1889760" y="2743650"/>
            <a:ext cx="23432" cy="0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1913192" y="2743650"/>
            <a:ext cx="23431" cy="0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1936623" y="2743650"/>
            <a:ext cx="23432" cy="0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1960055" y="2743650"/>
            <a:ext cx="23432" cy="0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1983486" y="2743650"/>
            <a:ext cx="23431" cy="0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2006918" y="2743650"/>
            <a:ext cx="23432" cy="0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2030349" y="2743650"/>
            <a:ext cx="23432" cy="0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2053781" y="2743650"/>
            <a:ext cx="23431" cy="0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2077212" y="2743650"/>
            <a:ext cx="23432" cy="0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2709863" y="2620380"/>
            <a:ext cx="23432" cy="0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2733294" y="2620380"/>
            <a:ext cx="23431" cy="0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2756726" y="2620380"/>
            <a:ext cx="23431" cy="0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2780157" y="2620380"/>
            <a:ext cx="23432" cy="0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2803589" y="2620380"/>
            <a:ext cx="23431" cy="0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2827020" y="2620380"/>
            <a:ext cx="23431" cy="0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2850452" y="2620380"/>
            <a:ext cx="23432" cy="0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2873883" y="2620380"/>
            <a:ext cx="23431" cy="0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2897315" y="2620380"/>
            <a:ext cx="23431" cy="0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2920746" y="2620380"/>
            <a:ext cx="23432" cy="0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2944178" y="2620380"/>
            <a:ext cx="23431" cy="0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2967609" y="2620380"/>
            <a:ext cx="23431" cy="0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2991041" y="2620380"/>
            <a:ext cx="23432" cy="0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3014472" y="2620380"/>
            <a:ext cx="23431" cy="0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3037904" y="2620380"/>
            <a:ext cx="23431" cy="0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3061335" y="2620380"/>
            <a:ext cx="23432" cy="0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3084767" y="2620380"/>
            <a:ext cx="23431" cy="0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3108198" y="2620380"/>
            <a:ext cx="23431" cy="0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3131629" y="2620380"/>
            <a:ext cx="23432" cy="0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3155061" y="2620380"/>
            <a:ext cx="23431" cy="0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3178493" y="2620380"/>
            <a:ext cx="23431" cy="0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3201924" y="2620380"/>
            <a:ext cx="23432" cy="0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3225356" y="2620380"/>
            <a:ext cx="23432" cy="0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3248787" y="2620380"/>
            <a:ext cx="23431" cy="0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3272218" y="2620380"/>
            <a:ext cx="23432" cy="0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999935" y="2639726"/>
            <a:ext cx="45720" cy="45720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91" name="Shape 189"/>
          <p:cNvSpPr/>
          <p:nvPr/>
        </p:nvSpPr>
        <p:spPr>
          <a:xfrm>
            <a:off x="1117092" y="2536349"/>
            <a:ext cx="45720" cy="45720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92" name="Shape 190"/>
          <p:cNvSpPr/>
          <p:nvPr/>
        </p:nvSpPr>
        <p:spPr>
          <a:xfrm>
            <a:off x="1234249" y="2543059"/>
            <a:ext cx="45720" cy="45720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93" name="Shape 191"/>
          <p:cNvSpPr/>
          <p:nvPr/>
        </p:nvSpPr>
        <p:spPr>
          <a:xfrm>
            <a:off x="1351407" y="2532767"/>
            <a:ext cx="45720" cy="45720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94" name="Shape 192"/>
          <p:cNvSpPr/>
          <p:nvPr/>
        </p:nvSpPr>
        <p:spPr>
          <a:xfrm>
            <a:off x="1468564" y="2535640"/>
            <a:ext cx="45720" cy="45720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95" name="Shape 193"/>
          <p:cNvSpPr/>
          <p:nvPr/>
        </p:nvSpPr>
        <p:spPr>
          <a:xfrm>
            <a:off x="1585722" y="2535494"/>
            <a:ext cx="45720" cy="45720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96" name="Shape 194"/>
          <p:cNvSpPr/>
          <p:nvPr/>
        </p:nvSpPr>
        <p:spPr>
          <a:xfrm>
            <a:off x="1702880" y="2746430"/>
            <a:ext cx="45720" cy="45720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97" name="Shape 195"/>
          <p:cNvSpPr/>
          <p:nvPr/>
        </p:nvSpPr>
        <p:spPr>
          <a:xfrm>
            <a:off x="1820037" y="2796982"/>
            <a:ext cx="45720" cy="45720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98" name="Shape 196"/>
          <p:cNvSpPr/>
          <p:nvPr/>
        </p:nvSpPr>
        <p:spPr>
          <a:xfrm>
            <a:off x="1937195" y="2804237"/>
            <a:ext cx="45720" cy="45720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99" name="Shape 197"/>
          <p:cNvSpPr/>
          <p:nvPr/>
        </p:nvSpPr>
        <p:spPr>
          <a:xfrm>
            <a:off x="2710434" y="2586810"/>
            <a:ext cx="45720" cy="45720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200" name="Shape 198"/>
          <p:cNvSpPr/>
          <p:nvPr/>
        </p:nvSpPr>
        <p:spPr>
          <a:xfrm>
            <a:off x="2851023" y="2494635"/>
            <a:ext cx="45720" cy="45720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201" name="Shape 199"/>
          <p:cNvSpPr/>
          <p:nvPr/>
        </p:nvSpPr>
        <p:spPr>
          <a:xfrm>
            <a:off x="2991612" y="2574972"/>
            <a:ext cx="45720" cy="45720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202" name="Shape 200"/>
          <p:cNvSpPr/>
          <p:nvPr/>
        </p:nvSpPr>
        <p:spPr>
          <a:xfrm>
            <a:off x="3155633" y="2733683"/>
            <a:ext cx="45720" cy="45720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203" name="Text 201"/>
          <p:cNvSpPr txBox="1"/>
          <p:nvPr/>
        </p:nvSpPr>
        <p:spPr>
          <a:xfrm>
            <a:off x="876300" y="3295650"/>
            <a:ext cx="2495550" cy="2933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구간을 나누고, 그 안의 점을 평균 냅니다.</a:t>
            </a:r>
            <a:endParaRPr lang="en-US" sz="825" dirty="0"/>
          </a:p>
        </p:txBody>
      </p:sp>
      <p:sp>
        <p:nvSpPr>
          <p:cNvPr id="204" name="Text 202"/>
          <p:cNvSpPr txBox="1"/>
          <p:nvPr/>
        </p:nvSpPr>
        <p:spPr>
          <a:xfrm>
            <a:off x="876300" y="3733800"/>
            <a:ext cx="4953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50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좋은 점</a:t>
            </a:r>
            <a:endParaRPr lang="en-US" sz="750" dirty="0"/>
          </a:p>
        </p:txBody>
      </p:sp>
      <p:sp>
        <p:nvSpPr>
          <p:cNvPr id="205" name="Text 203"/>
          <p:cNvSpPr txBox="1"/>
          <p:nvPr/>
        </p:nvSpPr>
        <p:spPr>
          <a:xfrm>
            <a:off x="1428750" y="3733800"/>
            <a:ext cx="19431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계산이 단순해서 설명하기 쉽습니다</a:t>
            </a:r>
            <a:endParaRPr lang="en-US" sz="788" dirty="0"/>
          </a:p>
        </p:txBody>
      </p:sp>
      <p:sp>
        <p:nvSpPr>
          <p:cNvPr id="206" name="Text 204"/>
          <p:cNvSpPr txBox="1"/>
          <p:nvPr/>
        </p:nvSpPr>
        <p:spPr>
          <a:xfrm>
            <a:off x="876300" y="4095750"/>
            <a:ext cx="5334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50" b="1" dirty="0">
                <a:solidFill>
                  <a:srgbClr val="FF6F0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아쉬운 점</a:t>
            </a:r>
            <a:endParaRPr lang="en-US" sz="750" dirty="0"/>
          </a:p>
        </p:txBody>
      </p:sp>
      <p:sp>
        <p:nvSpPr>
          <p:cNvPr id="207" name="Text 205"/>
          <p:cNvSpPr txBox="1"/>
          <p:nvPr/>
        </p:nvSpPr>
        <p:spPr>
          <a:xfrm>
            <a:off x="1447800" y="4095750"/>
            <a:ext cx="1924050" cy="3900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구간이 바뀌면 값이 뚝 끊깁니다 · 점이 없으면 값도 없습니다</a:t>
            </a:r>
            <a:endParaRPr lang="en-US" sz="788" dirty="0"/>
          </a:p>
        </p:txBody>
      </p:sp>
      <p:sp>
        <p:nvSpPr>
          <p:cNvPr id="208" name="Shape 206"/>
          <p:cNvSpPr/>
          <p:nvPr/>
        </p:nvSpPr>
        <p:spPr>
          <a:xfrm>
            <a:off x="3467100" y="1924050"/>
            <a:ext cx="0" cy="241935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209" name="Text 207"/>
          <p:cNvSpPr txBox="1"/>
          <p:nvPr/>
        </p:nvSpPr>
        <p:spPr>
          <a:xfrm>
            <a:off x="3562350" y="1962150"/>
            <a:ext cx="1428750" cy="17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1125" b="1" dirty="0">
                <a:solidFill>
                  <a:srgbClr val="6E77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커널회귀</a:t>
            </a:r>
            <a:endParaRPr lang="en-US" sz="1125" dirty="0"/>
          </a:p>
        </p:txBody>
      </p:sp>
      <p:sp>
        <p:nvSpPr>
          <p:cNvPr id="210" name="Text 208"/>
          <p:cNvSpPr txBox="1"/>
          <p:nvPr/>
        </p:nvSpPr>
        <p:spPr>
          <a:xfrm>
            <a:off x="4991100" y="2000250"/>
            <a:ext cx="10668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가까운 점 위주</a:t>
            </a:r>
            <a:endParaRPr lang="en-US" sz="750" dirty="0"/>
          </a:p>
        </p:txBody>
      </p:sp>
      <p:sp>
        <p:nvSpPr>
          <p:cNvPr id="211" name="Shape 209"/>
          <p:cNvSpPr/>
          <p:nvPr/>
        </p:nvSpPr>
        <p:spPr>
          <a:xfrm>
            <a:off x="3562350" y="2209800"/>
            <a:ext cx="2495550" cy="990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EE3E9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3638550" y="2705100"/>
            <a:ext cx="23431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 flipV="1">
            <a:off x="3638550" y="2673078"/>
            <a:ext cx="23431" cy="32022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214" name="Shape 212"/>
          <p:cNvSpPr/>
          <p:nvPr/>
        </p:nvSpPr>
        <p:spPr>
          <a:xfrm flipV="1">
            <a:off x="3661982" y="2642565"/>
            <a:ext cx="23432" cy="30513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215" name="Shape 213"/>
          <p:cNvSpPr/>
          <p:nvPr/>
        </p:nvSpPr>
        <p:spPr>
          <a:xfrm flipV="1">
            <a:off x="3685413" y="2614925"/>
            <a:ext cx="23431" cy="27640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216" name="Shape 214"/>
          <p:cNvSpPr/>
          <p:nvPr/>
        </p:nvSpPr>
        <p:spPr>
          <a:xfrm flipV="1">
            <a:off x="3708844" y="2591286"/>
            <a:ext cx="23431" cy="23639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217" name="Shape 215"/>
          <p:cNvSpPr/>
          <p:nvPr/>
        </p:nvSpPr>
        <p:spPr>
          <a:xfrm flipV="1">
            <a:off x="3732276" y="2572465"/>
            <a:ext cx="23432" cy="18821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218" name="Shape 216"/>
          <p:cNvSpPr/>
          <p:nvPr/>
        </p:nvSpPr>
        <p:spPr>
          <a:xfrm flipV="1">
            <a:off x="3755708" y="2558845"/>
            <a:ext cx="23431" cy="13620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219" name="Shape 217"/>
          <p:cNvSpPr/>
          <p:nvPr/>
        </p:nvSpPr>
        <p:spPr>
          <a:xfrm flipV="1">
            <a:off x="3779139" y="2550408"/>
            <a:ext cx="23432" cy="8437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220" name="Shape 218"/>
          <p:cNvSpPr/>
          <p:nvPr/>
        </p:nvSpPr>
        <p:spPr>
          <a:xfrm flipV="1">
            <a:off x="3802571" y="2546735"/>
            <a:ext cx="23431" cy="3673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221" name="Shape 219"/>
          <p:cNvSpPr/>
          <p:nvPr/>
        </p:nvSpPr>
        <p:spPr>
          <a:xfrm>
            <a:off x="3826002" y="2546735"/>
            <a:ext cx="23431" cy="273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222" name="Shape 220"/>
          <p:cNvSpPr/>
          <p:nvPr/>
        </p:nvSpPr>
        <p:spPr>
          <a:xfrm>
            <a:off x="3849434" y="2547008"/>
            <a:ext cx="23432" cy="3182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223" name="Shape 221"/>
          <p:cNvSpPr/>
          <p:nvPr/>
        </p:nvSpPr>
        <p:spPr>
          <a:xfrm>
            <a:off x="3872865" y="2550190"/>
            <a:ext cx="23431" cy="4910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224" name="Shape 222"/>
          <p:cNvSpPr/>
          <p:nvPr/>
        </p:nvSpPr>
        <p:spPr>
          <a:xfrm>
            <a:off x="3896296" y="2555099"/>
            <a:ext cx="23431" cy="5364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225" name="Shape 223"/>
          <p:cNvSpPr/>
          <p:nvPr/>
        </p:nvSpPr>
        <p:spPr>
          <a:xfrm>
            <a:off x="3919728" y="2560464"/>
            <a:ext cx="23432" cy="4710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226" name="Shape 224"/>
          <p:cNvSpPr/>
          <p:nvPr/>
        </p:nvSpPr>
        <p:spPr>
          <a:xfrm>
            <a:off x="3943160" y="2565173"/>
            <a:ext cx="23431" cy="3073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227" name="Shape 225"/>
          <p:cNvSpPr/>
          <p:nvPr/>
        </p:nvSpPr>
        <p:spPr>
          <a:xfrm>
            <a:off x="3966591" y="2568247"/>
            <a:ext cx="23431" cy="836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228" name="Shape 226"/>
          <p:cNvSpPr/>
          <p:nvPr/>
        </p:nvSpPr>
        <p:spPr>
          <a:xfrm flipV="1">
            <a:off x="3990023" y="2567410"/>
            <a:ext cx="23432" cy="1673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229" name="Shape 227"/>
          <p:cNvSpPr/>
          <p:nvPr/>
        </p:nvSpPr>
        <p:spPr>
          <a:xfrm flipV="1">
            <a:off x="4013454" y="2563355"/>
            <a:ext cx="23431" cy="4055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230" name="Shape 228"/>
          <p:cNvSpPr/>
          <p:nvPr/>
        </p:nvSpPr>
        <p:spPr>
          <a:xfrm flipV="1">
            <a:off x="4036886" y="2557409"/>
            <a:ext cx="23431" cy="5946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231" name="Shape 229"/>
          <p:cNvSpPr/>
          <p:nvPr/>
        </p:nvSpPr>
        <p:spPr>
          <a:xfrm flipV="1">
            <a:off x="4060317" y="2550444"/>
            <a:ext cx="23432" cy="6965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232" name="Shape 230"/>
          <p:cNvSpPr/>
          <p:nvPr/>
        </p:nvSpPr>
        <p:spPr>
          <a:xfrm flipV="1">
            <a:off x="4083749" y="2543534"/>
            <a:ext cx="23431" cy="6910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233" name="Shape 231"/>
          <p:cNvSpPr/>
          <p:nvPr/>
        </p:nvSpPr>
        <p:spPr>
          <a:xfrm flipV="1">
            <a:off x="4107180" y="2537915"/>
            <a:ext cx="23432" cy="5619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234" name="Shape 232"/>
          <p:cNvSpPr/>
          <p:nvPr/>
        </p:nvSpPr>
        <p:spPr>
          <a:xfrm flipV="1">
            <a:off x="4130612" y="2534842"/>
            <a:ext cx="23431" cy="3073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235" name="Shape 233"/>
          <p:cNvSpPr/>
          <p:nvPr/>
        </p:nvSpPr>
        <p:spPr>
          <a:xfrm>
            <a:off x="4154043" y="2534842"/>
            <a:ext cx="23431" cy="600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236" name="Shape 234"/>
          <p:cNvSpPr/>
          <p:nvPr/>
        </p:nvSpPr>
        <p:spPr>
          <a:xfrm>
            <a:off x="4177475" y="2535442"/>
            <a:ext cx="23432" cy="5219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237" name="Shape 235"/>
          <p:cNvSpPr/>
          <p:nvPr/>
        </p:nvSpPr>
        <p:spPr>
          <a:xfrm>
            <a:off x="4200906" y="2540661"/>
            <a:ext cx="23431" cy="10401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238" name="Shape 236"/>
          <p:cNvSpPr/>
          <p:nvPr/>
        </p:nvSpPr>
        <p:spPr>
          <a:xfrm>
            <a:off x="4224338" y="2551063"/>
            <a:ext cx="23431" cy="15802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239" name="Shape 237"/>
          <p:cNvSpPr/>
          <p:nvPr/>
        </p:nvSpPr>
        <p:spPr>
          <a:xfrm>
            <a:off x="4247769" y="2566865"/>
            <a:ext cx="23432" cy="20984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240" name="Shape 238"/>
          <p:cNvSpPr/>
          <p:nvPr/>
        </p:nvSpPr>
        <p:spPr>
          <a:xfrm>
            <a:off x="4271201" y="2587849"/>
            <a:ext cx="23431" cy="25530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241" name="Shape 239"/>
          <p:cNvSpPr/>
          <p:nvPr/>
        </p:nvSpPr>
        <p:spPr>
          <a:xfrm>
            <a:off x="4294632" y="2613379"/>
            <a:ext cx="23431" cy="29058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242" name="Shape 240"/>
          <p:cNvSpPr/>
          <p:nvPr/>
        </p:nvSpPr>
        <p:spPr>
          <a:xfrm>
            <a:off x="4318063" y="2642438"/>
            <a:ext cx="23432" cy="31349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243" name="Shape 241"/>
          <p:cNvSpPr/>
          <p:nvPr/>
        </p:nvSpPr>
        <p:spPr>
          <a:xfrm>
            <a:off x="4341495" y="2673787"/>
            <a:ext cx="23431" cy="32131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244" name="Shape 242"/>
          <p:cNvSpPr/>
          <p:nvPr/>
        </p:nvSpPr>
        <p:spPr>
          <a:xfrm>
            <a:off x="4364927" y="2705918"/>
            <a:ext cx="23432" cy="31404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245" name="Shape 243"/>
          <p:cNvSpPr/>
          <p:nvPr/>
        </p:nvSpPr>
        <p:spPr>
          <a:xfrm>
            <a:off x="4388358" y="2737322"/>
            <a:ext cx="23431" cy="29240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246" name="Shape 244"/>
          <p:cNvSpPr/>
          <p:nvPr/>
        </p:nvSpPr>
        <p:spPr>
          <a:xfrm>
            <a:off x="4411790" y="2766562"/>
            <a:ext cx="23431" cy="25821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247" name="Shape 245"/>
          <p:cNvSpPr/>
          <p:nvPr/>
        </p:nvSpPr>
        <p:spPr>
          <a:xfrm>
            <a:off x="4435221" y="2792384"/>
            <a:ext cx="23432" cy="21475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248" name="Shape 246"/>
          <p:cNvSpPr/>
          <p:nvPr/>
        </p:nvSpPr>
        <p:spPr>
          <a:xfrm>
            <a:off x="4458653" y="2813859"/>
            <a:ext cx="23431" cy="16548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249" name="Shape 247"/>
          <p:cNvSpPr/>
          <p:nvPr/>
        </p:nvSpPr>
        <p:spPr>
          <a:xfrm>
            <a:off x="4482084" y="2830407"/>
            <a:ext cx="23431" cy="11474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250" name="Shape 248"/>
          <p:cNvSpPr/>
          <p:nvPr/>
        </p:nvSpPr>
        <p:spPr>
          <a:xfrm>
            <a:off x="4505516" y="2841881"/>
            <a:ext cx="23432" cy="6655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251" name="Shape 249"/>
          <p:cNvSpPr/>
          <p:nvPr/>
        </p:nvSpPr>
        <p:spPr>
          <a:xfrm>
            <a:off x="4528947" y="2848536"/>
            <a:ext cx="23431" cy="2473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252" name="Shape 250"/>
          <p:cNvSpPr/>
          <p:nvPr/>
        </p:nvSpPr>
        <p:spPr>
          <a:xfrm flipV="1">
            <a:off x="4552379" y="2850245"/>
            <a:ext cx="23431" cy="764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253" name="Shape 251"/>
          <p:cNvSpPr/>
          <p:nvPr/>
        </p:nvSpPr>
        <p:spPr>
          <a:xfrm flipV="1">
            <a:off x="4575810" y="2847391"/>
            <a:ext cx="23432" cy="2855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254" name="Shape 252"/>
          <p:cNvSpPr/>
          <p:nvPr/>
        </p:nvSpPr>
        <p:spPr>
          <a:xfrm flipV="1">
            <a:off x="4599242" y="2843663"/>
            <a:ext cx="23431" cy="3728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255" name="Shape 253"/>
          <p:cNvSpPr/>
          <p:nvPr/>
        </p:nvSpPr>
        <p:spPr>
          <a:xfrm flipV="1">
            <a:off x="4622673" y="2840262"/>
            <a:ext cx="23431" cy="3400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256" name="Shape 254"/>
          <p:cNvSpPr/>
          <p:nvPr/>
        </p:nvSpPr>
        <p:spPr>
          <a:xfrm flipV="1">
            <a:off x="4646105" y="2838189"/>
            <a:ext cx="23432" cy="2073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257" name="Shape 255"/>
          <p:cNvSpPr/>
          <p:nvPr/>
        </p:nvSpPr>
        <p:spPr>
          <a:xfrm>
            <a:off x="4669536" y="2838189"/>
            <a:ext cx="23431" cy="0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258" name="Shape 256"/>
          <p:cNvSpPr/>
          <p:nvPr/>
        </p:nvSpPr>
        <p:spPr>
          <a:xfrm>
            <a:off x="4692968" y="2838189"/>
            <a:ext cx="23431" cy="2491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259" name="Shape 257"/>
          <p:cNvSpPr/>
          <p:nvPr/>
        </p:nvSpPr>
        <p:spPr>
          <a:xfrm>
            <a:off x="4716399" y="2840681"/>
            <a:ext cx="23432" cy="4982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260" name="Shape 258"/>
          <p:cNvSpPr/>
          <p:nvPr/>
        </p:nvSpPr>
        <p:spPr>
          <a:xfrm>
            <a:off x="4739831" y="2845663"/>
            <a:ext cx="23431" cy="7092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261" name="Shape 259"/>
          <p:cNvSpPr/>
          <p:nvPr/>
        </p:nvSpPr>
        <p:spPr>
          <a:xfrm>
            <a:off x="4763262" y="2852755"/>
            <a:ext cx="23432" cy="8492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262" name="Shape 260"/>
          <p:cNvSpPr/>
          <p:nvPr/>
        </p:nvSpPr>
        <p:spPr>
          <a:xfrm>
            <a:off x="4786694" y="2861247"/>
            <a:ext cx="23431" cy="8837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263" name="Shape 261"/>
          <p:cNvSpPr/>
          <p:nvPr/>
        </p:nvSpPr>
        <p:spPr>
          <a:xfrm>
            <a:off x="4810125" y="2870084"/>
            <a:ext cx="23432" cy="8001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264" name="Shape 262"/>
          <p:cNvSpPr/>
          <p:nvPr/>
        </p:nvSpPr>
        <p:spPr>
          <a:xfrm>
            <a:off x="4833557" y="2878085"/>
            <a:ext cx="23431" cy="5873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265" name="Shape 263"/>
          <p:cNvSpPr/>
          <p:nvPr/>
        </p:nvSpPr>
        <p:spPr>
          <a:xfrm>
            <a:off x="4856988" y="2883959"/>
            <a:ext cx="23431" cy="2528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266" name="Shape 264"/>
          <p:cNvSpPr/>
          <p:nvPr/>
        </p:nvSpPr>
        <p:spPr>
          <a:xfrm flipV="1">
            <a:off x="4880420" y="2884650"/>
            <a:ext cx="23432" cy="1837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267" name="Shape 265"/>
          <p:cNvSpPr/>
          <p:nvPr/>
        </p:nvSpPr>
        <p:spPr>
          <a:xfrm flipV="1">
            <a:off x="4903851" y="2877667"/>
            <a:ext cx="23431" cy="6983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268" name="Shape 266"/>
          <p:cNvSpPr/>
          <p:nvPr/>
        </p:nvSpPr>
        <p:spPr>
          <a:xfrm flipV="1">
            <a:off x="4927282" y="2865193"/>
            <a:ext cx="23432" cy="12474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269" name="Shape 267"/>
          <p:cNvSpPr/>
          <p:nvPr/>
        </p:nvSpPr>
        <p:spPr>
          <a:xfrm flipV="1">
            <a:off x="4950714" y="2847263"/>
            <a:ext cx="23432" cy="17930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270" name="Shape 268"/>
          <p:cNvSpPr/>
          <p:nvPr/>
        </p:nvSpPr>
        <p:spPr>
          <a:xfrm flipV="1">
            <a:off x="4974146" y="2824315"/>
            <a:ext cx="23431" cy="22948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271" name="Shape 269"/>
          <p:cNvSpPr/>
          <p:nvPr/>
        </p:nvSpPr>
        <p:spPr>
          <a:xfrm flipV="1">
            <a:off x="4997577" y="2797221"/>
            <a:ext cx="23432" cy="27094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272" name="Shape 270"/>
          <p:cNvSpPr/>
          <p:nvPr/>
        </p:nvSpPr>
        <p:spPr>
          <a:xfrm flipV="1">
            <a:off x="5021009" y="2767144"/>
            <a:ext cx="23432" cy="30076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273" name="Shape 271"/>
          <p:cNvSpPr/>
          <p:nvPr/>
        </p:nvSpPr>
        <p:spPr>
          <a:xfrm flipV="1">
            <a:off x="5044440" y="2735486"/>
            <a:ext cx="23431" cy="31659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274" name="Shape 272"/>
          <p:cNvSpPr/>
          <p:nvPr/>
        </p:nvSpPr>
        <p:spPr>
          <a:xfrm flipV="1">
            <a:off x="5067872" y="2703754"/>
            <a:ext cx="23432" cy="31731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275" name="Shape 273"/>
          <p:cNvSpPr/>
          <p:nvPr/>
        </p:nvSpPr>
        <p:spPr>
          <a:xfrm flipV="1">
            <a:off x="5091303" y="2673441"/>
            <a:ext cx="23432" cy="30313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276" name="Shape 274"/>
          <p:cNvSpPr/>
          <p:nvPr/>
        </p:nvSpPr>
        <p:spPr>
          <a:xfrm flipV="1">
            <a:off x="5114735" y="2645893"/>
            <a:ext cx="23432" cy="27549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277" name="Shape 275"/>
          <p:cNvSpPr/>
          <p:nvPr/>
        </p:nvSpPr>
        <p:spPr>
          <a:xfrm flipV="1">
            <a:off x="5138166" y="2622181"/>
            <a:ext cx="23431" cy="23712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278" name="Shape 276"/>
          <p:cNvSpPr/>
          <p:nvPr/>
        </p:nvSpPr>
        <p:spPr>
          <a:xfrm flipV="1">
            <a:off x="5161598" y="2603033"/>
            <a:ext cx="23432" cy="19148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279" name="Shape 277"/>
          <p:cNvSpPr/>
          <p:nvPr/>
        </p:nvSpPr>
        <p:spPr>
          <a:xfrm flipV="1">
            <a:off x="5185029" y="2588776"/>
            <a:ext cx="23432" cy="14256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280" name="Shape 278"/>
          <p:cNvSpPr/>
          <p:nvPr/>
        </p:nvSpPr>
        <p:spPr>
          <a:xfrm flipV="1">
            <a:off x="5208461" y="2579321"/>
            <a:ext cx="23431" cy="9456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281" name="Shape 279"/>
          <p:cNvSpPr/>
          <p:nvPr/>
        </p:nvSpPr>
        <p:spPr>
          <a:xfrm flipV="1">
            <a:off x="5231892" y="2574211"/>
            <a:ext cx="23432" cy="5110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282" name="Shape 280"/>
          <p:cNvSpPr/>
          <p:nvPr/>
        </p:nvSpPr>
        <p:spPr>
          <a:xfrm flipV="1">
            <a:off x="5255324" y="2572593"/>
            <a:ext cx="23432" cy="1618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283" name="Shape 281"/>
          <p:cNvSpPr/>
          <p:nvPr/>
        </p:nvSpPr>
        <p:spPr>
          <a:xfrm>
            <a:off x="5278755" y="2572593"/>
            <a:ext cx="23431" cy="800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284" name="Shape 282"/>
          <p:cNvSpPr/>
          <p:nvPr/>
        </p:nvSpPr>
        <p:spPr>
          <a:xfrm>
            <a:off x="5302186" y="2573393"/>
            <a:ext cx="23432" cy="2073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285" name="Shape 283"/>
          <p:cNvSpPr/>
          <p:nvPr/>
        </p:nvSpPr>
        <p:spPr>
          <a:xfrm>
            <a:off x="5325618" y="2575466"/>
            <a:ext cx="23431" cy="2091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286" name="Shape 284"/>
          <p:cNvSpPr/>
          <p:nvPr/>
        </p:nvSpPr>
        <p:spPr>
          <a:xfrm>
            <a:off x="5349049" y="2577557"/>
            <a:ext cx="23432" cy="1073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287" name="Shape 285"/>
          <p:cNvSpPr/>
          <p:nvPr/>
        </p:nvSpPr>
        <p:spPr>
          <a:xfrm flipV="1">
            <a:off x="5372481" y="2577793"/>
            <a:ext cx="23432" cy="836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288" name="Shape 286"/>
          <p:cNvSpPr/>
          <p:nvPr/>
        </p:nvSpPr>
        <p:spPr>
          <a:xfrm flipV="1">
            <a:off x="5395913" y="2574556"/>
            <a:ext cx="23432" cy="3237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289" name="Shape 287"/>
          <p:cNvSpPr/>
          <p:nvPr/>
        </p:nvSpPr>
        <p:spPr>
          <a:xfrm flipV="1">
            <a:off x="5419344" y="2568738"/>
            <a:ext cx="23432" cy="5819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290" name="Shape 288"/>
          <p:cNvSpPr/>
          <p:nvPr/>
        </p:nvSpPr>
        <p:spPr>
          <a:xfrm flipV="1">
            <a:off x="5442776" y="2560573"/>
            <a:ext cx="23431" cy="8165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291" name="Shape 289"/>
          <p:cNvSpPr/>
          <p:nvPr/>
        </p:nvSpPr>
        <p:spPr>
          <a:xfrm flipV="1">
            <a:off x="5466207" y="2550699"/>
            <a:ext cx="23432" cy="9874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292" name="Shape 290"/>
          <p:cNvSpPr/>
          <p:nvPr/>
        </p:nvSpPr>
        <p:spPr>
          <a:xfrm flipV="1">
            <a:off x="5489639" y="2540043"/>
            <a:ext cx="23431" cy="10656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293" name="Shape 291"/>
          <p:cNvSpPr/>
          <p:nvPr/>
        </p:nvSpPr>
        <p:spPr>
          <a:xfrm flipV="1">
            <a:off x="5513070" y="2529769"/>
            <a:ext cx="23432" cy="10274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294" name="Shape 292"/>
          <p:cNvSpPr/>
          <p:nvPr/>
        </p:nvSpPr>
        <p:spPr>
          <a:xfrm flipV="1">
            <a:off x="5536502" y="2521150"/>
            <a:ext cx="23432" cy="8619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295" name="Shape 293"/>
          <p:cNvSpPr/>
          <p:nvPr/>
        </p:nvSpPr>
        <p:spPr>
          <a:xfrm flipV="1">
            <a:off x="5559933" y="2515476"/>
            <a:ext cx="23432" cy="5673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296" name="Shape 294"/>
          <p:cNvSpPr/>
          <p:nvPr/>
        </p:nvSpPr>
        <p:spPr>
          <a:xfrm flipV="1">
            <a:off x="5583365" y="2513876"/>
            <a:ext cx="23431" cy="1600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297" name="Shape 295"/>
          <p:cNvSpPr/>
          <p:nvPr/>
        </p:nvSpPr>
        <p:spPr>
          <a:xfrm>
            <a:off x="5606796" y="2513876"/>
            <a:ext cx="23432" cy="3382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298" name="Shape 296"/>
          <p:cNvSpPr/>
          <p:nvPr/>
        </p:nvSpPr>
        <p:spPr>
          <a:xfrm>
            <a:off x="5630228" y="2517258"/>
            <a:ext cx="23431" cy="8874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299" name="Shape 297"/>
          <p:cNvSpPr/>
          <p:nvPr/>
        </p:nvSpPr>
        <p:spPr>
          <a:xfrm>
            <a:off x="5653659" y="2526132"/>
            <a:ext cx="23432" cy="14565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300" name="Shape 298"/>
          <p:cNvSpPr/>
          <p:nvPr/>
        </p:nvSpPr>
        <p:spPr>
          <a:xfrm>
            <a:off x="5677091" y="2540698"/>
            <a:ext cx="23432" cy="19930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301" name="Shape 299"/>
          <p:cNvSpPr/>
          <p:nvPr/>
        </p:nvSpPr>
        <p:spPr>
          <a:xfrm>
            <a:off x="5700522" y="2560627"/>
            <a:ext cx="23432" cy="24621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302" name="Shape 300"/>
          <p:cNvSpPr/>
          <p:nvPr/>
        </p:nvSpPr>
        <p:spPr>
          <a:xfrm>
            <a:off x="5723954" y="2585249"/>
            <a:ext cx="23431" cy="28294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303" name="Shape 301"/>
          <p:cNvSpPr/>
          <p:nvPr/>
        </p:nvSpPr>
        <p:spPr>
          <a:xfrm>
            <a:off x="5747385" y="2613543"/>
            <a:ext cx="23432" cy="30604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304" name="Shape 302"/>
          <p:cNvSpPr/>
          <p:nvPr/>
        </p:nvSpPr>
        <p:spPr>
          <a:xfrm>
            <a:off x="5770817" y="2644147"/>
            <a:ext cx="23431" cy="31477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305" name="Shape 303"/>
          <p:cNvSpPr/>
          <p:nvPr/>
        </p:nvSpPr>
        <p:spPr>
          <a:xfrm>
            <a:off x="5794248" y="2675624"/>
            <a:ext cx="23432" cy="30822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306" name="Shape 304"/>
          <p:cNvSpPr/>
          <p:nvPr/>
        </p:nvSpPr>
        <p:spPr>
          <a:xfrm>
            <a:off x="5817680" y="2706446"/>
            <a:ext cx="23432" cy="28767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307" name="Shape 305"/>
          <p:cNvSpPr/>
          <p:nvPr/>
        </p:nvSpPr>
        <p:spPr>
          <a:xfrm>
            <a:off x="5841111" y="2735213"/>
            <a:ext cx="23432" cy="25512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308" name="Shape 306"/>
          <p:cNvSpPr/>
          <p:nvPr/>
        </p:nvSpPr>
        <p:spPr>
          <a:xfrm>
            <a:off x="5864543" y="2760725"/>
            <a:ext cx="23431" cy="21366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309" name="Shape 307"/>
          <p:cNvSpPr/>
          <p:nvPr/>
        </p:nvSpPr>
        <p:spPr>
          <a:xfrm>
            <a:off x="5887974" y="2782091"/>
            <a:ext cx="23432" cy="16748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310" name="Shape 308"/>
          <p:cNvSpPr/>
          <p:nvPr/>
        </p:nvSpPr>
        <p:spPr>
          <a:xfrm>
            <a:off x="5911406" y="2798839"/>
            <a:ext cx="23432" cy="12020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311" name="Shape 309"/>
          <p:cNvSpPr/>
          <p:nvPr/>
        </p:nvSpPr>
        <p:spPr>
          <a:xfrm>
            <a:off x="5934837" y="2810859"/>
            <a:ext cx="23431" cy="7619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312" name="Shape 310"/>
          <p:cNvSpPr/>
          <p:nvPr/>
        </p:nvSpPr>
        <p:spPr>
          <a:xfrm>
            <a:off x="5958269" y="2818478"/>
            <a:ext cx="23432" cy="3910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313" name="Shape 311"/>
          <p:cNvSpPr/>
          <p:nvPr/>
        </p:nvSpPr>
        <p:spPr>
          <a:xfrm flipV="1">
            <a:off x="3638550" y="2607651"/>
            <a:ext cx="23431" cy="2982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314" name="Shape 312"/>
          <p:cNvSpPr/>
          <p:nvPr/>
        </p:nvSpPr>
        <p:spPr>
          <a:xfrm flipV="1">
            <a:off x="3661982" y="2604597"/>
            <a:ext cx="23432" cy="3055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315" name="Shape 313"/>
          <p:cNvSpPr/>
          <p:nvPr/>
        </p:nvSpPr>
        <p:spPr>
          <a:xfrm flipV="1">
            <a:off x="3685413" y="2601505"/>
            <a:ext cx="23431" cy="3091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316" name="Shape 314"/>
          <p:cNvSpPr/>
          <p:nvPr/>
        </p:nvSpPr>
        <p:spPr>
          <a:xfrm flipV="1">
            <a:off x="3708844" y="2598414"/>
            <a:ext cx="23431" cy="3091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317" name="Shape 315"/>
          <p:cNvSpPr/>
          <p:nvPr/>
        </p:nvSpPr>
        <p:spPr>
          <a:xfrm flipV="1">
            <a:off x="3732276" y="2595323"/>
            <a:ext cx="23432" cy="3091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318" name="Shape 316"/>
          <p:cNvSpPr/>
          <p:nvPr/>
        </p:nvSpPr>
        <p:spPr>
          <a:xfrm flipV="1">
            <a:off x="3755708" y="2592268"/>
            <a:ext cx="23431" cy="3055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319" name="Shape 317"/>
          <p:cNvSpPr/>
          <p:nvPr/>
        </p:nvSpPr>
        <p:spPr>
          <a:xfrm flipV="1">
            <a:off x="3779139" y="2589286"/>
            <a:ext cx="23432" cy="2982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320" name="Shape 318"/>
          <p:cNvSpPr/>
          <p:nvPr/>
        </p:nvSpPr>
        <p:spPr>
          <a:xfrm flipV="1">
            <a:off x="3802571" y="2586431"/>
            <a:ext cx="23431" cy="2855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321" name="Shape 319"/>
          <p:cNvSpPr/>
          <p:nvPr/>
        </p:nvSpPr>
        <p:spPr>
          <a:xfrm flipV="1">
            <a:off x="3826002" y="2583721"/>
            <a:ext cx="23431" cy="2709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322" name="Shape 320"/>
          <p:cNvSpPr/>
          <p:nvPr/>
        </p:nvSpPr>
        <p:spPr>
          <a:xfrm flipV="1">
            <a:off x="3849434" y="2581230"/>
            <a:ext cx="23432" cy="2491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323" name="Shape 321"/>
          <p:cNvSpPr/>
          <p:nvPr/>
        </p:nvSpPr>
        <p:spPr>
          <a:xfrm flipV="1">
            <a:off x="3872865" y="2579012"/>
            <a:ext cx="23431" cy="2218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324" name="Shape 322"/>
          <p:cNvSpPr/>
          <p:nvPr/>
        </p:nvSpPr>
        <p:spPr>
          <a:xfrm flipV="1">
            <a:off x="3896296" y="2577102"/>
            <a:ext cx="23431" cy="1909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325" name="Shape 323"/>
          <p:cNvSpPr/>
          <p:nvPr/>
        </p:nvSpPr>
        <p:spPr>
          <a:xfrm flipV="1">
            <a:off x="3919728" y="2575593"/>
            <a:ext cx="23432" cy="1509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326" name="Shape 324"/>
          <p:cNvSpPr/>
          <p:nvPr/>
        </p:nvSpPr>
        <p:spPr>
          <a:xfrm flipV="1">
            <a:off x="3943160" y="2574556"/>
            <a:ext cx="23431" cy="1036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327" name="Shape 325"/>
          <p:cNvSpPr/>
          <p:nvPr/>
        </p:nvSpPr>
        <p:spPr>
          <a:xfrm flipV="1">
            <a:off x="3966591" y="2574029"/>
            <a:ext cx="23431" cy="527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328" name="Shape 326"/>
          <p:cNvSpPr/>
          <p:nvPr/>
        </p:nvSpPr>
        <p:spPr>
          <a:xfrm>
            <a:off x="3990023" y="2574029"/>
            <a:ext cx="23432" cy="109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329" name="Shape 327"/>
          <p:cNvSpPr/>
          <p:nvPr/>
        </p:nvSpPr>
        <p:spPr>
          <a:xfrm>
            <a:off x="4013454" y="2574138"/>
            <a:ext cx="23431" cy="800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330" name="Shape 328"/>
          <p:cNvSpPr/>
          <p:nvPr/>
        </p:nvSpPr>
        <p:spPr>
          <a:xfrm>
            <a:off x="4036886" y="2574938"/>
            <a:ext cx="23431" cy="1564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331" name="Shape 329"/>
          <p:cNvSpPr/>
          <p:nvPr/>
        </p:nvSpPr>
        <p:spPr>
          <a:xfrm>
            <a:off x="4060317" y="2576502"/>
            <a:ext cx="23432" cy="2437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332" name="Shape 330"/>
          <p:cNvSpPr/>
          <p:nvPr/>
        </p:nvSpPr>
        <p:spPr>
          <a:xfrm>
            <a:off x="4083749" y="2578939"/>
            <a:ext cx="23431" cy="3328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333" name="Shape 331"/>
          <p:cNvSpPr/>
          <p:nvPr/>
        </p:nvSpPr>
        <p:spPr>
          <a:xfrm>
            <a:off x="4107180" y="2582266"/>
            <a:ext cx="23432" cy="4328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334" name="Shape 332"/>
          <p:cNvSpPr/>
          <p:nvPr/>
        </p:nvSpPr>
        <p:spPr>
          <a:xfrm>
            <a:off x="4130612" y="2586594"/>
            <a:ext cx="23431" cy="5328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335" name="Shape 333"/>
          <p:cNvSpPr/>
          <p:nvPr/>
        </p:nvSpPr>
        <p:spPr>
          <a:xfrm>
            <a:off x="4154043" y="2591922"/>
            <a:ext cx="23431" cy="6383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336" name="Shape 334"/>
          <p:cNvSpPr/>
          <p:nvPr/>
        </p:nvSpPr>
        <p:spPr>
          <a:xfrm>
            <a:off x="4177475" y="2598305"/>
            <a:ext cx="23432" cy="7401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337" name="Shape 335"/>
          <p:cNvSpPr/>
          <p:nvPr/>
        </p:nvSpPr>
        <p:spPr>
          <a:xfrm>
            <a:off x="4200906" y="2605706"/>
            <a:ext cx="23431" cy="8383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338" name="Shape 336"/>
          <p:cNvSpPr/>
          <p:nvPr/>
        </p:nvSpPr>
        <p:spPr>
          <a:xfrm>
            <a:off x="4224338" y="2614089"/>
            <a:ext cx="23431" cy="9328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339" name="Shape 337"/>
          <p:cNvSpPr/>
          <p:nvPr/>
        </p:nvSpPr>
        <p:spPr>
          <a:xfrm>
            <a:off x="4247769" y="2623417"/>
            <a:ext cx="23432" cy="10147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340" name="Shape 338"/>
          <p:cNvSpPr/>
          <p:nvPr/>
        </p:nvSpPr>
        <p:spPr>
          <a:xfrm>
            <a:off x="4271201" y="2633564"/>
            <a:ext cx="23431" cy="10856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341" name="Shape 339"/>
          <p:cNvSpPr/>
          <p:nvPr/>
        </p:nvSpPr>
        <p:spPr>
          <a:xfrm>
            <a:off x="4294632" y="2644420"/>
            <a:ext cx="23431" cy="11383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342" name="Shape 340"/>
          <p:cNvSpPr/>
          <p:nvPr/>
        </p:nvSpPr>
        <p:spPr>
          <a:xfrm>
            <a:off x="4318063" y="2655803"/>
            <a:ext cx="23432" cy="11783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343" name="Shape 341"/>
          <p:cNvSpPr/>
          <p:nvPr/>
        </p:nvSpPr>
        <p:spPr>
          <a:xfrm>
            <a:off x="4341495" y="2667586"/>
            <a:ext cx="23431" cy="11983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344" name="Shape 342"/>
          <p:cNvSpPr/>
          <p:nvPr/>
        </p:nvSpPr>
        <p:spPr>
          <a:xfrm>
            <a:off x="4364927" y="2679570"/>
            <a:ext cx="23432" cy="11983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345" name="Shape 343"/>
          <p:cNvSpPr/>
          <p:nvPr/>
        </p:nvSpPr>
        <p:spPr>
          <a:xfrm>
            <a:off x="4388358" y="2691553"/>
            <a:ext cx="23431" cy="11838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346" name="Shape 344"/>
          <p:cNvSpPr/>
          <p:nvPr/>
        </p:nvSpPr>
        <p:spPr>
          <a:xfrm>
            <a:off x="4411790" y="2703391"/>
            <a:ext cx="23431" cy="11529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347" name="Shape 345"/>
          <p:cNvSpPr/>
          <p:nvPr/>
        </p:nvSpPr>
        <p:spPr>
          <a:xfrm>
            <a:off x="4435221" y="2714919"/>
            <a:ext cx="23432" cy="11074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348" name="Shape 346"/>
          <p:cNvSpPr/>
          <p:nvPr/>
        </p:nvSpPr>
        <p:spPr>
          <a:xfrm>
            <a:off x="4458653" y="2725994"/>
            <a:ext cx="23431" cy="10510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349" name="Shape 347"/>
          <p:cNvSpPr/>
          <p:nvPr/>
        </p:nvSpPr>
        <p:spPr>
          <a:xfrm>
            <a:off x="4482084" y="2736504"/>
            <a:ext cx="23431" cy="9838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350" name="Shape 348"/>
          <p:cNvSpPr/>
          <p:nvPr/>
        </p:nvSpPr>
        <p:spPr>
          <a:xfrm>
            <a:off x="4505516" y="2746342"/>
            <a:ext cx="23432" cy="9147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351" name="Shape 349"/>
          <p:cNvSpPr/>
          <p:nvPr/>
        </p:nvSpPr>
        <p:spPr>
          <a:xfrm>
            <a:off x="4528947" y="2755488"/>
            <a:ext cx="23431" cy="8383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352" name="Shape 350"/>
          <p:cNvSpPr/>
          <p:nvPr/>
        </p:nvSpPr>
        <p:spPr>
          <a:xfrm>
            <a:off x="4552379" y="2763871"/>
            <a:ext cx="23431" cy="7619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353" name="Shape 351"/>
          <p:cNvSpPr/>
          <p:nvPr/>
        </p:nvSpPr>
        <p:spPr>
          <a:xfrm>
            <a:off x="4575810" y="2771490"/>
            <a:ext cx="23432" cy="6892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354" name="Shape 352"/>
          <p:cNvSpPr/>
          <p:nvPr/>
        </p:nvSpPr>
        <p:spPr>
          <a:xfrm>
            <a:off x="4599242" y="2778382"/>
            <a:ext cx="23431" cy="6146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355" name="Shape 353"/>
          <p:cNvSpPr/>
          <p:nvPr/>
        </p:nvSpPr>
        <p:spPr>
          <a:xfrm>
            <a:off x="4622673" y="2784528"/>
            <a:ext cx="23431" cy="5473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356" name="Shape 354"/>
          <p:cNvSpPr/>
          <p:nvPr/>
        </p:nvSpPr>
        <p:spPr>
          <a:xfrm>
            <a:off x="4646105" y="2790002"/>
            <a:ext cx="23432" cy="4837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357" name="Shape 355"/>
          <p:cNvSpPr/>
          <p:nvPr/>
        </p:nvSpPr>
        <p:spPr>
          <a:xfrm>
            <a:off x="4669536" y="2794838"/>
            <a:ext cx="23431" cy="4219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358" name="Shape 356"/>
          <p:cNvSpPr/>
          <p:nvPr/>
        </p:nvSpPr>
        <p:spPr>
          <a:xfrm>
            <a:off x="4692968" y="2799057"/>
            <a:ext cx="23431" cy="3691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359" name="Shape 357"/>
          <p:cNvSpPr/>
          <p:nvPr/>
        </p:nvSpPr>
        <p:spPr>
          <a:xfrm>
            <a:off x="4716399" y="2802749"/>
            <a:ext cx="23432" cy="3164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360" name="Shape 358"/>
          <p:cNvSpPr/>
          <p:nvPr/>
        </p:nvSpPr>
        <p:spPr>
          <a:xfrm>
            <a:off x="4739831" y="2805913"/>
            <a:ext cx="23431" cy="2673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361" name="Shape 359"/>
          <p:cNvSpPr/>
          <p:nvPr/>
        </p:nvSpPr>
        <p:spPr>
          <a:xfrm>
            <a:off x="4763262" y="2808586"/>
            <a:ext cx="23432" cy="2200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362" name="Shape 360"/>
          <p:cNvSpPr/>
          <p:nvPr/>
        </p:nvSpPr>
        <p:spPr>
          <a:xfrm>
            <a:off x="4786694" y="2810786"/>
            <a:ext cx="23431" cy="1673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363" name="Shape 361"/>
          <p:cNvSpPr/>
          <p:nvPr/>
        </p:nvSpPr>
        <p:spPr>
          <a:xfrm>
            <a:off x="4810125" y="2812459"/>
            <a:ext cx="23432" cy="1036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364" name="Shape 362"/>
          <p:cNvSpPr/>
          <p:nvPr/>
        </p:nvSpPr>
        <p:spPr>
          <a:xfrm>
            <a:off x="4833557" y="2813495"/>
            <a:ext cx="23431" cy="236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365" name="Shape 363"/>
          <p:cNvSpPr/>
          <p:nvPr/>
        </p:nvSpPr>
        <p:spPr>
          <a:xfrm flipV="1">
            <a:off x="4856988" y="2812786"/>
            <a:ext cx="23431" cy="946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366" name="Shape 364"/>
          <p:cNvSpPr/>
          <p:nvPr/>
        </p:nvSpPr>
        <p:spPr>
          <a:xfrm flipV="1">
            <a:off x="4880420" y="2810022"/>
            <a:ext cx="23432" cy="2764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367" name="Shape 365"/>
          <p:cNvSpPr/>
          <p:nvPr/>
        </p:nvSpPr>
        <p:spPr>
          <a:xfrm flipV="1">
            <a:off x="4903851" y="2804494"/>
            <a:ext cx="23431" cy="5528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368" name="Shape 366"/>
          <p:cNvSpPr/>
          <p:nvPr/>
        </p:nvSpPr>
        <p:spPr>
          <a:xfrm flipV="1">
            <a:off x="4927282" y="2794875"/>
            <a:ext cx="23432" cy="9619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369" name="Shape 367"/>
          <p:cNvSpPr/>
          <p:nvPr/>
        </p:nvSpPr>
        <p:spPr>
          <a:xfrm flipV="1">
            <a:off x="4950714" y="2779618"/>
            <a:ext cx="23432" cy="15256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370" name="Shape 368"/>
          <p:cNvSpPr/>
          <p:nvPr/>
        </p:nvSpPr>
        <p:spPr>
          <a:xfrm flipV="1">
            <a:off x="4974146" y="2757707"/>
            <a:ext cx="23431" cy="21912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371" name="Shape 369"/>
          <p:cNvSpPr/>
          <p:nvPr/>
        </p:nvSpPr>
        <p:spPr>
          <a:xfrm flipV="1">
            <a:off x="4997577" y="2729758"/>
            <a:ext cx="23432" cy="27949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372" name="Shape 370"/>
          <p:cNvSpPr/>
          <p:nvPr/>
        </p:nvSpPr>
        <p:spPr>
          <a:xfrm flipV="1">
            <a:off x="5021009" y="2698626"/>
            <a:ext cx="23432" cy="31131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373" name="Shape 371"/>
          <p:cNvSpPr/>
          <p:nvPr/>
        </p:nvSpPr>
        <p:spPr>
          <a:xfrm flipV="1">
            <a:off x="5044440" y="2668677"/>
            <a:ext cx="23431" cy="29949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374" name="Shape 372"/>
          <p:cNvSpPr/>
          <p:nvPr/>
        </p:nvSpPr>
        <p:spPr>
          <a:xfrm flipV="1">
            <a:off x="5067872" y="2643492"/>
            <a:ext cx="23432" cy="25185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375" name="Shape 373"/>
          <p:cNvSpPr/>
          <p:nvPr/>
        </p:nvSpPr>
        <p:spPr>
          <a:xfrm flipV="1">
            <a:off x="5091303" y="2624526"/>
            <a:ext cx="23432" cy="18966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376" name="Shape 374"/>
          <p:cNvSpPr/>
          <p:nvPr/>
        </p:nvSpPr>
        <p:spPr>
          <a:xfrm flipV="1">
            <a:off x="5114735" y="2611216"/>
            <a:ext cx="23432" cy="13311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377" name="Shape 375"/>
          <p:cNvSpPr/>
          <p:nvPr/>
        </p:nvSpPr>
        <p:spPr>
          <a:xfrm flipV="1">
            <a:off x="5138166" y="2602233"/>
            <a:ext cx="23431" cy="8983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378" name="Shape 376"/>
          <p:cNvSpPr/>
          <p:nvPr/>
        </p:nvSpPr>
        <p:spPr>
          <a:xfrm flipV="1">
            <a:off x="5161598" y="2596195"/>
            <a:ext cx="23432" cy="6037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379" name="Shape 377"/>
          <p:cNvSpPr/>
          <p:nvPr/>
        </p:nvSpPr>
        <p:spPr>
          <a:xfrm flipV="1">
            <a:off x="5185029" y="2592031"/>
            <a:ext cx="23432" cy="4164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380" name="Shape 378"/>
          <p:cNvSpPr/>
          <p:nvPr/>
        </p:nvSpPr>
        <p:spPr>
          <a:xfrm flipV="1">
            <a:off x="5208461" y="2589049"/>
            <a:ext cx="23431" cy="2982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381" name="Shape 379"/>
          <p:cNvSpPr/>
          <p:nvPr/>
        </p:nvSpPr>
        <p:spPr>
          <a:xfrm flipV="1">
            <a:off x="5231892" y="2586758"/>
            <a:ext cx="23432" cy="2291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382" name="Shape 380"/>
          <p:cNvSpPr/>
          <p:nvPr/>
        </p:nvSpPr>
        <p:spPr>
          <a:xfrm flipV="1">
            <a:off x="5255324" y="2584921"/>
            <a:ext cx="23432" cy="1837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383" name="Shape 381"/>
          <p:cNvSpPr/>
          <p:nvPr/>
        </p:nvSpPr>
        <p:spPr>
          <a:xfrm flipV="1">
            <a:off x="5278755" y="2583412"/>
            <a:ext cx="23431" cy="1509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384" name="Shape 382"/>
          <p:cNvSpPr/>
          <p:nvPr/>
        </p:nvSpPr>
        <p:spPr>
          <a:xfrm flipV="1">
            <a:off x="5302186" y="2582121"/>
            <a:ext cx="23432" cy="1291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385" name="Shape 383"/>
          <p:cNvSpPr/>
          <p:nvPr/>
        </p:nvSpPr>
        <p:spPr>
          <a:xfrm flipV="1">
            <a:off x="5325618" y="2581066"/>
            <a:ext cx="23431" cy="1055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386" name="Shape 384"/>
          <p:cNvSpPr/>
          <p:nvPr/>
        </p:nvSpPr>
        <p:spPr>
          <a:xfrm flipV="1">
            <a:off x="5349049" y="2580248"/>
            <a:ext cx="23432" cy="818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387" name="Shape 385"/>
          <p:cNvSpPr/>
          <p:nvPr/>
        </p:nvSpPr>
        <p:spPr>
          <a:xfrm flipV="1">
            <a:off x="5372481" y="2579703"/>
            <a:ext cx="23432" cy="546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388" name="Shape 386"/>
          <p:cNvSpPr/>
          <p:nvPr/>
        </p:nvSpPr>
        <p:spPr>
          <a:xfrm flipV="1">
            <a:off x="5395913" y="2579448"/>
            <a:ext cx="23432" cy="255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389" name="Shape 387"/>
          <p:cNvSpPr/>
          <p:nvPr/>
        </p:nvSpPr>
        <p:spPr>
          <a:xfrm>
            <a:off x="5419344" y="2579448"/>
            <a:ext cx="23432" cy="127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390" name="Shape 388"/>
          <p:cNvSpPr/>
          <p:nvPr/>
        </p:nvSpPr>
        <p:spPr>
          <a:xfrm>
            <a:off x="5442776" y="2579575"/>
            <a:ext cx="23431" cy="527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391" name="Shape 389"/>
          <p:cNvSpPr/>
          <p:nvPr/>
        </p:nvSpPr>
        <p:spPr>
          <a:xfrm>
            <a:off x="5466207" y="2580103"/>
            <a:ext cx="23432" cy="982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392" name="Shape 390"/>
          <p:cNvSpPr/>
          <p:nvPr/>
        </p:nvSpPr>
        <p:spPr>
          <a:xfrm>
            <a:off x="5489639" y="2581085"/>
            <a:ext cx="23431" cy="1527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393" name="Shape 391"/>
          <p:cNvSpPr/>
          <p:nvPr/>
        </p:nvSpPr>
        <p:spPr>
          <a:xfrm>
            <a:off x="5513070" y="2582612"/>
            <a:ext cx="23432" cy="2073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394" name="Shape 392"/>
          <p:cNvSpPr/>
          <p:nvPr/>
        </p:nvSpPr>
        <p:spPr>
          <a:xfrm>
            <a:off x="5536502" y="2584685"/>
            <a:ext cx="23432" cy="2691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395" name="Shape 393"/>
          <p:cNvSpPr/>
          <p:nvPr/>
        </p:nvSpPr>
        <p:spPr>
          <a:xfrm>
            <a:off x="5559933" y="2587376"/>
            <a:ext cx="23432" cy="3328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396" name="Shape 394"/>
          <p:cNvSpPr/>
          <p:nvPr/>
        </p:nvSpPr>
        <p:spPr>
          <a:xfrm>
            <a:off x="5583365" y="2590704"/>
            <a:ext cx="23431" cy="3964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397" name="Shape 395"/>
          <p:cNvSpPr/>
          <p:nvPr/>
        </p:nvSpPr>
        <p:spPr>
          <a:xfrm>
            <a:off x="5606796" y="2594668"/>
            <a:ext cx="23432" cy="4582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398" name="Shape 396"/>
          <p:cNvSpPr/>
          <p:nvPr/>
        </p:nvSpPr>
        <p:spPr>
          <a:xfrm>
            <a:off x="5630228" y="2599250"/>
            <a:ext cx="23431" cy="5201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399" name="Shape 397"/>
          <p:cNvSpPr/>
          <p:nvPr/>
        </p:nvSpPr>
        <p:spPr>
          <a:xfrm>
            <a:off x="5653659" y="2604451"/>
            <a:ext cx="23432" cy="5764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400" name="Shape 398"/>
          <p:cNvSpPr/>
          <p:nvPr/>
        </p:nvSpPr>
        <p:spPr>
          <a:xfrm>
            <a:off x="5677091" y="2610215"/>
            <a:ext cx="23432" cy="6237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401" name="Shape 399"/>
          <p:cNvSpPr/>
          <p:nvPr/>
        </p:nvSpPr>
        <p:spPr>
          <a:xfrm>
            <a:off x="5700522" y="2616453"/>
            <a:ext cx="23432" cy="6674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402" name="Shape 400"/>
          <p:cNvSpPr/>
          <p:nvPr/>
        </p:nvSpPr>
        <p:spPr>
          <a:xfrm>
            <a:off x="5723954" y="2623126"/>
            <a:ext cx="23431" cy="6983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403" name="Shape 401"/>
          <p:cNvSpPr/>
          <p:nvPr/>
        </p:nvSpPr>
        <p:spPr>
          <a:xfrm>
            <a:off x="5747385" y="2630109"/>
            <a:ext cx="23432" cy="7219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404" name="Shape 402"/>
          <p:cNvSpPr/>
          <p:nvPr/>
        </p:nvSpPr>
        <p:spPr>
          <a:xfrm>
            <a:off x="5770817" y="2637328"/>
            <a:ext cx="23431" cy="7328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405" name="Shape 403"/>
          <p:cNvSpPr/>
          <p:nvPr/>
        </p:nvSpPr>
        <p:spPr>
          <a:xfrm>
            <a:off x="5794248" y="2644656"/>
            <a:ext cx="23432" cy="7383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406" name="Shape 404"/>
          <p:cNvSpPr/>
          <p:nvPr/>
        </p:nvSpPr>
        <p:spPr>
          <a:xfrm>
            <a:off x="5817680" y="2652039"/>
            <a:ext cx="23432" cy="7310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407" name="Shape 405"/>
          <p:cNvSpPr/>
          <p:nvPr/>
        </p:nvSpPr>
        <p:spPr>
          <a:xfrm>
            <a:off x="5841111" y="2659349"/>
            <a:ext cx="23432" cy="7165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408" name="Shape 406"/>
          <p:cNvSpPr/>
          <p:nvPr/>
        </p:nvSpPr>
        <p:spPr>
          <a:xfrm>
            <a:off x="5864543" y="2666513"/>
            <a:ext cx="23431" cy="6965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409" name="Shape 407"/>
          <p:cNvSpPr/>
          <p:nvPr/>
        </p:nvSpPr>
        <p:spPr>
          <a:xfrm>
            <a:off x="5887974" y="2673478"/>
            <a:ext cx="23432" cy="6692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410" name="Shape 408"/>
          <p:cNvSpPr/>
          <p:nvPr/>
        </p:nvSpPr>
        <p:spPr>
          <a:xfrm>
            <a:off x="5911406" y="2680170"/>
            <a:ext cx="23432" cy="6383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411" name="Shape 409"/>
          <p:cNvSpPr/>
          <p:nvPr/>
        </p:nvSpPr>
        <p:spPr>
          <a:xfrm>
            <a:off x="5934837" y="2686552"/>
            <a:ext cx="23431" cy="6019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412" name="Shape 410"/>
          <p:cNvSpPr/>
          <p:nvPr/>
        </p:nvSpPr>
        <p:spPr>
          <a:xfrm>
            <a:off x="5958269" y="2692571"/>
            <a:ext cx="23432" cy="5673"/>
          </a:xfrm>
          <a:prstGeom prst="line">
            <a:avLst/>
          </a:prstGeom>
          <a:noFill/>
          <a:ln w="22860">
            <a:solidFill>
              <a:srgbClr val="6E7780"/>
            </a:solidFill>
            <a:prstDash val="solid"/>
          </a:ln>
        </p:spPr>
      </p:sp>
      <p:sp>
        <p:nvSpPr>
          <p:cNvPr id="413" name="Shape 411"/>
          <p:cNvSpPr/>
          <p:nvPr/>
        </p:nvSpPr>
        <p:spPr>
          <a:xfrm>
            <a:off x="3685985" y="2639726"/>
            <a:ext cx="45720" cy="45720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414" name="Shape 412"/>
          <p:cNvSpPr/>
          <p:nvPr/>
        </p:nvSpPr>
        <p:spPr>
          <a:xfrm>
            <a:off x="3803142" y="2536349"/>
            <a:ext cx="45720" cy="45720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415" name="Shape 413"/>
          <p:cNvSpPr/>
          <p:nvPr/>
        </p:nvSpPr>
        <p:spPr>
          <a:xfrm>
            <a:off x="3920300" y="2543059"/>
            <a:ext cx="45720" cy="45720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416" name="Shape 414"/>
          <p:cNvSpPr/>
          <p:nvPr/>
        </p:nvSpPr>
        <p:spPr>
          <a:xfrm>
            <a:off x="4037457" y="2532767"/>
            <a:ext cx="45720" cy="45720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417" name="Shape 415"/>
          <p:cNvSpPr/>
          <p:nvPr/>
        </p:nvSpPr>
        <p:spPr>
          <a:xfrm>
            <a:off x="4154615" y="2535640"/>
            <a:ext cx="45720" cy="45720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418" name="Shape 416"/>
          <p:cNvSpPr/>
          <p:nvPr/>
        </p:nvSpPr>
        <p:spPr>
          <a:xfrm>
            <a:off x="4271772" y="2535494"/>
            <a:ext cx="45720" cy="45720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419" name="Shape 417"/>
          <p:cNvSpPr/>
          <p:nvPr/>
        </p:nvSpPr>
        <p:spPr>
          <a:xfrm>
            <a:off x="4388930" y="2746430"/>
            <a:ext cx="45720" cy="45720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420" name="Shape 418"/>
          <p:cNvSpPr/>
          <p:nvPr/>
        </p:nvSpPr>
        <p:spPr>
          <a:xfrm>
            <a:off x="4506087" y="2796982"/>
            <a:ext cx="45720" cy="45720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421" name="Shape 419"/>
          <p:cNvSpPr/>
          <p:nvPr/>
        </p:nvSpPr>
        <p:spPr>
          <a:xfrm>
            <a:off x="4623245" y="2804237"/>
            <a:ext cx="45720" cy="45720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422" name="Shape 420"/>
          <p:cNvSpPr/>
          <p:nvPr/>
        </p:nvSpPr>
        <p:spPr>
          <a:xfrm>
            <a:off x="5396484" y="2586810"/>
            <a:ext cx="45720" cy="45720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423" name="Shape 421"/>
          <p:cNvSpPr/>
          <p:nvPr/>
        </p:nvSpPr>
        <p:spPr>
          <a:xfrm>
            <a:off x="5537073" y="2494635"/>
            <a:ext cx="45720" cy="45720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424" name="Shape 422"/>
          <p:cNvSpPr/>
          <p:nvPr/>
        </p:nvSpPr>
        <p:spPr>
          <a:xfrm>
            <a:off x="5677662" y="2574972"/>
            <a:ext cx="45720" cy="45720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425" name="Shape 423"/>
          <p:cNvSpPr/>
          <p:nvPr/>
        </p:nvSpPr>
        <p:spPr>
          <a:xfrm>
            <a:off x="5841683" y="2733683"/>
            <a:ext cx="45720" cy="45720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426" name="Text 424"/>
          <p:cNvSpPr txBox="1"/>
          <p:nvPr/>
        </p:nvSpPr>
        <p:spPr>
          <a:xfrm>
            <a:off x="3562350" y="3295650"/>
            <a:ext cx="2495550" cy="2933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가까운 점은 많이, 먼 점은 적게 반영합니다.</a:t>
            </a:r>
            <a:endParaRPr lang="en-US" sz="825" dirty="0"/>
          </a:p>
        </p:txBody>
      </p:sp>
      <p:sp>
        <p:nvSpPr>
          <p:cNvPr id="427" name="Text 425"/>
          <p:cNvSpPr txBox="1"/>
          <p:nvPr/>
        </p:nvSpPr>
        <p:spPr>
          <a:xfrm>
            <a:off x="3562350" y="3733800"/>
            <a:ext cx="4953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50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좋은 점</a:t>
            </a:r>
            <a:endParaRPr lang="en-US" sz="750" dirty="0"/>
          </a:p>
        </p:txBody>
      </p:sp>
      <p:sp>
        <p:nvSpPr>
          <p:cNvPr id="428" name="Text 426"/>
          <p:cNvSpPr txBox="1"/>
          <p:nvPr/>
        </p:nvSpPr>
        <p:spPr>
          <a:xfrm>
            <a:off x="4114800" y="3733800"/>
            <a:ext cx="19431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선이 끊기지 않고 이어집니다</a:t>
            </a:r>
            <a:endParaRPr lang="en-US" sz="788" dirty="0"/>
          </a:p>
        </p:txBody>
      </p:sp>
      <p:sp>
        <p:nvSpPr>
          <p:cNvPr id="429" name="Text 427"/>
          <p:cNvSpPr txBox="1"/>
          <p:nvPr/>
        </p:nvSpPr>
        <p:spPr>
          <a:xfrm>
            <a:off x="3562350" y="4095750"/>
            <a:ext cx="5334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50" b="1" dirty="0">
                <a:solidFill>
                  <a:srgbClr val="FF6F0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아쉬운 점</a:t>
            </a:r>
            <a:endParaRPr lang="en-US" sz="750" dirty="0"/>
          </a:p>
        </p:txBody>
      </p:sp>
      <p:sp>
        <p:nvSpPr>
          <p:cNvPr id="430" name="Text 428"/>
          <p:cNvSpPr txBox="1"/>
          <p:nvPr/>
        </p:nvSpPr>
        <p:spPr>
          <a:xfrm>
            <a:off x="4133850" y="4095750"/>
            <a:ext cx="1924050" cy="3900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 하나만 나옵니다 · 그 값이 얼마나 맞는지는 알 수 없습니다</a:t>
            </a:r>
            <a:endParaRPr lang="en-US" sz="788" dirty="0"/>
          </a:p>
        </p:txBody>
      </p:sp>
      <p:sp>
        <p:nvSpPr>
          <p:cNvPr id="431" name="Shape 429"/>
          <p:cNvSpPr/>
          <p:nvPr/>
        </p:nvSpPr>
        <p:spPr>
          <a:xfrm>
            <a:off x="6153150" y="1924050"/>
            <a:ext cx="0" cy="241935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432" name="Text 430"/>
          <p:cNvSpPr txBox="1"/>
          <p:nvPr/>
        </p:nvSpPr>
        <p:spPr>
          <a:xfrm>
            <a:off x="6248400" y="1962150"/>
            <a:ext cx="1428750" cy="17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1125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 · 지수</a:t>
            </a:r>
            <a:endParaRPr lang="en-US" sz="1125" dirty="0"/>
          </a:p>
        </p:txBody>
      </p:sp>
      <p:sp>
        <p:nvSpPr>
          <p:cNvPr id="433" name="Text 431"/>
          <p:cNvSpPr txBox="1"/>
          <p:nvPr/>
        </p:nvSpPr>
        <p:spPr>
          <a:xfrm>
            <a:off x="7677150" y="2000250"/>
            <a:ext cx="10668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여기서부터 GP</a:t>
            </a:r>
            <a:endParaRPr lang="en-US" sz="750" dirty="0"/>
          </a:p>
        </p:txBody>
      </p:sp>
      <p:sp>
        <p:nvSpPr>
          <p:cNvPr id="434" name="Shape 432"/>
          <p:cNvSpPr/>
          <p:nvPr/>
        </p:nvSpPr>
        <p:spPr>
          <a:xfrm>
            <a:off x="6248400" y="2209800"/>
            <a:ext cx="2495550" cy="990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EE3E9"/>
            </a:solidFill>
            <a:prstDash val="solid"/>
          </a:ln>
        </p:spPr>
      </p:sp>
      <p:sp>
        <p:nvSpPr>
          <p:cNvPr id="435" name="Shape 433"/>
          <p:cNvSpPr/>
          <p:nvPr/>
        </p:nvSpPr>
        <p:spPr>
          <a:xfrm>
            <a:off x="6324600" y="2705100"/>
            <a:ext cx="23431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436" name="Shape 434"/>
          <p:cNvSpPr/>
          <p:nvPr/>
        </p:nvSpPr>
        <p:spPr>
          <a:xfrm flipV="1">
            <a:off x="6324600" y="2766744"/>
            <a:ext cx="23432" cy="19621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437" name="Shape 435"/>
          <p:cNvSpPr/>
          <p:nvPr/>
        </p:nvSpPr>
        <p:spPr>
          <a:xfrm flipV="1">
            <a:off x="6348032" y="2739268"/>
            <a:ext cx="23431" cy="27476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438" name="Shape 436"/>
          <p:cNvSpPr/>
          <p:nvPr/>
        </p:nvSpPr>
        <p:spPr>
          <a:xfrm flipV="1">
            <a:off x="6371463" y="2685879"/>
            <a:ext cx="23432" cy="53388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439" name="Shape 437"/>
          <p:cNvSpPr/>
          <p:nvPr/>
        </p:nvSpPr>
        <p:spPr>
          <a:xfrm>
            <a:off x="6394895" y="2685879"/>
            <a:ext cx="23432" cy="25567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440" name="Shape 438"/>
          <p:cNvSpPr/>
          <p:nvPr/>
        </p:nvSpPr>
        <p:spPr>
          <a:xfrm flipV="1">
            <a:off x="6418326" y="2705900"/>
            <a:ext cx="23431" cy="5546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441" name="Shape 439"/>
          <p:cNvSpPr/>
          <p:nvPr/>
        </p:nvSpPr>
        <p:spPr>
          <a:xfrm flipV="1">
            <a:off x="6441757" y="2686298"/>
            <a:ext cx="23432" cy="19602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442" name="Shape 440"/>
          <p:cNvSpPr/>
          <p:nvPr/>
        </p:nvSpPr>
        <p:spPr>
          <a:xfrm flipV="1">
            <a:off x="6465189" y="2652457"/>
            <a:ext cx="23432" cy="33841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443" name="Shape 441"/>
          <p:cNvSpPr/>
          <p:nvPr/>
        </p:nvSpPr>
        <p:spPr>
          <a:xfrm flipV="1">
            <a:off x="6488621" y="2586994"/>
            <a:ext cx="23431" cy="65463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444" name="Shape 442"/>
          <p:cNvSpPr/>
          <p:nvPr/>
        </p:nvSpPr>
        <p:spPr>
          <a:xfrm>
            <a:off x="6512052" y="2586994"/>
            <a:ext cx="23432" cy="47042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445" name="Shape 443"/>
          <p:cNvSpPr/>
          <p:nvPr/>
        </p:nvSpPr>
        <p:spPr>
          <a:xfrm>
            <a:off x="6535484" y="2634037"/>
            <a:ext cx="23432" cy="15275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446" name="Shape 444"/>
          <p:cNvSpPr/>
          <p:nvPr/>
        </p:nvSpPr>
        <p:spPr>
          <a:xfrm>
            <a:off x="6558915" y="2649311"/>
            <a:ext cx="23431" cy="800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447" name="Shape 445"/>
          <p:cNvSpPr/>
          <p:nvPr/>
        </p:nvSpPr>
        <p:spPr>
          <a:xfrm flipV="1">
            <a:off x="6582347" y="2636437"/>
            <a:ext cx="23432" cy="13674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448" name="Shape 446"/>
          <p:cNvSpPr/>
          <p:nvPr/>
        </p:nvSpPr>
        <p:spPr>
          <a:xfrm flipV="1">
            <a:off x="6605778" y="2591013"/>
            <a:ext cx="23432" cy="45424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449" name="Shape 447"/>
          <p:cNvSpPr/>
          <p:nvPr/>
        </p:nvSpPr>
        <p:spPr>
          <a:xfrm>
            <a:off x="6629210" y="2591013"/>
            <a:ext cx="23432" cy="44333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450" name="Shape 448"/>
          <p:cNvSpPr/>
          <p:nvPr/>
        </p:nvSpPr>
        <p:spPr>
          <a:xfrm>
            <a:off x="6652641" y="2635346"/>
            <a:ext cx="23431" cy="12565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451" name="Shape 449"/>
          <p:cNvSpPr/>
          <p:nvPr/>
        </p:nvSpPr>
        <p:spPr>
          <a:xfrm flipV="1">
            <a:off x="6676073" y="2646002"/>
            <a:ext cx="23432" cy="1909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452" name="Shape 450"/>
          <p:cNvSpPr/>
          <p:nvPr/>
        </p:nvSpPr>
        <p:spPr>
          <a:xfrm flipV="1">
            <a:off x="6699504" y="2629581"/>
            <a:ext cx="23431" cy="16420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453" name="Shape 451"/>
          <p:cNvSpPr/>
          <p:nvPr/>
        </p:nvSpPr>
        <p:spPr>
          <a:xfrm flipV="1">
            <a:off x="6722935" y="2581357"/>
            <a:ext cx="23432" cy="48224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454" name="Shape 452"/>
          <p:cNvSpPr/>
          <p:nvPr/>
        </p:nvSpPr>
        <p:spPr>
          <a:xfrm>
            <a:off x="6746367" y="2581357"/>
            <a:ext cx="23432" cy="46860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455" name="Shape 453"/>
          <p:cNvSpPr/>
          <p:nvPr/>
        </p:nvSpPr>
        <p:spPr>
          <a:xfrm>
            <a:off x="6769799" y="2628218"/>
            <a:ext cx="23432" cy="15020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456" name="Shape 454"/>
          <p:cNvSpPr/>
          <p:nvPr/>
        </p:nvSpPr>
        <p:spPr>
          <a:xfrm>
            <a:off x="6793230" y="2643238"/>
            <a:ext cx="23431" cy="527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457" name="Shape 455"/>
          <p:cNvSpPr/>
          <p:nvPr/>
        </p:nvSpPr>
        <p:spPr>
          <a:xfrm flipV="1">
            <a:off x="6816661" y="2629781"/>
            <a:ext cx="23432" cy="13984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458" name="Shape 456"/>
          <p:cNvSpPr/>
          <p:nvPr/>
        </p:nvSpPr>
        <p:spPr>
          <a:xfrm flipV="1">
            <a:off x="6840093" y="2583976"/>
            <a:ext cx="23432" cy="45806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459" name="Shape 457"/>
          <p:cNvSpPr/>
          <p:nvPr/>
        </p:nvSpPr>
        <p:spPr>
          <a:xfrm>
            <a:off x="6863525" y="2583976"/>
            <a:ext cx="23431" cy="47151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460" name="Shape 458"/>
          <p:cNvSpPr/>
          <p:nvPr/>
        </p:nvSpPr>
        <p:spPr>
          <a:xfrm>
            <a:off x="6886956" y="2631127"/>
            <a:ext cx="23432" cy="15347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461" name="Shape 459"/>
          <p:cNvSpPr/>
          <p:nvPr/>
        </p:nvSpPr>
        <p:spPr>
          <a:xfrm>
            <a:off x="6910388" y="2646474"/>
            <a:ext cx="23432" cy="855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462" name="Shape 460"/>
          <p:cNvSpPr/>
          <p:nvPr/>
        </p:nvSpPr>
        <p:spPr>
          <a:xfrm flipV="1">
            <a:off x="6933819" y="2633709"/>
            <a:ext cx="23431" cy="13620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463" name="Shape 461"/>
          <p:cNvSpPr/>
          <p:nvPr/>
        </p:nvSpPr>
        <p:spPr>
          <a:xfrm flipV="1">
            <a:off x="6957251" y="2588304"/>
            <a:ext cx="23432" cy="45406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464" name="Shape 462"/>
          <p:cNvSpPr/>
          <p:nvPr/>
        </p:nvSpPr>
        <p:spPr>
          <a:xfrm>
            <a:off x="6980682" y="2588304"/>
            <a:ext cx="23432" cy="85574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465" name="Shape 463"/>
          <p:cNvSpPr/>
          <p:nvPr/>
        </p:nvSpPr>
        <p:spPr>
          <a:xfrm>
            <a:off x="7004114" y="2673878"/>
            <a:ext cx="23431" cy="54079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466" name="Shape 464"/>
          <p:cNvSpPr/>
          <p:nvPr/>
        </p:nvSpPr>
        <p:spPr>
          <a:xfrm>
            <a:off x="7027545" y="2727957"/>
            <a:ext cx="23432" cy="40169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467" name="Shape 465"/>
          <p:cNvSpPr/>
          <p:nvPr/>
        </p:nvSpPr>
        <p:spPr>
          <a:xfrm>
            <a:off x="7050977" y="2768126"/>
            <a:ext cx="23432" cy="26512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468" name="Shape 466"/>
          <p:cNvSpPr/>
          <p:nvPr/>
        </p:nvSpPr>
        <p:spPr>
          <a:xfrm flipV="1">
            <a:off x="7074408" y="2790474"/>
            <a:ext cx="23431" cy="4164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469" name="Shape 467"/>
          <p:cNvSpPr/>
          <p:nvPr/>
        </p:nvSpPr>
        <p:spPr>
          <a:xfrm>
            <a:off x="7097839" y="2790474"/>
            <a:ext cx="23432" cy="53752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470" name="Shape 468"/>
          <p:cNvSpPr/>
          <p:nvPr/>
        </p:nvSpPr>
        <p:spPr>
          <a:xfrm>
            <a:off x="7121271" y="2844226"/>
            <a:ext cx="23432" cy="23421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471" name="Shape 469"/>
          <p:cNvSpPr/>
          <p:nvPr/>
        </p:nvSpPr>
        <p:spPr>
          <a:xfrm>
            <a:off x="7144703" y="2867648"/>
            <a:ext cx="23431" cy="10474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472" name="Shape 470"/>
          <p:cNvSpPr/>
          <p:nvPr/>
        </p:nvSpPr>
        <p:spPr>
          <a:xfrm flipV="1">
            <a:off x="7168134" y="2875721"/>
            <a:ext cx="23432" cy="2400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473" name="Shape 471"/>
          <p:cNvSpPr/>
          <p:nvPr/>
        </p:nvSpPr>
        <p:spPr>
          <a:xfrm flipV="1">
            <a:off x="7191566" y="2843208"/>
            <a:ext cx="23432" cy="32513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474" name="Shape 472"/>
          <p:cNvSpPr/>
          <p:nvPr/>
        </p:nvSpPr>
        <p:spPr>
          <a:xfrm>
            <a:off x="7214997" y="2843208"/>
            <a:ext cx="23432" cy="44133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475" name="Shape 473"/>
          <p:cNvSpPr/>
          <p:nvPr/>
        </p:nvSpPr>
        <p:spPr>
          <a:xfrm>
            <a:off x="7238429" y="2887341"/>
            <a:ext cx="23431" cy="14129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476" name="Shape 474"/>
          <p:cNvSpPr/>
          <p:nvPr/>
        </p:nvSpPr>
        <p:spPr>
          <a:xfrm>
            <a:off x="7261860" y="2901470"/>
            <a:ext cx="23432" cy="1400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477" name="Shape 475"/>
          <p:cNvSpPr/>
          <p:nvPr/>
        </p:nvSpPr>
        <p:spPr>
          <a:xfrm flipV="1">
            <a:off x="7285292" y="2891578"/>
            <a:ext cx="23432" cy="11292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478" name="Shape 476"/>
          <p:cNvSpPr/>
          <p:nvPr/>
        </p:nvSpPr>
        <p:spPr>
          <a:xfrm flipV="1">
            <a:off x="7308723" y="2850427"/>
            <a:ext cx="23431" cy="41151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479" name="Shape 477"/>
          <p:cNvSpPr/>
          <p:nvPr/>
        </p:nvSpPr>
        <p:spPr>
          <a:xfrm>
            <a:off x="7332154" y="2850427"/>
            <a:ext cx="23432" cy="39078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480" name="Shape 478"/>
          <p:cNvSpPr/>
          <p:nvPr/>
        </p:nvSpPr>
        <p:spPr>
          <a:xfrm>
            <a:off x="7355586" y="2889505"/>
            <a:ext cx="23432" cy="14220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481" name="Shape 479"/>
          <p:cNvSpPr/>
          <p:nvPr/>
        </p:nvSpPr>
        <p:spPr>
          <a:xfrm>
            <a:off x="7379018" y="2903725"/>
            <a:ext cx="23431" cy="7255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482" name="Shape 480"/>
          <p:cNvSpPr/>
          <p:nvPr/>
        </p:nvSpPr>
        <p:spPr>
          <a:xfrm>
            <a:off x="7402449" y="2910980"/>
            <a:ext cx="23432" cy="3655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483" name="Shape 481"/>
          <p:cNvSpPr/>
          <p:nvPr/>
        </p:nvSpPr>
        <p:spPr>
          <a:xfrm>
            <a:off x="7425881" y="2914635"/>
            <a:ext cx="23432" cy="1418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484" name="Shape 482"/>
          <p:cNvSpPr/>
          <p:nvPr/>
        </p:nvSpPr>
        <p:spPr>
          <a:xfrm flipV="1">
            <a:off x="7449312" y="2915981"/>
            <a:ext cx="23431" cy="73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485" name="Shape 483"/>
          <p:cNvSpPr/>
          <p:nvPr/>
        </p:nvSpPr>
        <p:spPr>
          <a:xfrm flipV="1">
            <a:off x="7472744" y="2914890"/>
            <a:ext cx="23432" cy="1091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486" name="Shape 484"/>
          <p:cNvSpPr/>
          <p:nvPr/>
        </p:nvSpPr>
        <p:spPr>
          <a:xfrm flipV="1">
            <a:off x="7496175" y="2913017"/>
            <a:ext cx="23432" cy="1873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487" name="Shape 485"/>
          <p:cNvSpPr/>
          <p:nvPr/>
        </p:nvSpPr>
        <p:spPr>
          <a:xfrm flipV="1">
            <a:off x="7519607" y="2910562"/>
            <a:ext cx="23431" cy="2455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488" name="Shape 486"/>
          <p:cNvSpPr/>
          <p:nvPr/>
        </p:nvSpPr>
        <p:spPr>
          <a:xfrm flipV="1">
            <a:off x="7543038" y="2907671"/>
            <a:ext cx="23432" cy="2891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489" name="Shape 487"/>
          <p:cNvSpPr/>
          <p:nvPr/>
        </p:nvSpPr>
        <p:spPr>
          <a:xfrm flipV="1">
            <a:off x="7566470" y="2904434"/>
            <a:ext cx="23432" cy="3237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490" name="Shape 488"/>
          <p:cNvSpPr/>
          <p:nvPr/>
        </p:nvSpPr>
        <p:spPr>
          <a:xfrm flipV="1">
            <a:off x="7589901" y="2900888"/>
            <a:ext cx="23431" cy="3546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491" name="Shape 489"/>
          <p:cNvSpPr/>
          <p:nvPr/>
        </p:nvSpPr>
        <p:spPr>
          <a:xfrm flipV="1">
            <a:off x="7613333" y="2897051"/>
            <a:ext cx="23432" cy="3837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492" name="Shape 490"/>
          <p:cNvSpPr/>
          <p:nvPr/>
        </p:nvSpPr>
        <p:spPr>
          <a:xfrm flipV="1">
            <a:off x="7636764" y="2892996"/>
            <a:ext cx="23432" cy="4055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493" name="Shape 491"/>
          <p:cNvSpPr/>
          <p:nvPr/>
        </p:nvSpPr>
        <p:spPr>
          <a:xfrm flipV="1">
            <a:off x="7660196" y="2888668"/>
            <a:ext cx="23431" cy="4328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494" name="Shape 492"/>
          <p:cNvSpPr/>
          <p:nvPr/>
        </p:nvSpPr>
        <p:spPr>
          <a:xfrm flipV="1">
            <a:off x="7683627" y="2884086"/>
            <a:ext cx="23432" cy="4582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495" name="Shape 493"/>
          <p:cNvSpPr/>
          <p:nvPr/>
        </p:nvSpPr>
        <p:spPr>
          <a:xfrm flipV="1">
            <a:off x="7707058" y="2879231"/>
            <a:ext cx="23432" cy="4855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496" name="Shape 494"/>
          <p:cNvSpPr/>
          <p:nvPr/>
        </p:nvSpPr>
        <p:spPr>
          <a:xfrm flipV="1">
            <a:off x="7730490" y="2874048"/>
            <a:ext cx="23431" cy="5182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497" name="Shape 495"/>
          <p:cNvSpPr/>
          <p:nvPr/>
        </p:nvSpPr>
        <p:spPr>
          <a:xfrm flipV="1">
            <a:off x="7753921" y="2868502"/>
            <a:ext cx="23432" cy="5546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498" name="Shape 496"/>
          <p:cNvSpPr/>
          <p:nvPr/>
        </p:nvSpPr>
        <p:spPr>
          <a:xfrm flipV="1">
            <a:off x="7777353" y="2862538"/>
            <a:ext cx="23432" cy="5964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499" name="Shape 497"/>
          <p:cNvSpPr/>
          <p:nvPr/>
        </p:nvSpPr>
        <p:spPr>
          <a:xfrm flipV="1">
            <a:off x="7800785" y="2856083"/>
            <a:ext cx="23432" cy="6455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500" name="Shape 498"/>
          <p:cNvSpPr/>
          <p:nvPr/>
        </p:nvSpPr>
        <p:spPr>
          <a:xfrm flipV="1">
            <a:off x="7824216" y="2849045"/>
            <a:ext cx="23431" cy="7037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501" name="Shape 499"/>
          <p:cNvSpPr/>
          <p:nvPr/>
        </p:nvSpPr>
        <p:spPr>
          <a:xfrm flipV="1">
            <a:off x="7847648" y="2841317"/>
            <a:ext cx="23432" cy="7728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502" name="Shape 500"/>
          <p:cNvSpPr/>
          <p:nvPr/>
        </p:nvSpPr>
        <p:spPr>
          <a:xfrm flipV="1">
            <a:off x="7871079" y="2832789"/>
            <a:ext cx="23432" cy="8528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503" name="Shape 501"/>
          <p:cNvSpPr/>
          <p:nvPr/>
        </p:nvSpPr>
        <p:spPr>
          <a:xfrm flipV="1">
            <a:off x="7894511" y="2823260"/>
            <a:ext cx="23431" cy="9528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504" name="Shape 502"/>
          <p:cNvSpPr/>
          <p:nvPr/>
        </p:nvSpPr>
        <p:spPr>
          <a:xfrm flipV="1">
            <a:off x="7917942" y="2812532"/>
            <a:ext cx="23432" cy="10729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505" name="Shape 503"/>
          <p:cNvSpPr/>
          <p:nvPr/>
        </p:nvSpPr>
        <p:spPr>
          <a:xfrm flipV="1">
            <a:off x="7941374" y="2800330"/>
            <a:ext cx="23432" cy="12202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506" name="Shape 504"/>
          <p:cNvSpPr/>
          <p:nvPr/>
        </p:nvSpPr>
        <p:spPr>
          <a:xfrm flipV="1">
            <a:off x="7964805" y="2786292"/>
            <a:ext cx="23431" cy="14038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507" name="Shape 505"/>
          <p:cNvSpPr/>
          <p:nvPr/>
        </p:nvSpPr>
        <p:spPr>
          <a:xfrm flipV="1">
            <a:off x="7988237" y="2769854"/>
            <a:ext cx="23432" cy="16438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508" name="Shape 506"/>
          <p:cNvSpPr/>
          <p:nvPr/>
        </p:nvSpPr>
        <p:spPr>
          <a:xfrm flipV="1">
            <a:off x="8011668" y="2750178"/>
            <a:ext cx="23431" cy="19675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509" name="Shape 507"/>
          <p:cNvSpPr/>
          <p:nvPr/>
        </p:nvSpPr>
        <p:spPr>
          <a:xfrm flipV="1">
            <a:off x="8035100" y="2725793"/>
            <a:ext cx="23432" cy="24385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510" name="Shape 508"/>
          <p:cNvSpPr/>
          <p:nvPr/>
        </p:nvSpPr>
        <p:spPr>
          <a:xfrm flipV="1">
            <a:off x="8058531" y="2693208"/>
            <a:ext cx="23432" cy="32586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511" name="Shape 509"/>
          <p:cNvSpPr/>
          <p:nvPr/>
        </p:nvSpPr>
        <p:spPr>
          <a:xfrm flipV="1">
            <a:off x="8081962" y="2634418"/>
            <a:ext cx="23432" cy="58789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512" name="Shape 510"/>
          <p:cNvSpPr/>
          <p:nvPr/>
        </p:nvSpPr>
        <p:spPr>
          <a:xfrm>
            <a:off x="8105394" y="2634418"/>
            <a:ext cx="23432" cy="33077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513" name="Shape 511"/>
          <p:cNvSpPr/>
          <p:nvPr/>
        </p:nvSpPr>
        <p:spPr>
          <a:xfrm>
            <a:off x="8128826" y="2667495"/>
            <a:ext cx="23431" cy="3109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514" name="Shape 512"/>
          <p:cNvSpPr/>
          <p:nvPr/>
        </p:nvSpPr>
        <p:spPr>
          <a:xfrm flipV="1">
            <a:off x="8152257" y="2661313"/>
            <a:ext cx="23432" cy="9292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515" name="Shape 513"/>
          <p:cNvSpPr/>
          <p:nvPr/>
        </p:nvSpPr>
        <p:spPr>
          <a:xfrm flipV="1">
            <a:off x="8175689" y="2641565"/>
            <a:ext cx="23431" cy="19748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516" name="Shape 514"/>
          <p:cNvSpPr/>
          <p:nvPr/>
        </p:nvSpPr>
        <p:spPr>
          <a:xfrm flipV="1">
            <a:off x="8199120" y="2609233"/>
            <a:ext cx="23432" cy="32331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517" name="Shape 515"/>
          <p:cNvSpPr/>
          <p:nvPr/>
        </p:nvSpPr>
        <p:spPr>
          <a:xfrm flipV="1">
            <a:off x="8222552" y="2546444"/>
            <a:ext cx="23432" cy="62790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518" name="Shape 516"/>
          <p:cNvSpPr/>
          <p:nvPr/>
        </p:nvSpPr>
        <p:spPr>
          <a:xfrm>
            <a:off x="8245983" y="2546444"/>
            <a:ext cx="23432" cy="61189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519" name="Shape 517"/>
          <p:cNvSpPr/>
          <p:nvPr/>
        </p:nvSpPr>
        <p:spPr>
          <a:xfrm>
            <a:off x="8269415" y="2607633"/>
            <a:ext cx="23431" cy="30731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520" name="Shape 518"/>
          <p:cNvSpPr/>
          <p:nvPr/>
        </p:nvSpPr>
        <p:spPr>
          <a:xfrm>
            <a:off x="8292846" y="2638364"/>
            <a:ext cx="23432" cy="18093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521" name="Shape 519"/>
          <p:cNvSpPr/>
          <p:nvPr/>
        </p:nvSpPr>
        <p:spPr>
          <a:xfrm>
            <a:off x="8316278" y="2656458"/>
            <a:ext cx="23431" cy="7619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522" name="Shape 520"/>
          <p:cNvSpPr/>
          <p:nvPr/>
        </p:nvSpPr>
        <p:spPr>
          <a:xfrm flipV="1">
            <a:off x="8339709" y="2659258"/>
            <a:ext cx="23432" cy="4819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523" name="Shape 521"/>
          <p:cNvSpPr/>
          <p:nvPr/>
        </p:nvSpPr>
        <p:spPr>
          <a:xfrm flipV="1">
            <a:off x="8363141" y="2624326"/>
            <a:ext cx="23432" cy="34932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524" name="Shape 522"/>
          <p:cNvSpPr/>
          <p:nvPr/>
        </p:nvSpPr>
        <p:spPr>
          <a:xfrm>
            <a:off x="8386572" y="2624326"/>
            <a:ext cx="23432" cy="69554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525" name="Shape 523"/>
          <p:cNvSpPr/>
          <p:nvPr/>
        </p:nvSpPr>
        <p:spPr>
          <a:xfrm>
            <a:off x="8410004" y="2693880"/>
            <a:ext cx="23431" cy="40569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526" name="Shape 524"/>
          <p:cNvSpPr/>
          <p:nvPr/>
        </p:nvSpPr>
        <p:spPr>
          <a:xfrm>
            <a:off x="8433435" y="2734449"/>
            <a:ext cx="23432" cy="29713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527" name="Shape 525"/>
          <p:cNvSpPr/>
          <p:nvPr/>
        </p:nvSpPr>
        <p:spPr>
          <a:xfrm>
            <a:off x="8456867" y="2764162"/>
            <a:ext cx="23431" cy="21712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528" name="Shape 526"/>
          <p:cNvSpPr/>
          <p:nvPr/>
        </p:nvSpPr>
        <p:spPr>
          <a:xfrm>
            <a:off x="8480298" y="2785874"/>
            <a:ext cx="23432" cy="13893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529" name="Shape 527"/>
          <p:cNvSpPr/>
          <p:nvPr/>
        </p:nvSpPr>
        <p:spPr>
          <a:xfrm>
            <a:off x="8503730" y="2799766"/>
            <a:ext cx="23432" cy="3473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530" name="Shape 528"/>
          <p:cNvSpPr/>
          <p:nvPr/>
        </p:nvSpPr>
        <p:spPr>
          <a:xfrm flipV="1">
            <a:off x="8527161" y="2778600"/>
            <a:ext cx="23432" cy="24639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531" name="Shape 529"/>
          <p:cNvSpPr/>
          <p:nvPr/>
        </p:nvSpPr>
        <p:spPr>
          <a:xfrm>
            <a:off x="8550593" y="2778600"/>
            <a:ext cx="23431" cy="45933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532" name="Shape 530"/>
          <p:cNvSpPr/>
          <p:nvPr/>
        </p:nvSpPr>
        <p:spPr>
          <a:xfrm>
            <a:off x="8574024" y="2824533"/>
            <a:ext cx="23432" cy="20657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533" name="Shape 531"/>
          <p:cNvSpPr/>
          <p:nvPr/>
        </p:nvSpPr>
        <p:spPr>
          <a:xfrm>
            <a:off x="8597456" y="2845190"/>
            <a:ext cx="23432" cy="13329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534" name="Shape 532"/>
          <p:cNvSpPr/>
          <p:nvPr/>
        </p:nvSpPr>
        <p:spPr>
          <a:xfrm>
            <a:off x="8620887" y="2858519"/>
            <a:ext cx="23431" cy="9365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535" name="Shape 533"/>
          <p:cNvSpPr/>
          <p:nvPr/>
        </p:nvSpPr>
        <p:spPr>
          <a:xfrm>
            <a:off x="8644319" y="2867884"/>
            <a:ext cx="23432" cy="6837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536" name="Shape 534"/>
          <p:cNvSpPr/>
          <p:nvPr/>
        </p:nvSpPr>
        <p:spPr>
          <a:xfrm>
            <a:off x="6324600" y="2554918"/>
            <a:ext cx="23432" cy="13620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537" name="Shape 535"/>
          <p:cNvSpPr/>
          <p:nvPr/>
        </p:nvSpPr>
        <p:spPr>
          <a:xfrm>
            <a:off x="6348032" y="2568537"/>
            <a:ext cx="23431" cy="20966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538" name="Shape 536"/>
          <p:cNvSpPr/>
          <p:nvPr/>
        </p:nvSpPr>
        <p:spPr>
          <a:xfrm>
            <a:off x="6371463" y="2589504"/>
            <a:ext cx="23432" cy="46297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539" name="Shape 537"/>
          <p:cNvSpPr/>
          <p:nvPr/>
        </p:nvSpPr>
        <p:spPr>
          <a:xfrm flipV="1">
            <a:off x="6394895" y="2573029"/>
            <a:ext cx="23432" cy="62771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540" name="Shape 538"/>
          <p:cNvSpPr/>
          <p:nvPr/>
        </p:nvSpPr>
        <p:spPr>
          <a:xfrm flipV="1">
            <a:off x="6418326" y="2540498"/>
            <a:ext cx="23431" cy="32531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541" name="Shape 539"/>
          <p:cNvSpPr/>
          <p:nvPr/>
        </p:nvSpPr>
        <p:spPr>
          <a:xfrm flipV="1">
            <a:off x="6441757" y="2520895"/>
            <a:ext cx="23432" cy="19602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542" name="Shape 540"/>
          <p:cNvSpPr/>
          <p:nvPr/>
        </p:nvSpPr>
        <p:spPr>
          <a:xfrm flipV="1">
            <a:off x="6465189" y="2514112"/>
            <a:ext cx="23432" cy="6783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543" name="Shape 541"/>
          <p:cNvSpPr/>
          <p:nvPr/>
        </p:nvSpPr>
        <p:spPr>
          <a:xfrm>
            <a:off x="6488621" y="2514112"/>
            <a:ext cx="23431" cy="23167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544" name="Shape 542"/>
          <p:cNvSpPr/>
          <p:nvPr/>
        </p:nvSpPr>
        <p:spPr>
          <a:xfrm flipV="1">
            <a:off x="6512052" y="2495692"/>
            <a:ext cx="23432" cy="41587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545" name="Shape 543"/>
          <p:cNvSpPr/>
          <p:nvPr/>
        </p:nvSpPr>
        <p:spPr>
          <a:xfrm flipV="1">
            <a:off x="6535484" y="2483945"/>
            <a:ext cx="23432" cy="11747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546" name="Shape 544"/>
          <p:cNvSpPr/>
          <p:nvPr/>
        </p:nvSpPr>
        <p:spPr>
          <a:xfrm>
            <a:off x="6558915" y="2483945"/>
            <a:ext cx="23431" cy="800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547" name="Shape 545"/>
          <p:cNvSpPr/>
          <p:nvPr/>
        </p:nvSpPr>
        <p:spPr>
          <a:xfrm>
            <a:off x="6582347" y="2484745"/>
            <a:ext cx="23432" cy="13347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548" name="Shape 546"/>
          <p:cNvSpPr/>
          <p:nvPr/>
        </p:nvSpPr>
        <p:spPr>
          <a:xfrm>
            <a:off x="6605778" y="2498092"/>
            <a:ext cx="23432" cy="43205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549" name="Shape 547"/>
          <p:cNvSpPr/>
          <p:nvPr/>
        </p:nvSpPr>
        <p:spPr>
          <a:xfrm flipV="1">
            <a:off x="6629210" y="2497001"/>
            <a:ext cx="23432" cy="44296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550" name="Shape 548"/>
          <p:cNvSpPr/>
          <p:nvPr/>
        </p:nvSpPr>
        <p:spPr>
          <a:xfrm flipV="1">
            <a:off x="6652641" y="2482545"/>
            <a:ext cx="23431" cy="14456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551" name="Shape 549"/>
          <p:cNvSpPr/>
          <p:nvPr/>
        </p:nvSpPr>
        <p:spPr>
          <a:xfrm flipV="1">
            <a:off x="6676073" y="2480636"/>
            <a:ext cx="23432" cy="1909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552" name="Shape 550"/>
          <p:cNvSpPr/>
          <p:nvPr/>
        </p:nvSpPr>
        <p:spPr>
          <a:xfrm>
            <a:off x="6699504" y="2480636"/>
            <a:ext cx="23431" cy="10601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553" name="Shape 551"/>
          <p:cNvSpPr/>
          <p:nvPr/>
        </p:nvSpPr>
        <p:spPr>
          <a:xfrm>
            <a:off x="6722935" y="2491237"/>
            <a:ext cx="23432" cy="40405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554" name="Shape 552"/>
          <p:cNvSpPr/>
          <p:nvPr/>
        </p:nvSpPr>
        <p:spPr>
          <a:xfrm flipV="1">
            <a:off x="6746367" y="2489873"/>
            <a:ext cx="23432" cy="41769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555" name="Shape 553"/>
          <p:cNvSpPr/>
          <p:nvPr/>
        </p:nvSpPr>
        <p:spPr>
          <a:xfrm flipV="1">
            <a:off x="6769799" y="2477872"/>
            <a:ext cx="23432" cy="12001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556" name="Shape 554"/>
          <p:cNvSpPr/>
          <p:nvPr/>
        </p:nvSpPr>
        <p:spPr>
          <a:xfrm>
            <a:off x="6793230" y="2477872"/>
            <a:ext cx="23431" cy="527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557" name="Shape 555"/>
          <p:cNvSpPr/>
          <p:nvPr/>
        </p:nvSpPr>
        <p:spPr>
          <a:xfrm>
            <a:off x="6816661" y="2478399"/>
            <a:ext cx="23432" cy="13038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558" name="Shape 556"/>
          <p:cNvSpPr/>
          <p:nvPr/>
        </p:nvSpPr>
        <p:spPr>
          <a:xfrm>
            <a:off x="6840093" y="2491437"/>
            <a:ext cx="23432" cy="42824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559" name="Shape 557"/>
          <p:cNvSpPr/>
          <p:nvPr/>
        </p:nvSpPr>
        <p:spPr>
          <a:xfrm flipV="1">
            <a:off x="6863525" y="2492783"/>
            <a:ext cx="23431" cy="41478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560" name="Shape 558"/>
          <p:cNvSpPr/>
          <p:nvPr/>
        </p:nvSpPr>
        <p:spPr>
          <a:xfrm flipV="1">
            <a:off x="6886956" y="2481108"/>
            <a:ext cx="23432" cy="11674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561" name="Shape 559"/>
          <p:cNvSpPr/>
          <p:nvPr/>
        </p:nvSpPr>
        <p:spPr>
          <a:xfrm>
            <a:off x="6910388" y="2481108"/>
            <a:ext cx="23432" cy="855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562" name="Shape 560"/>
          <p:cNvSpPr/>
          <p:nvPr/>
        </p:nvSpPr>
        <p:spPr>
          <a:xfrm>
            <a:off x="6933819" y="2481963"/>
            <a:ext cx="23431" cy="13402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563" name="Shape 561"/>
          <p:cNvSpPr/>
          <p:nvPr/>
        </p:nvSpPr>
        <p:spPr>
          <a:xfrm>
            <a:off x="6957251" y="2495365"/>
            <a:ext cx="23432" cy="43224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564" name="Shape 562"/>
          <p:cNvSpPr/>
          <p:nvPr/>
        </p:nvSpPr>
        <p:spPr>
          <a:xfrm flipV="1">
            <a:off x="6980682" y="2535533"/>
            <a:ext cx="23432" cy="3055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565" name="Shape 563"/>
          <p:cNvSpPr/>
          <p:nvPr/>
        </p:nvSpPr>
        <p:spPr>
          <a:xfrm>
            <a:off x="7004114" y="2535533"/>
            <a:ext cx="23431" cy="27058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566" name="Shape 564"/>
          <p:cNvSpPr/>
          <p:nvPr/>
        </p:nvSpPr>
        <p:spPr>
          <a:xfrm>
            <a:off x="7027545" y="2562591"/>
            <a:ext cx="23432" cy="40169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567" name="Shape 565"/>
          <p:cNvSpPr/>
          <p:nvPr/>
        </p:nvSpPr>
        <p:spPr>
          <a:xfrm>
            <a:off x="7050977" y="2602760"/>
            <a:ext cx="23432" cy="53534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568" name="Shape 566"/>
          <p:cNvSpPr/>
          <p:nvPr/>
        </p:nvSpPr>
        <p:spPr>
          <a:xfrm>
            <a:off x="7074408" y="2656294"/>
            <a:ext cx="23431" cy="84465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569" name="Shape 567"/>
          <p:cNvSpPr/>
          <p:nvPr/>
        </p:nvSpPr>
        <p:spPr>
          <a:xfrm flipV="1">
            <a:off x="7097839" y="2705882"/>
            <a:ext cx="23432" cy="34877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570" name="Shape 568"/>
          <p:cNvSpPr/>
          <p:nvPr/>
        </p:nvSpPr>
        <p:spPr>
          <a:xfrm flipV="1">
            <a:off x="7121271" y="2702281"/>
            <a:ext cx="23432" cy="3600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571" name="Shape 569"/>
          <p:cNvSpPr/>
          <p:nvPr/>
        </p:nvSpPr>
        <p:spPr>
          <a:xfrm>
            <a:off x="7144703" y="2702281"/>
            <a:ext cx="23431" cy="10474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572" name="Shape 570"/>
          <p:cNvSpPr/>
          <p:nvPr/>
        </p:nvSpPr>
        <p:spPr>
          <a:xfrm>
            <a:off x="7168134" y="2712756"/>
            <a:ext cx="23432" cy="24621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573" name="Shape 571"/>
          <p:cNvSpPr/>
          <p:nvPr/>
        </p:nvSpPr>
        <p:spPr>
          <a:xfrm>
            <a:off x="7191566" y="2737377"/>
            <a:ext cx="23432" cy="56116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574" name="Shape 572"/>
          <p:cNvSpPr/>
          <p:nvPr/>
        </p:nvSpPr>
        <p:spPr>
          <a:xfrm flipV="1">
            <a:off x="7214997" y="2748996"/>
            <a:ext cx="23432" cy="44496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575" name="Shape 573"/>
          <p:cNvSpPr/>
          <p:nvPr/>
        </p:nvSpPr>
        <p:spPr>
          <a:xfrm flipV="1">
            <a:off x="7238429" y="2736068"/>
            <a:ext cx="23431" cy="12929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576" name="Shape 574"/>
          <p:cNvSpPr/>
          <p:nvPr/>
        </p:nvSpPr>
        <p:spPr>
          <a:xfrm>
            <a:off x="7261860" y="2736068"/>
            <a:ext cx="23432" cy="1400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577" name="Shape 575"/>
          <p:cNvSpPr/>
          <p:nvPr/>
        </p:nvSpPr>
        <p:spPr>
          <a:xfrm>
            <a:off x="7285292" y="2737468"/>
            <a:ext cx="23432" cy="15693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578" name="Shape 576"/>
          <p:cNvSpPr/>
          <p:nvPr/>
        </p:nvSpPr>
        <p:spPr>
          <a:xfrm>
            <a:off x="7308723" y="2753161"/>
            <a:ext cx="23431" cy="47188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579" name="Shape 577"/>
          <p:cNvSpPr/>
          <p:nvPr/>
        </p:nvSpPr>
        <p:spPr>
          <a:xfrm flipV="1">
            <a:off x="7332154" y="2739813"/>
            <a:ext cx="23432" cy="60535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580" name="Shape 578"/>
          <p:cNvSpPr/>
          <p:nvPr/>
        </p:nvSpPr>
        <p:spPr>
          <a:xfrm flipV="1">
            <a:off x="7355586" y="2705664"/>
            <a:ext cx="23432" cy="34150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581" name="Shape 579"/>
          <p:cNvSpPr/>
          <p:nvPr/>
        </p:nvSpPr>
        <p:spPr>
          <a:xfrm flipV="1">
            <a:off x="7379018" y="2679860"/>
            <a:ext cx="23431" cy="25803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582" name="Shape 580"/>
          <p:cNvSpPr/>
          <p:nvPr/>
        </p:nvSpPr>
        <p:spPr>
          <a:xfrm flipV="1">
            <a:off x="7402449" y="2658931"/>
            <a:ext cx="23432" cy="20930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583" name="Shape 581"/>
          <p:cNvSpPr/>
          <p:nvPr/>
        </p:nvSpPr>
        <p:spPr>
          <a:xfrm flipV="1">
            <a:off x="7425881" y="2641328"/>
            <a:ext cx="23432" cy="17602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584" name="Shape 582"/>
          <p:cNvSpPr/>
          <p:nvPr/>
        </p:nvSpPr>
        <p:spPr>
          <a:xfrm flipV="1">
            <a:off x="7449312" y="2626272"/>
            <a:ext cx="23431" cy="15056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585" name="Shape 583"/>
          <p:cNvSpPr/>
          <p:nvPr/>
        </p:nvSpPr>
        <p:spPr>
          <a:xfrm flipV="1">
            <a:off x="7472744" y="2613179"/>
            <a:ext cx="23432" cy="13093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586" name="Shape 584"/>
          <p:cNvSpPr/>
          <p:nvPr/>
        </p:nvSpPr>
        <p:spPr>
          <a:xfrm flipV="1">
            <a:off x="7496175" y="2601633"/>
            <a:ext cx="23432" cy="11547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587" name="Shape 585"/>
          <p:cNvSpPr/>
          <p:nvPr/>
        </p:nvSpPr>
        <p:spPr>
          <a:xfrm flipV="1">
            <a:off x="7519607" y="2591431"/>
            <a:ext cx="23431" cy="10201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588" name="Shape 586"/>
          <p:cNvSpPr/>
          <p:nvPr/>
        </p:nvSpPr>
        <p:spPr>
          <a:xfrm flipV="1">
            <a:off x="7543038" y="2582285"/>
            <a:ext cx="23432" cy="9147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589" name="Shape 587"/>
          <p:cNvSpPr/>
          <p:nvPr/>
        </p:nvSpPr>
        <p:spPr>
          <a:xfrm flipV="1">
            <a:off x="7566470" y="2574065"/>
            <a:ext cx="23432" cy="8219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590" name="Shape 588"/>
          <p:cNvSpPr/>
          <p:nvPr/>
        </p:nvSpPr>
        <p:spPr>
          <a:xfrm flipV="1">
            <a:off x="7589901" y="2566592"/>
            <a:ext cx="23431" cy="7474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591" name="Shape 589"/>
          <p:cNvSpPr/>
          <p:nvPr/>
        </p:nvSpPr>
        <p:spPr>
          <a:xfrm flipV="1">
            <a:off x="7613333" y="2559809"/>
            <a:ext cx="23432" cy="6783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592" name="Shape 590"/>
          <p:cNvSpPr/>
          <p:nvPr/>
        </p:nvSpPr>
        <p:spPr>
          <a:xfrm flipV="1">
            <a:off x="7636764" y="2553608"/>
            <a:ext cx="23432" cy="6201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593" name="Shape 591"/>
          <p:cNvSpPr/>
          <p:nvPr/>
        </p:nvSpPr>
        <p:spPr>
          <a:xfrm flipV="1">
            <a:off x="7660196" y="2547899"/>
            <a:ext cx="23431" cy="5710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594" name="Shape 592"/>
          <p:cNvSpPr/>
          <p:nvPr/>
        </p:nvSpPr>
        <p:spPr>
          <a:xfrm flipV="1">
            <a:off x="7683627" y="2542625"/>
            <a:ext cx="23432" cy="5273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595" name="Shape 593"/>
          <p:cNvSpPr/>
          <p:nvPr/>
        </p:nvSpPr>
        <p:spPr>
          <a:xfrm flipV="1">
            <a:off x="7707058" y="2537770"/>
            <a:ext cx="23432" cy="4855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596" name="Shape 594"/>
          <p:cNvSpPr/>
          <p:nvPr/>
        </p:nvSpPr>
        <p:spPr>
          <a:xfrm flipV="1">
            <a:off x="7730490" y="2533279"/>
            <a:ext cx="23431" cy="4491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597" name="Shape 595"/>
          <p:cNvSpPr/>
          <p:nvPr/>
        </p:nvSpPr>
        <p:spPr>
          <a:xfrm flipV="1">
            <a:off x="7753921" y="2529114"/>
            <a:ext cx="23432" cy="4164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598" name="Shape 596"/>
          <p:cNvSpPr/>
          <p:nvPr/>
        </p:nvSpPr>
        <p:spPr>
          <a:xfrm flipV="1">
            <a:off x="7777353" y="2525296"/>
            <a:ext cx="23432" cy="3819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599" name="Shape 597"/>
          <p:cNvSpPr/>
          <p:nvPr/>
        </p:nvSpPr>
        <p:spPr>
          <a:xfrm flipV="1">
            <a:off x="7800785" y="2521786"/>
            <a:ext cx="23432" cy="3510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600" name="Shape 598"/>
          <p:cNvSpPr/>
          <p:nvPr/>
        </p:nvSpPr>
        <p:spPr>
          <a:xfrm flipV="1">
            <a:off x="7824216" y="2518677"/>
            <a:ext cx="23431" cy="3109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601" name="Shape 599"/>
          <p:cNvSpPr/>
          <p:nvPr/>
        </p:nvSpPr>
        <p:spPr>
          <a:xfrm flipV="1">
            <a:off x="7847648" y="2515931"/>
            <a:ext cx="23432" cy="2746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602" name="Shape 600"/>
          <p:cNvSpPr/>
          <p:nvPr/>
        </p:nvSpPr>
        <p:spPr>
          <a:xfrm flipV="1">
            <a:off x="7871079" y="2513622"/>
            <a:ext cx="23432" cy="2309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603" name="Shape 601"/>
          <p:cNvSpPr/>
          <p:nvPr/>
        </p:nvSpPr>
        <p:spPr>
          <a:xfrm flipV="1">
            <a:off x="7894511" y="2511876"/>
            <a:ext cx="23431" cy="1746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604" name="Shape 602"/>
          <p:cNvSpPr/>
          <p:nvPr/>
        </p:nvSpPr>
        <p:spPr>
          <a:xfrm flipV="1">
            <a:off x="7917942" y="2510821"/>
            <a:ext cx="23432" cy="1055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605" name="Shape 603"/>
          <p:cNvSpPr/>
          <p:nvPr/>
        </p:nvSpPr>
        <p:spPr>
          <a:xfrm flipV="1">
            <a:off x="7941374" y="2510621"/>
            <a:ext cx="23432" cy="200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606" name="Shape 604"/>
          <p:cNvSpPr/>
          <p:nvPr/>
        </p:nvSpPr>
        <p:spPr>
          <a:xfrm>
            <a:off x="7964805" y="2510621"/>
            <a:ext cx="23431" cy="946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607" name="Shape 605"/>
          <p:cNvSpPr/>
          <p:nvPr/>
        </p:nvSpPr>
        <p:spPr>
          <a:xfrm>
            <a:off x="7988237" y="2511567"/>
            <a:ext cx="23432" cy="2582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608" name="Shape 606"/>
          <p:cNvSpPr/>
          <p:nvPr/>
        </p:nvSpPr>
        <p:spPr>
          <a:xfrm>
            <a:off x="8011668" y="2514149"/>
            <a:ext cx="23431" cy="4910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609" name="Shape 607"/>
          <p:cNvSpPr/>
          <p:nvPr/>
        </p:nvSpPr>
        <p:spPr>
          <a:xfrm>
            <a:off x="8035100" y="2519059"/>
            <a:ext cx="23432" cy="8674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610" name="Shape 608"/>
          <p:cNvSpPr/>
          <p:nvPr/>
        </p:nvSpPr>
        <p:spPr>
          <a:xfrm>
            <a:off x="8058531" y="2527732"/>
            <a:ext cx="23432" cy="15747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611" name="Shape 609"/>
          <p:cNvSpPr/>
          <p:nvPr/>
        </p:nvSpPr>
        <p:spPr>
          <a:xfrm>
            <a:off x="8081962" y="2543480"/>
            <a:ext cx="23432" cy="40787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612" name="Shape 610"/>
          <p:cNvSpPr/>
          <p:nvPr/>
        </p:nvSpPr>
        <p:spPr>
          <a:xfrm flipV="1">
            <a:off x="8105394" y="2526278"/>
            <a:ext cx="23432" cy="57989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613" name="Shape 611"/>
          <p:cNvSpPr/>
          <p:nvPr/>
        </p:nvSpPr>
        <p:spPr>
          <a:xfrm flipV="1">
            <a:off x="8128826" y="2496801"/>
            <a:ext cx="23431" cy="29476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614" name="Shape 612"/>
          <p:cNvSpPr/>
          <p:nvPr/>
        </p:nvSpPr>
        <p:spPr>
          <a:xfrm flipV="1">
            <a:off x="8152257" y="2478017"/>
            <a:ext cx="23432" cy="18784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615" name="Shape 613"/>
          <p:cNvSpPr/>
          <p:nvPr/>
        </p:nvSpPr>
        <p:spPr>
          <a:xfrm flipV="1">
            <a:off x="8175689" y="2467798"/>
            <a:ext cx="23431" cy="10219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616" name="Shape 614"/>
          <p:cNvSpPr/>
          <p:nvPr/>
        </p:nvSpPr>
        <p:spPr>
          <a:xfrm>
            <a:off x="8199120" y="2467798"/>
            <a:ext cx="23432" cy="291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617" name="Shape 615"/>
          <p:cNvSpPr/>
          <p:nvPr/>
        </p:nvSpPr>
        <p:spPr>
          <a:xfrm>
            <a:off x="8222552" y="2468089"/>
            <a:ext cx="23432" cy="28458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618" name="Shape 616"/>
          <p:cNvSpPr/>
          <p:nvPr/>
        </p:nvSpPr>
        <p:spPr>
          <a:xfrm flipV="1">
            <a:off x="8245983" y="2466488"/>
            <a:ext cx="23432" cy="30058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619" name="Shape 617"/>
          <p:cNvSpPr/>
          <p:nvPr/>
        </p:nvSpPr>
        <p:spPr>
          <a:xfrm flipV="1">
            <a:off x="8269415" y="2464597"/>
            <a:ext cx="23431" cy="1891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620" name="Shape 618"/>
          <p:cNvSpPr/>
          <p:nvPr/>
        </p:nvSpPr>
        <p:spPr>
          <a:xfrm>
            <a:off x="8292846" y="2464597"/>
            <a:ext cx="23432" cy="8601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621" name="Shape 619"/>
          <p:cNvSpPr/>
          <p:nvPr/>
        </p:nvSpPr>
        <p:spPr>
          <a:xfrm>
            <a:off x="8316278" y="2473198"/>
            <a:ext cx="23431" cy="17111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622" name="Shape 620"/>
          <p:cNvSpPr/>
          <p:nvPr/>
        </p:nvSpPr>
        <p:spPr>
          <a:xfrm>
            <a:off x="8339709" y="2490310"/>
            <a:ext cx="23432" cy="27803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623" name="Shape 621"/>
          <p:cNvSpPr/>
          <p:nvPr/>
        </p:nvSpPr>
        <p:spPr>
          <a:xfrm>
            <a:off x="8363141" y="2518113"/>
            <a:ext cx="23432" cy="56280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624" name="Shape 622"/>
          <p:cNvSpPr/>
          <p:nvPr/>
        </p:nvSpPr>
        <p:spPr>
          <a:xfrm flipV="1">
            <a:off x="8386572" y="2550808"/>
            <a:ext cx="23432" cy="23585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625" name="Shape 623"/>
          <p:cNvSpPr/>
          <p:nvPr/>
        </p:nvSpPr>
        <p:spPr>
          <a:xfrm>
            <a:off x="8410004" y="2550808"/>
            <a:ext cx="23431" cy="4237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626" name="Shape 624"/>
          <p:cNvSpPr/>
          <p:nvPr/>
        </p:nvSpPr>
        <p:spPr>
          <a:xfrm>
            <a:off x="8433435" y="2555045"/>
            <a:ext cx="23432" cy="14256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627" name="Shape 625"/>
          <p:cNvSpPr/>
          <p:nvPr/>
        </p:nvSpPr>
        <p:spPr>
          <a:xfrm>
            <a:off x="8456867" y="2569301"/>
            <a:ext cx="23431" cy="21712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628" name="Shape 626"/>
          <p:cNvSpPr/>
          <p:nvPr/>
        </p:nvSpPr>
        <p:spPr>
          <a:xfrm>
            <a:off x="8480298" y="2591013"/>
            <a:ext cx="23432" cy="29313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629" name="Shape 627"/>
          <p:cNvSpPr/>
          <p:nvPr/>
        </p:nvSpPr>
        <p:spPr>
          <a:xfrm>
            <a:off x="8503730" y="2620326"/>
            <a:ext cx="23432" cy="39769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630" name="Shape 628"/>
          <p:cNvSpPr/>
          <p:nvPr/>
        </p:nvSpPr>
        <p:spPr>
          <a:xfrm>
            <a:off x="8527161" y="2660094"/>
            <a:ext cx="23432" cy="68281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631" name="Shape 629"/>
          <p:cNvSpPr/>
          <p:nvPr/>
        </p:nvSpPr>
        <p:spPr>
          <a:xfrm flipV="1">
            <a:off x="8550593" y="2674733"/>
            <a:ext cx="23431" cy="53643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632" name="Shape 630"/>
          <p:cNvSpPr/>
          <p:nvPr/>
        </p:nvSpPr>
        <p:spPr>
          <a:xfrm flipV="1">
            <a:off x="8574024" y="2646947"/>
            <a:ext cx="23432" cy="27785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633" name="Shape 631"/>
          <p:cNvSpPr/>
          <p:nvPr/>
        </p:nvSpPr>
        <p:spPr>
          <a:xfrm flipV="1">
            <a:off x="8597456" y="2627072"/>
            <a:ext cx="23432" cy="19875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634" name="Shape 632"/>
          <p:cNvSpPr/>
          <p:nvPr/>
        </p:nvSpPr>
        <p:spPr>
          <a:xfrm flipV="1">
            <a:off x="8620887" y="2611670"/>
            <a:ext cx="23431" cy="15402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635" name="Shape 633"/>
          <p:cNvSpPr/>
          <p:nvPr/>
        </p:nvSpPr>
        <p:spPr>
          <a:xfrm flipV="1">
            <a:off x="8644319" y="2599269"/>
            <a:ext cx="23432" cy="12402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636" name="Shape 634"/>
          <p:cNvSpPr/>
          <p:nvPr/>
        </p:nvSpPr>
        <p:spPr>
          <a:xfrm>
            <a:off x="6324600" y="2554918"/>
            <a:ext cx="29147" cy="231447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637" name="Shape 635"/>
          <p:cNvSpPr/>
          <p:nvPr/>
        </p:nvSpPr>
        <p:spPr>
          <a:xfrm>
            <a:off x="6348032" y="2568537"/>
            <a:ext cx="29146" cy="198207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638" name="Shape 636"/>
          <p:cNvSpPr/>
          <p:nvPr/>
        </p:nvSpPr>
        <p:spPr>
          <a:xfrm>
            <a:off x="6371463" y="2589504"/>
            <a:ext cx="29147" cy="149764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639" name="Shape 637"/>
          <p:cNvSpPr/>
          <p:nvPr/>
        </p:nvSpPr>
        <p:spPr>
          <a:xfrm>
            <a:off x="6394895" y="2635800"/>
            <a:ext cx="29147" cy="50079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640" name="Shape 638"/>
          <p:cNvSpPr/>
          <p:nvPr/>
        </p:nvSpPr>
        <p:spPr>
          <a:xfrm>
            <a:off x="6418326" y="2573029"/>
            <a:ext cx="29146" cy="138417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641" name="Shape 639"/>
          <p:cNvSpPr/>
          <p:nvPr/>
        </p:nvSpPr>
        <p:spPr>
          <a:xfrm>
            <a:off x="6441757" y="2540498"/>
            <a:ext cx="29147" cy="165402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642" name="Shape 640"/>
          <p:cNvSpPr/>
          <p:nvPr/>
        </p:nvSpPr>
        <p:spPr>
          <a:xfrm>
            <a:off x="6465189" y="2520895"/>
            <a:ext cx="29147" cy="165402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643" name="Shape 641"/>
          <p:cNvSpPr/>
          <p:nvPr/>
        </p:nvSpPr>
        <p:spPr>
          <a:xfrm>
            <a:off x="6488621" y="2514112"/>
            <a:ext cx="29146" cy="138345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644" name="Shape 642"/>
          <p:cNvSpPr/>
          <p:nvPr/>
        </p:nvSpPr>
        <p:spPr>
          <a:xfrm>
            <a:off x="6512052" y="2537279"/>
            <a:ext cx="29147" cy="49715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645" name="Shape 643"/>
          <p:cNvSpPr/>
          <p:nvPr/>
        </p:nvSpPr>
        <p:spPr>
          <a:xfrm>
            <a:off x="6535484" y="2495692"/>
            <a:ext cx="29147" cy="138345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646" name="Shape 644"/>
          <p:cNvSpPr/>
          <p:nvPr/>
        </p:nvSpPr>
        <p:spPr>
          <a:xfrm>
            <a:off x="6558915" y="2483945"/>
            <a:ext cx="29146" cy="165366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647" name="Shape 645"/>
          <p:cNvSpPr/>
          <p:nvPr/>
        </p:nvSpPr>
        <p:spPr>
          <a:xfrm>
            <a:off x="6582347" y="2484745"/>
            <a:ext cx="29147" cy="165366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648" name="Shape 646"/>
          <p:cNvSpPr/>
          <p:nvPr/>
        </p:nvSpPr>
        <p:spPr>
          <a:xfrm>
            <a:off x="6605778" y="2498092"/>
            <a:ext cx="29147" cy="138345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649" name="Shape 647"/>
          <p:cNvSpPr/>
          <p:nvPr/>
        </p:nvSpPr>
        <p:spPr>
          <a:xfrm>
            <a:off x="6629210" y="2541298"/>
            <a:ext cx="29147" cy="49715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650" name="Shape 648"/>
          <p:cNvSpPr/>
          <p:nvPr/>
        </p:nvSpPr>
        <p:spPr>
          <a:xfrm>
            <a:off x="6652641" y="2497001"/>
            <a:ext cx="29146" cy="138345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651" name="Shape 649"/>
          <p:cNvSpPr/>
          <p:nvPr/>
        </p:nvSpPr>
        <p:spPr>
          <a:xfrm>
            <a:off x="6676073" y="2482545"/>
            <a:ext cx="29147" cy="165366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652" name="Shape 650"/>
          <p:cNvSpPr/>
          <p:nvPr/>
        </p:nvSpPr>
        <p:spPr>
          <a:xfrm>
            <a:off x="6699504" y="2480636"/>
            <a:ext cx="29146" cy="165366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653" name="Shape 651"/>
          <p:cNvSpPr/>
          <p:nvPr/>
        </p:nvSpPr>
        <p:spPr>
          <a:xfrm>
            <a:off x="6722935" y="2491237"/>
            <a:ext cx="29147" cy="138345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654" name="Shape 652"/>
          <p:cNvSpPr/>
          <p:nvPr/>
        </p:nvSpPr>
        <p:spPr>
          <a:xfrm>
            <a:off x="6746367" y="2531642"/>
            <a:ext cx="29147" cy="49715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655" name="Shape 653"/>
          <p:cNvSpPr/>
          <p:nvPr/>
        </p:nvSpPr>
        <p:spPr>
          <a:xfrm>
            <a:off x="6769799" y="2489873"/>
            <a:ext cx="29147" cy="138345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656" name="Shape 654"/>
          <p:cNvSpPr/>
          <p:nvPr/>
        </p:nvSpPr>
        <p:spPr>
          <a:xfrm>
            <a:off x="6793230" y="2477872"/>
            <a:ext cx="29146" cy="165366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657" name="Shape 655"/>
          <p:cNvSpPr/>
          <p:nvPr/>
        </p:nvSpPr>
        <p:spPr>
          <a:xfrm>
            <a:off x="6816661" y="2478399"/>
            <a:ext cx="29147" cy="165366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658" name="Shape 656"/>
          <p:cNvSpPr/>
          <p:nvPr/>
        </p:nvSpPr>
        <p:spPr>
          <a:xfrm>
            <a:off x="6840093" y="2491437"/>
            <a:ext cx="29147" cy="138345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659" name="Shape 657"/>
          <p:cNvSpPr/>
          <p:nvPr/>
        </p:nvSpPr>
        <p:spPr>
          <a:xfrm>
            <a:off x="6863525" y="2534260"/>
            <a:ext cx="29146" cy="49715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660" name="Shape 658"/>
          <p:cNvSpPr/>
          <p:nvPr/>
        </p:nvSpPr>
        <p:spPr>
          <a:xfrm>
            <a:off x="6886956" y="2492783"/>
            <a:ext cx="29147" cy="138345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661" name="Shape 659"/>
          <p:cNvSpPr/>
          <p:nvPr/>
        </p:nvSpPr>
        <p:spPr>
          <a:xfrm>
            <a:off x="6910388" y="2481108"/>
            <a:ext cx="29147" cy="165366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662" name="Shape 660"/>
          <p:cNvSpPr/>
          <p:nvPr/>
        </p:nvSpPr>
        <p:spPr>
          <a:xfrm>
            <a:off x="6933819" y="2481963"/>
            <a:ext cx="29146" cy="165366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663" name="Shape 661"/>
          <p:cNvSpPr/>
          <p:nvPr/>
        </p:nvSpPr>
        <p:spPr>
          <a:xfrm>
            <a:off x="6957251" y="2495365"/>
            <a:ext cx="29147" cy="138345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664" name="Shape 662"/>
          <p:cNvSpPr/>
          <p:nvPr/>
        </p:nvSpPr>
        <p:spPr>
          <a:xfrm>
            <a:off x="6980682" y="2538588"/>
            <a:ext cx="29147" cy="49715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665" name="Shape 663"/>
          <p:cNvSpPr/>
          <p:nvPr/>
        </p:nvSpPr>
        <p:spPr>
          <a:xfrm>
            <a:off x="7004114" y="2535533"/>
            <a:ext cx="29146" cy="138345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666" name="Shape 664"/>
          <p:cNvSpPr/>
          <p:nvPr/>
        </p:nvSpPr>
        <p:spPr>
          <a:xfrm>
            <a:off x="7027545" y="2562591"/>
            <a:ext cx="29147" cy="165366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667" name="Shape 665"/>
          <p:cNvSpPr/>
          <p:nvPr/>
        </p:nvSpPr>
        <p:spPr>
          <a:xfrm>
            <a:off x="7050977" y="2602760"/>
            <a:ext cx="29147" cy="165366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668" name="Shape 666"/>
          <p:cNvSpPr/>
          <p:nvPr/>
        </p:nvSpPr>
        <p:spPr>
          <a:xfrm>
            <a:off x="7074408" y="2656294"/>
            <a:ext cx="29146" cy="138345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669" name="Shape 667"/>
          <p:cNvSpPr/>
          <p:nvPr/>
        </p:nvSpPr>
        <p:spPr>
          <a:xfrm>
            <a:off x="7097839" y="2740759"/>
            <a:ext cx="29147" cy="49715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670" name="Shape 668"/>
          <p:cNvSpPr/>
          <p:nvPr/>
        </p:nvSpPr>
        <p:spPr>
          <a:xfrm>
            <a:off x="7121271" y="2705882"/>
            <a:ext cx="29147" cy="138345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671" name="Shape 669"/>
          <p:cNvSpPr/>
          <p:nvPr/>
        </p:nvSpPr>
        <p:spPr>
          <a:xfrm>
            <a:off x="7144703" y="2702281"/>
            <a:ext cx="29146" cy="165366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672" name="Shape 670"/>
          <p:cNvSpPr/>
          <p:nvPr/>
        </p:nvSpPr>
        <p:spPr>
          <a:xfrm>
            <a:off x="7168134" y="2712756"/>
            <a:ext cx="29147" cy="165366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673" name="Shape 671"/>
          <p:cNvSpPr/>
          <p:nvPr/>
        </p:nvSpPr>
        <p:spPr>
          <a:xfrm>
            <a:off x="7191566" y="2737377"/>
            <a:ext cx="29147" cy="138345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674" name="Shape 672"/>
          <p:cNvSpPr/>
          <p:nvPr/>
        </p:nvSpPr>
        <p:spPr>
          <a:xfrm>
            <a:off x="7214997" y="2793493"/>
            <a:ext cx="29147" cy="49715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675" name="Shape 673"/>
          <p:cNvSpPr/>
          <p:nvPr/>
        </p:nvSpPr>
        <p:spPr>
          <a:xfrm>
            <a:off x="7238429" y="2748996"/>
            <a:ext cx="29146" cy="138345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676" name="Shape 674"/>
          <p:cNvSpPr/>
          <p:nvPr/>
        </p:nvSpPr>
        <p:spPr>
          <a:xfrm>
            <a:off x="7261860" y="2736068"/>
            <a:ext cx="29147" cy="165402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677" name="Shape 675"/>
          <p:cNvSpPr/>
          <p:nvPr/>
        </p:nvSpPr>
        <p:spPr>
          <a:xfrm>
            <a:off x="7285292" y="2737468"/>
            <a:ext cx="29147" cy="165402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678" name="Shape 676"/>
          <p:cNvSpPr/>
          <p:nvPr/>
        </p:nvSpPr>
        <p:spPr>
          <a:xfrm>
            <a:off x="7308723" y="2753161"/>
            <a:ext cx="29146" cy="138417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679" name="Shape 677"/>
          <p:cNvSpPr/>
          <p:nvPr/>
        </p:nvSpPr>
        <p:spPr>
          <a:xfrm>
            <a:off x="7332154" y="2800348"/>
            <a:ext cx="29147" cy="50079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680" name="Shape 678"/>
          <p:cNvSpPr/>
          <p:nvPr/>
        </p:nvSpPr>
        <p:spPr>
          <a:xfrm>
            <a:off x="7355586" y="2739813"/>
            <a:ext cx="29147" cy="149691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681" name="Shape 679"/>
          <p:cNvSpPr/>
          <p:nvPr/>
        </p:nvSpPr>
        <p:spPr>
          <a:xfrm>
            <a:off x="7379018" y="2705664"/>
            <a:ext cx="29146" cy="198061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682" name="Shape 680"/>
          <p:cNvSpPr/>
          <p:nvPr/>
        </p:nvSpPr>
        <p:spPr>
          <a:xfrm>
            <a:off x="7402449" y="2679860"/>
            <a:ext cx="29147" cy="231120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683" name="Shape 681"/>
          <p:cNvSpPr/>
          <p:nvPr/>
        </p:nvSpPr>
        <p:spPr>
          <a:xfrm>
            <a:off x="7425881" y="2658931"/>
            <a:ext cx="29147" cy="255705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684" name="Shape 682"/>
          <p:cNvSpPr/>
          <p:nvPr/>
        </p:nvSpPr>
        <p:spPr>
          <a:xfrm>
            <a:off x="7449312" y="2641328"/>
            <a:ext cx="29146" cy="274725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685" name="Shape 683"/>
          <p:cNvSpPr/>
          <p:nvPr/>
        </p:nvSpPr>
        <p:spPr>
          <a:xfrm>
            <a:off x="7472744" y="2626272"/>
            <a:ext cx="29147" cy="289709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686" name="Shape 684"/>
          <p:cNvSpPr/>
          <p:nvPr/>
        </p:nvSpPr>
        <p:spPr>
          <a:xfrm>
            <a:off x="7496175" y="2613179"/>
            <a:ext cx="29147" cy="301710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687" name="Shape 685"/>
          <p:cNvSpPr/>
          <p:nvPr/>
        </p:nvSpPr>
        <p:spPr>
          <a:xfrm>
            <a:off x="7519607" y="2601633"/>
            <a:ext cx="29146" cy="311384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688" name="Shape 686"/>
          <p:cNvSpPr/>
          <p:nvPr/>
        </p:nvSpPr>
        <p:spPr>
          <a:xfrm>
            <a:off x="7543038" y="2591431"/>
            <a:ext cx="29147" cy="319131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689" name="Shape 687"/>
          <p:cNvSpPr/>
          <p:nvPr/>
        </p:nvSpPr>
        <p:spPr>
          <a:xfrm>
            <a:off x="7566470" y="2582285"/>
            <a:ext cx="29147" cy="325386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690" name="Shape 688"/>
          <p:cNvSpPr/>
          <p:nvPr/>
        </p:nvSpPr>
        <p:spPr>
          <a:xfrm>
            <a:off x="7589901" y="2574065"/>
            <a:ext cx="29146" cy="330369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691" name="Shape 689"/>
          <p:cNvSpPr/>
          <p:nvPr/>
        </p:nvSpPr>
        <p:spPr>
          <a:xfrm>
            <a:off x="7613333" y="2566592"/>
            <a:ext cx="29147" cy="334296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692" name="Shape 690"/>
          <p:cNvSpPr/>
          <p:nvPr/>
        </p:nvSpPr>
        <p:spPr>
          <a:xfrm>
            <a:off x="7636764" y="2559809"/>
            <a:ext cx="29147" cy="337242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693" name="Shape 691"/>
          <p:cNvSpPr/>
          <p:nvPr/>
        </p:nvSpPr>
        <p:spPr>
          <a:xfrm>
            <a:off x="7660196" y="2553608"/>
            <a:ext cx="29146" cy="339388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694" name="Shape 692"/>
          <p:cNvSpPr/>
          <p:nvPr/>
        </p:nvSpPr>
        <p:spPr>
          <a:xfrm>
            <a:off x="7683627" y="2547899"/>
            <a:ext cx="29147" cy="340770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695" name="Shape 693"/>
          <p:cNvSpPr/>
          <p:nvPr/>
        </p:nvSpPr>
        <p:spPr>
          <a:xfrm>
            <a:off x="7707058" y="2542625"/>
            <a:ext cx="29147" cy="341461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696" name="Shape 694"/>
          <p:cNvSpPr/>
          <p:nvPr/>
        </p:nvSpPr>
        <p:spPr>
          <a:xfrm>
            <a:off x="7730490" y="2537770"/>
            <a:ext cx="29146" cy="341461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697" name="Shape 695"/>
          <p:cNvSpPr/>
          <p:nvPr/>
        </p:nvSpPr>
        <p:spPr>
          <a:xfrm>
            <a:off x="7753921" y="2533279"/>
            <a:ext cx="29147" cy="340770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698" name="Shape 696"/>
          <p:cNvSpPr/>
          <p:nvPr/>
        </p:nvSpPr>
        <p:spPr>
          <a:xfrm>
            <a:off x="7777353" y="2529114"/>
            <a:ext cx="29147" cy="339388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699" name="Shape 697"/>
          <p:cNvSpPr/>
          <p:nvPr/>
        </p:nvSpPr>
        <p:spPr>
          <a:xfrm>
            <a:off x="7800785" y="2525296"/>
            <a:ext cx="29147" cy="337242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700" name="Shape 698"/>
          <p:cNvSpPr/>
          <p:nvPr/>
        </p:nvSpPr>
        <p:spPr>
          <a:xfrm>
            <a:off x="7824216" y="2521786"/>
            <a:ext cx="29146" cy="334296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701" name="Shape 699"/>
          <p:cNvSpPr/>
          <p:nvPr/>
        </p:nvSpPr>
        <p:spPr>
          <a:xfrm>
            <a:off x="7847648" y="2518677"/>
            <a:ext cx="29147" cy="330369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702" name="Shape 700"/>
          <p:cNvSpPr/>
          <p:nvPr/>
        </p:nvSpPr>
        <p:spPr>
          <a:xfrm>
            <a:off x="7871079" y="2515931"/>
            <a:ext cx="29147" cy="325386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703" name="Shape 701"/>
          <p:cNvSpPr/>
          <p:nvPr/>
        </p:nvSpPr>
        <p:spPr>
          <a:xfrm>
            <a:off x="7894511" y="2513622"/>
            <a:ext cx="29146" cy="319167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704" name="Shape 702"/>
          <p:cNvSpPr/>
          <p:nvPr/>
        </p:nvSpPr>
        <p:spPr>
          <a:xfrm>
            <a:off x="7917942" y="2511876"/>
            <a:ext cx="29147" cy="311384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705" name="Shape 703"/>
          <p:cNvSpPr/>
          <p:nvPr/>
        </p:nvSpPr>
        <p:spPr>
          <a:xfrm>
            <a:off x="7941374" y="2510821"/>
            <a:ext cx="29147" cy="301710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706" name="Shape 704"/>
          <p:cNvSpPr/>
          <p:nvPr/>
        </p:nvSpPr>
        <p:spPr>
          <a:xfrm>
            <a:off x="7964805" y="2510621"/>
            <a:ext cx="29146" cy="289709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707" name="Shape 705"/>
          <p:cNvSpPr/>
          <p:nvPr/>
        </p:nvSpPr>
        <p:spPr>
          <a:xfrm>
            <a:off x="7988237" y="2511567"/>
            <a:ext cx="29147" cy="274725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708" name="Shape 706"/>
          <p:cNvSpPr/>
          <p:nvPr/>
        </p:nvSpPr>
        <p:spPr>
          <a:xfrm>
            <a:off x="8011668" y="2514149"/>
            <a:ext cx="29146" cy="255705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709" name="Shape 707"/>
          <p:cNvSpPr/>
          <p:nvPr/>
        </p:nvSpPr>
        <p:spPr>
          <a:xfrm>
            <a:off x="8035100" y="2519059"/>
            <a:ext cx="29147" cy="231120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710" name="Shape 708"/>
          <p:cNvSpPr/>
          <p:nvPr/>
        </p:nvSpPr>
        <p:spPr>
          <a:xfrm>
            <a:off x="8058531" y="2527732"/>
            <a:ext cx="29147" cy="198061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711" name="Shape 709"/>
          <p:cNvSpPr/>
          <p:nvPr/>
        </p:nvSpPr>
        <p:spPr>
          <a:xfrm>
            <a:off x="8081962" y="2543480"/>
            <a:ext cx="29147" cy="149728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712" name="Shape 710"/>
          <p:cNvSpPr/>
          <p:nvPr/>
        </p:nvSpPr>
        <p:spPr>
          <a:xfrm>
            <a:off x="8105394" y="2584267"/>
            <a:ext cx="29147" cy="50152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713" name="Shape 711"/>
          <p:cNvSpPr/>
          <p:nvPr/>
        </p:nvSpPr>
        <p:spPr>
          <a:xfrm>
            <a:off x="8128826" y="2526278"/>
            <a:ext cx="29146" cy="141218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714" name="Shape 712"/>
          <p:cNvSpPr/>
          <p:nvPr/>
        </p:nvSpPr>
        <p:spPr>
          <a:xfrm>
            <a:off x="8152257" y="2496801"/>
            <a:ext cx="29147" cy="173804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715" name="Shape 713"/>
          <p:cNvSpPr/>
          <p:nvPr/>
        </p:nvSpPr>
        <p:spPr>
          <a:xfrm>
            <a:off x="8175689" y="2478017"/>
            <a:ext cx="29146" cy="183296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716" name="Shape 714"/>
          <p:cNvSpPr/>
          <p:nvPr/>
        </p:nvSpPr>
        <p:spPr>
          <a:xfrm>
            <a:off x="8199120" y="2467798"/>
            <a:ext cx="29147" cy="173767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717" name="Shape 715"/>
          <p:cNvSpPr/>
          <p:nvPr/>
        </p:nvSpPr>
        <p:spPr>
          <a:xfrm>
            <a:off x="8222552" y="2468089"/>
            <a:ext cx="29147" cy="141145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718" name="Shape 716"/>
          <p:cNvSpPr/>
          <p:nvPr/>
        </p:nvSpPr>
        <p:spPr>
          <a:xfrm>
            <a:off x="8245983" y="2496547"/>
            <a:ext cx="29147" cy="49897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719" name="Shape 717"/>
          <p:cNvSpPr/>
          <p:nvPr/>
        </p:nvSpPr>
        <p:spPr>
          <a:xfrm>
            <a:off x="8269415" y="2466488"/>
            <a:ext cx="29146" cy="141145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720" name="Shape 718"/>
          <p:cNvSpPr/>
          <p:nvPr/>
        </p:nvSpPr>
        <p:spPr>
          <a:xfrm>
            <a:off x="8292846" y="2464597"/>
            <a:ext cx="29147" cy="173767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721" name="Shape 719"/>
          <p:cNvSpPr/>
          <p:nvPr/>
        </p:nvSpPr>
        <p:spPr>
          <a:xfrm>
            <a:off x="8316278" y="2473198"/>
            <a:ext cx="29146" cy="183259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722" name="Shape 720"/>
          <p:cNvSpPr/>
          <p:nvPr/>
        </p:nvSpPr>
        <p:spPr>
          <a:xfrm>
            <a:off x="8339709" y="2490310"/>
            <a:ext cx="29147" cy="173767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723" name="Shape 721"/>
          <p:cNvSpPr/>
          <p:nvPr/>
        </p:nvSpPr>
        <p:spPr>
          <a:xfrm>
            <a:off x="8363141" y="2518113"/>
            <a:ext cx="29147" cy="141145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724" name="Shape 722"/>
          <p:cNvSpPr/>
          <p:nvPr/>
        </p:nvSpPr>
        <p:spPr>
          <a:xfrm>
            <a:off x="8386572" y="2574393"/>
            <a:ext cx="29147" cy="49934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725" name="Shape 723"/>
          <p:cNvSpPr/>
          <p:nvPr/>
        </p:nvSpPr>
        <p:spPr>
          <a:xfrm>
            <a:off x="8410004" y="2550808"/>
            <a:ext cx="29146" cy="143072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726" name="Shape 724"/>
          <p:cNvSpPr/>
          <p:nvPr/>
        </p:nvSpPr>
        <p:spPr>
          <a:xfrm>
            <a:off x="8433435" y="2555045"/>
            <a:ext cx="29147" cy="179404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727" name="Shape 725"/>
          <p:cNvSpPr/>
          <p:nvPr/>
        </p:nvSpPr>
        <p:spPr>
          <a:xfrm>
            <a:off x="8456867" y="2569301"/>
            <a:ext cx="29146" cy="194861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728" name="Shape 726"/>
          <p:cNvSpPr/>
          <p:nvPr/>
        </p:nvSpPr>
        <p:spPr>
          <a:xfrm>
            <a:off x="8480298" y="2591013"/>
            <a:ext cx="29147" cy="194861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729" name="Shape 727"/>
          <p:cNvSpPr/>
          <p:nvPr/>
        </p:nvSpPr>
        <p:spPr>
          <a:xfrm>
            <a:off x="8503730" y="2620326"/>
            <a:ext cx="29147" cy="179441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730" name="Shape 728"/>
          <p:cNvSpPr/>
          <p:nvPr/>
        </p:nvSpPr>
        <p:spPr>
          <a:xfrm>
            <a:off x="8527161" y="2660094"/>
            <a:ext cx="29147" cy="143145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731" name="Shape 729"/>
          <p:cNvSpPr/>
          <p:nvPr/>
        </p:nvSpPr>
        <p:spPr>
          <a:xfrm>
            <a:off x="8550593" y="2728376"/>
            <a:ext cx="29146" cy="50224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732" name="Shape 730"/>
          <p:cNvSpPr/>
          <p:nvPr/>
        </p:nvSpPr>
        <p:spPr>
          <a:xfrm>
            <a:off x="8574024" y="2674733"/>
            <a:ext cx="29147" cy="149801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733" name="Shape 731"/>
          <p:cNvSpPr/>
          <p:nvPr/>
        </p:nvSpPr>
        <p:spPr>
          <a:xfrm>
            <a:off x="8597456" y="2646947"/>
            <a:ext cx="29147" cy="198243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734" name="Shape 732"/>
          <p:cNvSpPr/>
          <p:nvPr/>
        </p:nvSpPr>
        <p:spPr>
          <a:xfrm>
            <a:off x="8620887" y="2627072"/>
            <a:ext cx="29146" cy="231447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735" name="Shape 733"/>
          <p:cNvSpPr/>
          <p:nvPr/>
        </p:nvSpPr>
        <p:spPr>
          <a:xfrm>
            <a:off x="8644319" y="2611670"/>
            <a:ext cx="29147" cy="256214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736" name="Shape 734"/>
          <p:cNvSpPr/>
          <p:nvPr/>
        </p:nvSpPr>
        <p:spPr>
          <a:xfrm flipV="1">
            <a:off x="6324600" y="2673078"/>
            <a:ext cx="23432" cy="32022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737" name="Shape 735"/>
          <p:cNvSpPr/>
          <p:nvPr/>
        </p:nvSpPr>
        <p:spPr>
          <a:xfrm flipV="1">
            <a:off x="6348032" y="2642565"/>
            <a:ext cx="23431" cy="30513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738" name="Shape 736"/>
          <p:cNvSpPr/>
          <p:nvPr/>
        </p:nvSpPr>
        <p:spPr>
          <a:xfrm flipV="1">
            <a:off x="6371463" y="2614925"/>
            <a:ext cx="23432" cy="27640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739" name="Shape 737"/>
          <p:cNvSpPr/>
          <p:nvPr/>
        </p:nvSpPr>
        <p:spPr>
          <a:xfrm flipV="1">
            <a:off x="6394895" y="2591286"/>
            <a:ext cx="23432" cy="23639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740" name="Shape 738"/>
          <p:cNvSpPr/>
          <p:nvPr/>
        </p:nvSpPr>
        <p:spPr>
          <a:xfrm flipV="1">
            <a:off x="6418326" y="2572465"/>
            <a:ext cx="23431" cy="18821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741" name="Shape 739"/>
          <p:cNvSpPr/>
          <p:nvPr/>
        </p:nvSpPr>
        <p:spPr>
          <a:xfrm flipV="1">
            <a:off x="6441757" y="2558845"/>
            <a:ext cx="23432" cy="13620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742" name="Shape 740"/>
          <p:cNvSpPr/>
          <p:nvPr/>
        </p:nvSpPr>
        <p:spPr>
          <a:xfrm flipV="1">
            <a:off x="6465189" y="2550408"/>
            <a:ext cx="23432" cy="8437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743" name="Shape 741"/>
          <p:cNvSpPr/>
          <p:nvPr/>
        </p:nvSpPr>
        <p:spPr>
          <a:xfrm flipV="1">
            <a:off x="6488621" y="2546735"/>
            <a:ext cx="23431" cy="3673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744" name="Shape 742"/>
          <p:cNvSpPr/>
          <p:nvPr/>
        </p:nvSpPr>
        <p:spPr>
          <a:xfrm>
            <a:off x="6512052" y="2546735"/>
            <a:ext cx="23432" cy="273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745" name="Shape 743"/>
          <p:cNvSpPr/>
          <p:nvPr/>
        </p:nvSpPr>
        <p:spPr>
          <a:xfrm>
            <a:off x="6535484" y="2547008"/>
            <a:ext cx="23432" cy="3182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746" name="Shape 744"/>
          <p:cNvSpPr/>
          <p:nvPr/>
        </p:nvSpPr>
        <p:spPr>
          <a:xfrm>
            <a:off x="6558915" y="2550190"/>
            <a:ext cx="23431" cy="4910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747" name="Shape 745"/>
          <p:cNvSpPr/>
          <p:nvPr/>
        </p:nvSpPr>
        <p:spPr>
          <a:xfrm>
            <a:off x="6582347" y="2555099"/>
            <a:ext cx="23432" cy="5364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748" name="Shape 746"/>
          <p:cNvSpPr/>
          <p:nvPr/>
        </p:nvSpPr>
        <p:spPr>
          <a:xfrm>
            <a:off x="6605778" y="2560464"/>
            <a:ext cx="23432" cy="4710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749" name="Shape 747"/>
          <p:cNvSpPr/>
          <p:nvPr/>
        </p:nvSpPr>
        <p:spPr>
          <a:xfrm>
            <a:off x="6629210" y="2565173"/>
            <a:ext cx="23432" cy="3073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750" name="Shape 748"/>
          <p:cNvSpPr/>
          <p:nvPr/>
        </p:nvSpPr>
        <p:spPr>
          <a:xfrm>
            <a:off x="6652641" y="2568247"/>
            <a:ext cx="23431" cy="836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751" name="Shape 749"/>
          <p:cNvSpPr/>
          <p:nvPr/>
        </p:nvSpPr>
        <p:spPr>
          <a:xfrm flipV="1">
            <a:off x="6676073" y="2567410"/>
            <a:ext cx="23432" cy="1673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752" name="Shape 750"/>
          <p:cNvSpPr/>
          <p:nvPr/>
        </p:nvSpPr>
        <p:spPr>
          <a:xfrm flipV="1">
            <a:off x="6699504" y="2563355"/>
            <a:ext cx="23431" cy="4055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753" name="Shape 751"/>
          <p:cNvSpPr/>
          <p:nvPr/>
        </p:nvSpPr>
        <p:spPr>
          <a:xfrm flipV="1">
            <a:off x="6722935" y="2557409"/>
            <a:ext cx="23432" cy="5946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754" name="Shape 752"/>
          <p:cNvSpPr/>
          <p:nvPr/>
        </p:nvSpPr>
        <p:spPr>
          <a:xfrm flipV="1">
            <a:off x="6746367" y="2550444"/>
            <a:ext cx="23432" cy="6965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755" name="Shape 753"/>
          <p:cNvSpPr/>
          <p:nvPr/>
        </p:nvSpPr>
        <p:spPr>
          <a:xfrm flipV="1">
            <a:off x="6769799" y="2543534"/>
            <a:ext cx="23432" cy="6910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756" name="Shape 754"/>
          <p:cNvSpPr/>
          <p:nvPr/>
        </p:nvSpPr>
        <p:spPr>
          <a:xfrm flipV="1">
            <a:off x="6793230" y="2537915"/>
            <a:ext cx="23431" cy="5619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757" name="Shape 755"/>
          <p:cNvSpPr/>
          <p:nvPr/>
        </p:nvSpPr>
        <p:spPr>
          <a:xfrm flipV="1">
            <a:off x="6816661" y="2534842"/>
            <a:ext cx="23432" cy="3073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758" name="Shape 756"/>
          <p:cNvSpPr/>
          <p:nvPr/>
        </p:nvSpPr>
        <p:spPr>
          <a:xfrm>
            <a:off x="6840093" y="2534842"/>
            <a:ext cx="23432" cy="600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759" name="Shape 757"/>
          <p:cNvSpPr/>
          <p:nvPr/>
        </p:nvSpPr>
        <p:spPr>
          <a:xfrm>
            <a:off x="6863525" y="2535442"/>
            <a:ext cx="23431" cy="5219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760" name="Shape 758"/>
          <p:cNvSpPr/>
          <p:nvPr/>
        </p:nvSpPr>
        <p:spPr>
          <a:xfrm>
            <a:off x="6886956" y="2540661"/>
            <a:ext cx="23432" cy="10401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761" name="Shape 759"/>
          <p:cNvSpPr/>
          <p:nvPr/>
        </p:nvSpPr>
        <p:spPr>
          <a:xfrm>
            <a:off x="6910388" y="2551063"/>
            <a:ext cx="23432" cy="15802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762" name="Shape 760"/>
          <p:cNvSpPr/>
          <p:nvPr/>
        </p:nvSpPr>
        <p:spPr>
          <a:xfrm>
            <a:off x="6933819" y="2566865"/>
            <a:ext cx="23431" cy="20984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763" name="Shape 761"/>
          <p:cNvSpPr/>
          <p:nvPr/>
        </p:nvSpPr>
        <p:spPr>
          <a:xfrm>
            <a:off x="6957251" y="2587849"/>
            <a:ext cx="23432" cy="25530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764" name="Shape 762"/>
          <p:cNvSpPr/>
          <p:nvPr/>
        </p:nvSpPr>
        <p:spPr>
          <a:xfrm>
            <a:off x="6980682" y="2613379"/>
            <a:ext cx="23432" cy="29058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765" name="Shape 763"/>
          <p:cNvSpPr/>
          <p:nvPr/>
        </p:nvSpPr>
        <p:spPr>
          <a:xfrm>
            <a:off x="7004114" y="2642438"/>
            <a:ext cx="23431" cy="31349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766" name="Shape 764"/>
          <p:cNvSpPr/>
          <p:nvPr/>
        </p:nvSpPr>
        <p:spPr>
          <a:xfrm>
            <a:off x="7027545" y="2673787"/>
            <a:ext cx="23432" cy="32131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767" name="Shape 765"/>
          <p:cNvSpPr/>
          <p:nvPr/>
        </p:nvSpPr>
        <p:spPr>
          <a:xfrm>
            <a:off x="7050977" y="2705918"/>
            <a:ext cx="23432" cy="31404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768" name="Shape 766"/>
          <p:cNvSpPr/>
          <p:nvPr/>
        </p:nvSpPr>
        <p:spPr>
          <a:xfrm>
            <a:off x="7074408" y="2737322"/>
            <a:ext cx="23431" cy="29240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769" name="Shape 767"/>
          <p:cNvSpPr/>
          <p:nvPr/>
        </p:nvSpPr>
        <p:spPr>
          <a:xfrm>
            <a:off x="7097839" y="2766562"/>
            <a:ext cx="23432" cy="25821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770" name="Shape 768"/>
          <p:cNvSpPr/>
          <p:nvPr/>
        </p:nvSpPr>
        <p:spPr>
          <a:xfrm>
            <a:off x="7121271" y="2792384"/>
            <a:ext cx="23432" cy="21475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771" name="Shape 769"/>
          <p:cNvSpPr/>
          <p:nvPr/>
        </p:nvSpPr>
        <p:spPr>
          <a:xfrm>
            <a:off x="7144703" y="2813859"/>
            <a:ext cx="23431" cy="16548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772" name="Shape 770"/>
          <p:cNvSpPr/>
          <p:nvPr/>
        </p:nvSpPr>
        <p:spPr>
          <a:xfrm>
            <a:off x="7168134" y="2830407"/>
            <a:ext cx="23432" cy="11474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773" name="Shape 771"/>
          <p:cNvSpPr/>
          <p:nvPr/>
        </p:nvSpPr>
        <p:spPr>
          <a:xfrm>
            <a:off x="7191566" y="2841881"/>
            <a:ext cx="23432" cy="6655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774" name="Shape 772"/>
          <p:cNvSpPr/>
          <p:nvPr/>
        </p:nvSpPr>
        <p:spPr>
          <a:xfrm>
            <a:off x="7214997" y="2848536"/>
            <a:ext cx="23432" cy="2473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775" name="Shape 773"/>
          <p:cNvSpPr/>
          <p:nvPr/>
        </p:nvSpPr>
        <p:spPr>
          <a:xfrm flipV="1">
            <a:off x="7238429" y="2850245"/>
            <a:ext cx="23431" cy="764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776" name="Shape 774"/>
          <p:cNvSpPr/>
          <p:nvPr/>
        </p:nvSpPr>
        <p:spPr>
          <a:xfrm flipV="1">
            <a:off x="7261860" y="2847391"/>
            <a:ext cx="23432" cy="2855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777" name="Shape 775"/>
          <p:cNvSpPr/>
          <p:nvPr/>
        </p:nvSpPr>
        <p:spPr>
          <a:xfrm flipV="1">
            <a:off x="7285292" y="2843663"/>
            <a:ext cx="23432" cy="3728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778" name="Shape 776"/>
          <p:cNvSpPr/>
          <p:nvPr/>
        </p:nvSpPr>
        <p:spPr>
          <a:xfrm flipV="1">
            <a:off x="7308723" y="2840262"/>
            <a:ext cx="23431" cy="3400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779" name="Shape 777"/>
          <p:cNvSpPr/>
          <p:nvPr/>
        </p:nvSpPr>
        <p:spPr>
          <a:xfrm flipV="1">
            <a:off x="7332154" y="2838189"/>
            <a:ext cx="23432" cy="2073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780" name="Shape 778"/>
          <p:cNvSpPr/>
          <p:nvPr/>
        </p:nvSpPr>
        <p:spPr>
          <a:xfrm>
            <a:off x="7355586" y="2838189"/>
            <a:ext cx="23432" cy="0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781" name="Shape 779"/>
          <p:cNvSpPr/>
          <p:nvPr/>
        </p:nvSpPr>
        <p:spPr>
          <a:xfrm>
            <a:off x="7379018" y="2838189"/>
            <a:ext cx="23431" cy="2491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782" name="Shape 780"/>
          <p:cNvSpPr/>
          <p:nvPr/>
        </p:nvSpPr>
        <p:spPr>
          <a:xfrm>
            <a:off x="7402449" y="2840681"/>
            <a:ext cx="23432" cy="4982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783" name="Shape 781"/>
          <p:cNvSpPr/>
          <p:nvPr/>
        </p:nvSpPr>
        <p:spPr>
          <a:xfrm>
            <a:off x="7425881" y="2845663"/>
            <a:ext cx="23432" cy="7092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784" name="Shape 782"/>
          <p:cNvSpPr/>
          <p:nvPr/>
        </p:nvSpPr>
        <p:spPr>
          <a:xfrm>
            <a:off x="7449312" y="2852755"/>
            <a:ext cx="23431" cy="8492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785" name="Shape 783"/>
          <p:cNvSpPr/>
          <p:nvPr/>
        </p:nvSpPr>
        <p:spPr>
          <a:xfrm>
            <a:off x="7472744" y="2861247"/>
            <a:ext cx="23432" cy="8837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786" name="Shape 784"/>
          <p:cNvSpPr/>
          <p:nvPr/>
        </p:nvSpPr>
        <p:spPr>
          <a:xfrm>
            <a:off x="7496175" y="2870084"/>
            <a:ext cx="23432" cy="8001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787" name="Shape 785"/>
          <p:cNvSpPr/>
          <p:nvPr/>
        </p:nvSpPr>
        <p:spPr>
          <a:xfrm>
            <a:off x="7519607" y="2878085"/>
            <a:ext cx="23431" cy="5873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788" name="Shape 786"/>
          <p:cNvSpPr/>
          <p:nvPr/>
        </p:nvSpPr>
        <p:spPr>
          <a:xfrm>
            <a:off x="7543038" y="2883959"/>
            <a:ext cx="23432" cy="2528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789" name="Shape 787"/>
          <p:cNvSpPr/>
          <p:nvPr/>
        </p:nvSpPr>
        <p:spPr>
          <a:xfrm flipV="1">
            <a:off x="7566470" y="2884650"/>
            <a:ext cx="23432" cy="1837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790" name="Shape 788"/>
          <p:cNvSpPr/>
          <p:nvPr/>
        </p:nvSpPr>
        <p:spPr>
          <a:xfrm flipV="1">
            <a:off x="7589901" y="2877667"/>
            <a:ext cx="23431" cy="6983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791" name="Shape 789"/>
          <p:cNvSpPr/>
          <p:nvPr/>
        </p:nvSpPr>
        <p:spPr>
          <a:xfrm flipV="1">
            <a:off x="7613333" y="2865193"/>
            <a:ext cx="23432" cy="12474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792" name="Shape 790"/>
          <p:cNvSpPr/>
          <p:nvPr/>
        </p:nvSpPr>
        <p:spPr>
          <a:xfrm flipV="1">
            <a:off x="7636764" y="2847263"/>
            <a:ext cx="23432" cy="17930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793" name="Shape 791"/>
          <p:cNvSpPr/>
          <p:nvPr/>
        </p:nvSpPr>
        <p:spPr>
          <a:xfrm flipV="1">
            <a:off x="7660196" y="2824315"/>
            <a:ext cx="23431" cy="22948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794" name="Shape 792"/>
          <p:cNvSpPr/>
          <p:nvPr/>
        </p:nvSpPr>
        <p:spPr>
          <a:xfrm flipV="1">
            <a:off x="7683627" y="2797221"/>
            <a:ext cx="23432" cy="27094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795" name="Shape 793"/>
          <p:cNvSpPr/>
          <p:nvPr/>
        </p:nvSpPr>
        <p:spPr>
          <a:xfrm flipV="1">
            <a:off x="7707058" y="2767144"/>
            <a:ext cx="23432" cy="30076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796" name="Shape 794"/>
          <p:cNvSpPr/>
          <p:nvPr/>
        </p:nvSpPr>
        <p:spPr>
          <a:xfrm flipV="1">
            <a:off x="7730490" y="2735486"/>
            <a:ext cx="23431" cy="31659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797" name="Shape 795"/>
          <p:cNvSpPr/>
          <p:nvPr/>
        </p:nvSpPr>
        <p:spPr>
          <a:xfrm flipV="1">
            <a:off x="7753921" y="2703754"/>
            <a:ext cx="23432" cy="31731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798" name="Shape 796"/>
          <p:cNvSpPr/>
          <p:nvPr/>
        </p:nvSpPr>
        <p:spPr>
          <a:xfrm flipV="1">
            <a:off x="7777353" y="2673441"/>
            <a:ext cx="23432" cy="30313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799" name="Shape 797"/>
          <p:cNvSpPr/>
          <p:nvPr/>
        </p:nvSpPr>
        <p:spPr>
          <a:xfrm flipV="1">
            <a:off x="7800785" y="2645893"/>
            <a:ext cx="23432" cy="27549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800" name="Shape 798"/>
          <p:cNvSpPr/>
          <p:nvPr/>
        </p:nvSpPr>
        <p:spPr>
          <a:xfrm flipV="1">
            <a:off x="7824216" y="2622181"/>
            <a:ext cx="23431" cy="23712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801" name="Shape 799"/>
          <p:cNvSpPr/>
          <p:nvPr/>
        </p:nvSpPr>
        <p:spPr>
          <a:xfrm flipV="1">
            <a:off x="7847648" y="2603033"/>
            <a:ext cx="23432" cy="19148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802" name="Shape 800"/>
          <p:cNvSpPr/>
          <p:nvPr/>
        </p:nvSpPr>
        <p:spPr>
          <a:xfrm flipV="1">
            <a:off x="7871079" y="2588776"/>
            <a:ext cx="23432" cy="14256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803" name="Shape 801"/>
          <p:cNvSpPr/>
          <p:nvPr/>
        </p:nvSpPr>
        <p:spPr>
          <a:xfrm flipV="1">
            <a:off x="7894511" y="2579321"/>
            <a:ext cx="23431" cy="9456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804" name="Shape 802"/>
          <p:cNvSpPr/>
          <p:nvPr/>
        </p:nvSpPr>
        <p:spPr>
          <a:xfrm flipV="1">
            <a:off x="7917942" y="2574211"/>
            <a:ext cx="23432" cy="5110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805" name="Shape 803"/>
          <p:cNvSpPr/>
          <p:nvPr/>
        </p:nvSpPr>
        <p:spPr>
          <a:xfrm flipV="1">
            <a:off x="7941374" y="2572593"/>
            <a:ext cx="23432" cy="1618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806" name="Shape 804"/>
          <p:cNvSpPr/>
          <p:nvPr/>
        </p:nvSpPr>
        <p:spPr>
          <a:xfrm>
            <a:off x="7964805" y="2572593"/>
            <a:ext cx="23431" cy="800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807" name="Shape 805"/>
          <p:cNvSpPr/>
          <p:nvPr/>
        </p:nvSpPr>
        <p:spPr>
          <a:xfrm>
            <a:off x="7988237" y="2573393"/>
            <a:ext cx="23432" cy="2073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808" name="Shape 806"/>
          <p:cNvSpPr/>
          <p:nvPr/>
        </p:nvSpPr>
        <p:spPr>
          <a:xfrm>
            <a:off x="8011668" y="2575466"/>
            <a:ext cx="23431" cy="2091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809" name="Shape 807"/>
          <p:cNvSpPr/>
          <p:nvPr/>
        </p:nvSpPr>
        <p:spPr>
          <a:xfrm>
            <a:off x="8035100" y="2577557"/>
            <a:ext cx="23432" cy="1073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810" name="Shape 808"/>
          <p:cNvSpPr/>
          <p:nvPr/>
        </p:nvSpPr>
        <p:spPr>
          <a:xfrm flipV="1">
            <a:off x="8058531" y="2577793"/>
            <a:ext cx="23432" cy="836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811" name="Shape 809"/>
          <p:cNvSpPr/>
          <p:nvPr/>
        </p:nvSpPr>
        <p:spPr>
          <a:xfrm flipV="1">
            <a:off x="8081962" y="2574556"/>
            <a:ext cx="23432" cy="3237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812" name="Shape 810"/>
          <p:cNvSpPr/>
          <p:nvPr/>
        </p:nvSpPr>
        <p:spPr>
          <a:xfrm flipV="1">
            <a:off x="8105394" y="2568738"/>
            <a:ext cx="23432" cy="5819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813" name="Shape 811"/>
          <p:cNvSpPr/>
          <p:nvPr/>
        </p:nvSpPr>
        <p:spPr>
          <a:xfrm flipV="1">
            <a:off x="8128826" y="2560573"/>
            <a:ext cx="23431" cy="8165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814" name="Shape 812"/>
          <p:cNvSpPr/>
          <p:nvPr/>
        </p:nvSpPr>
        <p:spPr>
          <a:xfrm flipV="1">
            <a:off x="8152257" y="2550699"/>
            <a:ext cx="23432" cy="9874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815" name="Shape 813"/>
          <p:cNvSpPr/>
          <p:nvPr/>
        </p:nvSpPr>
        <p:spPr>
          <a:xfrm flipV="1">
            <a:off x="8175689" y="2540043"/>
            <a:ext cx="23431" cy="10656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816" name="Shape 814"/>
          <p:cNvSpPr/>
          <p:nvPr/>
        </p:nvSpPr>
        <p:spPr>
          <a:xfrm flipV="1">
            <a:off x="8199120" y="2529769"/>
            <a:ext cx="23432" cy="10274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817" name="Shape 815"/>
          <p:cNvSpPr/>
          <p:nvPr/>
        </p:nvSpPr>
        <p:spPr>
          <a:xfrm flipV="1">
            <a:off x="8222552" y="2521150"/>
            <a:ext cx="23432" cy="8619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818" name="Shape 816"/>
          <p:cNvSpPr/>
          <p:nvPr/>
        </p:nvSpPr>
        <p:spPr>
          <a:xfrm flipV="1">
            <a:off x="8245983" y="2515476"/>
            <a:ext cx="23432" cy="5673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819" name="Shape 817"/>
          <p:cNvSpPr/>
          <p:nvPr/>
        </p:nvSpPr>
        <p:spPr>
          <a:xfrm flipV="1">
            <a:off x="8269415" y="2513876"/>
            <a:ext cx="23431" cy="1600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820" name="Shape 818"/>
          <p:cNvSpPr/>
          <p:nvPr/>
        </p:nvSpPr>
        <p:spPr>
          <a:xfrm>
            <a:off x="8292846" y="2513876"/>
            <a:ext cx="23432" cy="3382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821" name="Shape 819"/>
          <p:cNvSpPr/>
          <p:nvPr/>
        </p:nvSpPr>
        <p:spPr>
          <a:xfrm>
            <a:off x="8316278" y="2517258"/>
            <a:ext cx="23431" cy="8874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822" name="Shape 820"/>
          <p:cNvSpPr/>
          <p:nvPr/>
        </p:nvSpPr>
        <p:spPr>
          <a:xfrm>
            <a:off x="8339709" y="2526132"/>
            <a:ext cx="23432" cy="14565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823" name="Shape 821"/>
          <p:cNvSpPr/>
          <p:nvPr/>
        </p:nvSpPr>
        <p:spPr>
          <a:xfrm>
            <a:off x="8363141" y="2540698"/>
            <a:ext cx="23432" cy="19930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824" name="Shape 822"/>
          <p:cNvSpPr/>
          <p:nvPr/>
        </p:nvSpPr>
        <p:spPr>
          <a:xfrm>
            <a:off x="8386572" y="2560627"/>
            <a:ext cx="23432" cy="24621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825" name="Shape 823"/>
          <p:cNvSpPr/>
          <p:nvPr/>
        </p:nvSpPr>
        <p:spPr>
          <a:xfrm>
            <a:off x="8410004" y="2585249"/>
            <a:ext cx="23431" cy="28294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826" name="Shape 824"/>
          <p:cNvSpPr/>
          <p:nvPr/>
        </p:nvSpPr>
        <p:spPr>
          <a:xfrm>
            <a:off x="8433435" y="2613543"/>
            <a:ext cx="23432" cy="30604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827" name="Shape 825"/>
          <p:cNvSpPr/>
          <p:nvPr/>
        </p:nvSpPr>
        <p:spPr>
          <a:xfrm>
            <a:off x="8456867" y="2644147"/>
            <a:ext cx="23431" cy="31477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828" name="Shape 826"/>
          <p:cNvSpPr/>
          <p:nvPr/>
        </p:nvSpPr>
        <p:spPr>
          <a:xfrm>
            <a:off x="8480298" y="2675624"/>
            <a:ext cx="23432" cy="30822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829" name="Shape 827"/>
          <p:cNvSpPr/>
          <p:nvPr/>
        </p:nvSpPr>
        <p:spPr>
          <a:xfrm>
            <a:off x="8503730" y="2706446"/>
            <a:ext cx="23432" cy="28767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830" name="Shape 828"/>
          <p:cNvSpPr/>
          <p:nvPr/>
        </p:nvSpPr>
        <p:spPr>
          <a:xfrm>
            <a:off x="8527161" y="2735213"/>
            <a:ext cx="23432" cy="25512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831" name="Shape 829"/>
          <p:cNvSpPr/>
          <p:nvPr/>
        </p:nvSpPr>
        <p:spPr>
          <a:xfrm>
            <a:off x="8550593" y="2760725"/>
            <a:ext cx="23431" cy="21366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832" name="Shape 830"/>
          <p:cNvSpPr/>
          <p:nvPr/>
        </p:nvSpPr>
        <p:spPr>
          <a:xfrm>
            <a:off x="8574024" y="2782091"/>
            <a:ext cx="23432" cy="16748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833" name="Shape 831"/>
          <p:cNvSpPr/>
          <p:nvPr/>
        </p:nvSpPr>
        <p:spPr>
          <a:xfrm>
            <a:off x="8597456" y="2798839"/>
            <a:ext cx="23432" cy="12020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834" name="Shape 832"/>
          <p:cNvSpPr/>
          <p:nvPr/>
        </p:nvSpPr>
        <p:spPr>
          <a:xfrm>
            <a:off x="8620887" y="2810859"/>
            <a:ext cx="23431" cy="7619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835" name="Shape 833"/>
          <p:cNvSpPr/>
          <p:nvPr/>
        </p:nvSpPr>
        <p:spPr>
          <a:xfrm>
            <a:off x="8644319" y="2818478"/>
            <a:ext cx="23432" cy="3910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836" name="Shape 834"/>
          <p:cNvSpPr/>
          <p:nvPr/>
        </p:nvSpPr>
        <p:spPr>
          <a:xfrm flipV="1">
            <a:off x="6324600" y="2667641"/>
            <a:ext cx="23432" cy="3000"/>
          </a:xfrm>
          <a:prstGeom prst="line">
            <a:avLst/>
          </a:prstGeom>
          <a:noFill/>
          <a:ln w="22860">
            <a:solidFill>
              <a:srgbClr val="333333"/>
            </a:solidFill>
            <a:prstDash val="solid"/>
          </a:ln>
        </p:spPr>
      </p:sp>
      <p:sp>
        <p:nvSpPr>
          <p:cNvPr id="837" name="Shape 835"/>
          <p:cNvSpPr/>
          <p:nvPr/>
        </p:nvSpPr>
        <p:spPr>
          <a:xfrm flipV="1">
            <a:off x="6348032" y="2664386"/>
            <a:ext cx="23431" cy="3255"/>
          </a:xfrm>
          <a:prstGeom prst="line">
            <a:avLst/>
          </a:prstGeom>
          <a:noFill/>
          <a:ln w="22860">
            <a:solidFill>
              <a:srgbClr val="333333"/>
            </a:solidFill>
            <a:prstDash val="solid"/>
          </a:ln>
        </p:spPr>
      </p:sp>
      <p:sp>
        <p:nvSpPr>
          <p:cNvPr id="838" name="Shape 836"/>
          <p:cNvSpPr/>
          <p:nvPr/>
        </p:nvSpPr>
        <p:spPr>
          <a:xfrm flipV="1">
            <a:off x="6371463" y="2660840"/>
            <a:ext cx="23432" cy="3546"/>
          </a:xfrm>
          <a:prstGeom prst="line">
            <a:avLst/>
          </a:prstGeom>
          <a:noFill/>
          <a:ln w="22860">
            <a:solidFill>
              <a:srgbClr val="333333"/>
            </a:solidFill>
            <a:prstDash val="solid"/>
          </a:ln>
        </p:spPr>
      </p:sp>
      <p:sp>
        <p:nvSpPr>
          <p:cNvPr id="839" name="Shape 837"/>
          <p:cNvSpPr/>
          <p:nvPr/>
        </p:nvSpPr>
        <p:spPr>
          <a:xfrm flipV="1">
            <a:off x="6394895" y="2642238"/>
            <a:ext cx="23432" cy="18602"/>
          </a:xfrm>
          <a:prstGeom prst="line">
            <a:avLst/>
          </a:prstGeom>
          <a:noFill/>
          <a:ln w="22860">
            <a:solidFill>
              <a:srgbClr val="333333"/>
            </a:solidFill>
            <a:prstDash val="solid"/>
          </a:ln>
        </p:spPr>
      </p:sp>
      <p:sp>
        <p:nvSpPr>
          <p:cNvPr id="840" name="Shape 838"/>
          <p:cNvSpPr/>
          <p:nvPr/>
        </p:nvSpPr>
        <p:spPr>
          <a:xfrm flipV="1">
            <a:off x="6418326" y="2623199"/>
            <a:ext cx="23431" cy="19039"/>
          </a:xfrm>
          <a:prstGeom prst="line">
            <a:avLst/>
          </a:prstGeom>
          <a:noFill/>
          <a:ln w="22860">
            <a:solidFill>
              <a:srgbClr val="333333"/>
            </a:solidFill>
            <a:prstDash val="solid"/>
          </a:ln>
        </p:spPr>
      </p:sp>
      <p:sp>
        <p:nvSpPr>
          <p:cNvPr id="841" name="Shape 839"/>
          <p:cNvSpPr/>
          <p:nvPr/>
        </p:nvSpPr>
        <p:spPr>
          <a:xfrm flipV="1">
            <a:off x="6441757" y="2603596"/>
            <a:ext cx="23432" cy="19602"/>
          </a:xfrm>
          <a:prstGeom prst="line">
            <a:avLst/>
          </a:prstGeom>
          <a:noFill/>
          <a:ln w="22860">
            <a:solidFill>
              <a:srgbClr val="333333"/>
            </a:solidFill>
            <a:prstDash val="solid"/>
          </a:ln>
        </p:spPr>
      </p:sp>
      <p:sp>
        <p:nvSpPr>
          <p:cNvPr id="842" name="Shape 840"/>
          <p:cNvSpPr/>
          <p:nvPr/>
        </p:nvSpPr>
        <p:spPr>
          <a:xfrm flipV="1">
            <a:off x="6465189" y="2583285"/>
            <a:ext cx="23432" cy="20312"/>
          </a:xfrm>
          <a:prstGeom prst="line">
            <a:avLst/>
          </a:prstGeom>
          <a:noFill/>
          <a:ln w="22860">
            <a:solidFill>
              <a:srgbClr val="333333"/>
            </a:solidFill>
            <a:prstDash val="solid"/>
          </a:ln>
        </p:spPr>
      </p:sp>
      <p:sp>
        <p:nvSpPr>
          <p:cNvPr id="843" name="Shape 841"/>
          <p:cNvSpPr/>
          <p:nvPr/>
        </p:nvSpPr>
        <p:spPr>
          <a:xfrm flipV="1">
            <a:off x="6488621" y="2562137"/>
            <a:ext cx="23431" cy="21148"/>
          </a:xfrm>
          <a:prstGeom prst="line">
            <a:avLst/>
          </a:prstGeom>
          <a:noFill/>
          <a:ln w="22860">
            <a:solidFill>
              <a:srgbClr val="333333"/>
            </a:solidFill>
            <a:prstDash val="solid"/>
          </a:ln>
        </p:spPr>
      </p:sp>
      <p:sp>
        <p:nvSpPr>
          <p:cNvPr id="844" name="Shape 842"/>
          <p:cNvSpPr/>
          <p:nvPr/>
        </p:nvSpPr>
        <p:spPr>
          <a:xfrm>
            <a:off x="6512052" y="2562137"/>
            <a:ext cx="23432" cy="2728"/>
          </a:xfrm>
          <a:prstGeom prst="line">
            <a:avLst/>
          </a:prstGeom>
          <a:noFill/>
          <a:ln w="22860">
            <a:solidFill>
              <a:srgbClr val="333333"/>
            </a:solidFill>
            <a:prstDash val="solid"/>
          </a:ln>
        </p:spPr>
      </p:sp>
      <p:sp>
        <p:nvSpPr>
          <p:cNvPr id="845" name="Shape 843"/>
          <p:cNvSpPr/>
          <p:nvPr/>
        </p:nvSpPr>
        <p:spPr>
          <a:xfrm>
            <a:off x="6535484" y="2564864"/>
            <a:ext cx="23432" cy="1764"/>
          </a:xfrm>
          <a:prstGeom prst="line">
            <a:avLst/>
          </a:prstGeom>
          <a:noFill/>
          <a:ln w="22860">
            <a:solidFill>
              <a:srgbClr val="333333"/>
            </a:solidFill>
            <a:prstDash val="solid"/>
          </a:ln>
        </p:spPr>
      </p:sp>
      <p:sp>
        <p:nvSpPr>
          <p:cNvPr id="846" name="Shape 844"/>
          <p:cNvSpPr/>
          <p:nvPr/>
        </p:nvSpPr>
        <p:spPr>
          <a:xfrm>
            <a:off x="6558915" y="2566628"/>
            <a:ext cx="23431" cy="800"/>
          </a:xfrm>
          <a:prstGeom prst="line">
            <a:avLst/>
          </a:prstGeom>
          <a:noFill/>
          <a:ln w="22860">
            <a:solidFill>
              <a:srgbClr val="333333"/>
            </a:solidFill>
            <a:prstDash val="solid"/>
          </a:ln>
        </p:spPr>
      </p:sp>
      <p:sp>
        <p:nvSpPr>
          <p:cNvPr id="847" name="Shape 845"/>
          <p:cNvSpPr/>
          <p:nvPr/>
        </p:nvSpPr>
        <p:spPr>
          <a:xfrm flipV="1">
            <a:off x="6582347" y="2567265"/>
            <a:ext cx="23432" cy="164"/>
          </a:xfrm>
          <a:prstGeom prst="line">
            <a:avLst/>
          </a:prstGeom>
          <a:noFill/>
          <a:ln w="22860">
            <a:solidFill>
              <a:srgbClr val="333333"/>
            </a:solidFill>
            <a:prstDash val="solid"/>
          </a:ln>
        </p:spPr>
      </p:sp>
      <p:sp>
        <p:nvSpPr>
          <p:cNvPr id="848" name="Shape 846"/>
          <p:cNvSpPr/>
          <p:nvPr/>
        </p:nvSpPr>
        <p:spPr>
          <a:xfrm flipV="1">
            <a:off x="6605778" y="2566155"/>
            <a:ext cx="23432" cy="1109"/>
          </a:xfrm>
          <a:prstGeom prst="line">
            <a:avLst/>
          </a:prstGeom>
          <a:noFill/>
          <a:ln w="22860">
            <a:solidFill>
              <a:srgbClr val="333333"/>
            </a:solidFill>
            <a:prstDash val="solid"/>
          </a:ln>
        </p:spPr>
      </p:sp>
      <p:sp>
        <p:nvSpPr>
          <p:cNvPr id="849" name="Shape 847"/>
          <p:cNvSpPr/>
          <p:nvPr/>
        </p:nvSpPr>
        <p:spPr>
          <a:xfrm>
            <a:off x="6629210" y="2566155"/>
            <a:ext cx="23432" cy="18"/>
          </a:xfrm>
          <a:prstGeom prst="line">
            <a:avLst/>
          </a:prstGeom>
          <a:noFill/>
          <a:ln w="22860">
            <a:solidFill>
              <a:srgbClr val="333333"/>
            </a:solidFill>
            <a:prstDash val="solid"/>
          </a:ln>
        </p:spPr>
      </p:sp>
      <p:sp>
        <p:nvSpPr>
          <p:cNvPr id="850" name="Shape 848"/>
          <p:cNvSpPr/>
          <p:nvPr/>
        </p:nvSpPr>
        <p:spPr>
          <a:xfrm flipV="1">
            <a:off x="6652641" y="2565228"/>
            <a:ext cx="23431" cy="946"/>
          </a:xfrm>
          <a:prstGeom prst="line">
            <a:avLst/>
          </a:prstGeom>
          <a:noFill/>
          <a:ln w="22860">
            <a:solidFill>
              <a:srgbClr val="333333"/>
            </a:solidFill>
            <a:prstDash val="solid"/>
          </a:ln>
        </p:spPr>
      </p:sp>
      <p:sp>
        <p:nvSpPr>
          <p:cNvPr id="851" name="Shape 849"/>
          <p:cNvSpPr/>
          <p:nvPr/>
        </p:nvSpPr>
        <p:spPr>
          <a:xfrm flipV="1">
            <a:off x="6676073" y="2563319"/>
            <a:ext cx="23432" cy="1909"/>
          </a:xfrm>
          <a:prstGeom prst="line">
            <a:avLst/>
          </a:prstGeom>
          <a:noFill/>
          <a:ln w="22860">
            <a:solidFill>
              <a:srgbClr val="333333"/>
            </a:solidFill>
            <a:prstDash val="solid"/>
          </a:ln>
        </p:spPr>
      </p:sp>
      <p:sp>
        <p:nvSpPr>
          <p:cNvPr id="852" name="Shape 850"/>
          <p:cNvSpPr/>
          <p:nvPr/>
        </p:nvSpPr>
        <p:spPr>
          <a:xfrm flipV="1">
            <a:off x="6699504" y="2560409"/>
            <a:ext cx="23431" cy="2909"/>
          </a:xfrm>
          <a:prstGeom prst="line">
            <a:avLst/>
          </a:prstGeom>
          <a:noFill/>
          <a:ln w="22860">
            <a:solidFill>
              <a:srgbClr val="333333"/>
            </a:solidFill>
            <a:prstDash val="solid"/>
          </a:ln>
        </p:spPr>
      </p:sp>
      <p:sp>
        <p:nvSpPr>
          <p:cNvPr id="853" name="Shape 851"/>
          <p:cNvSpPr/>
          <p:nvPr/>
        </p:nvSpPr>
        <p:spPr>
          <a:xfrm flipV="1">
            <a:off x="6722935" y="2556500"/>
            <a:ext cx="23432" cy="3910"/>
          </a:xfrm>
          <a:prstGeom prst="line">
            <a:avLst/>
          </a:prstGeom>
          <a:noFill/>
          <a:ln w="22860">
            <a:solidFill>
              <a:srgbClr val="333333"/>
            </a:solidFill>
            <a:prstDash val="solid"/>
          </a:ln>
        </p:spPr>
      </p:sp>
      <p:sp>
        <p:nvSpPr>
          <p:cNvPr id="854" name="Shape 852"/>
          <p:cNvSpPr/>
          <p:nvPr/>
        </p:nvSpPr>
        <p:spPr>
          <a:xfrm>
            <a:off x="6746367" y="2556500"/>
            <a:ext cx="23432" cy="2546"/>
          </a:xfrm>
          <a:prstGeom prst="line">
            <a:avLst/>
          </a:prstGeom>
          <a:noFill/>
          <a:ln w="22860">
            <a:solidFill>
              <a:srgbClr val="333333"/>
            </a:solidFill>
            <a:prstDash val="solid"/>
          </a:ln>
        </p:spPr>
      </p:sp>
      <p:sp>
        <p:nvSpPr>
          <p:cNvPr id="855" name="Shape 853"/>
          <p:cNvSpPr/>
          <p:nvPr/>
        </p:nvSpPr>
        <p:spPr>
          <a:xfrm>
            <a:off x="6769799" y="2559045"/>
            <a:ext cx="23432" cy="1509"/>
          </a:xfrm>
          <a:prstGeom prst="line">
            <a:avLst/>
          </a:prstGeom>
          <a:noFill/>
          <a:ln w="22860">
            <a:solidFill>
              <a:srgbClr val="333333"/>
            </a:solidFill>
            <a:prstDash val="solid"/>
          </a:ln>
        </p:spPr>
      </p:sp>
      <p:sp>
        <p:nvSpPr>
          <p:cNvPr id="856" name="Shape 854"/>
          <p:cNvSpPr/>
          <p:nvPr/>
        </p:nvSpPr>
        <p:spPr>
          <a:xfrm>
            <a:off x="6793230" y="2560555"/>
            <a:ext cx="23431" cy="527"/>
          </a:xfrm>
          <a:prstGeom prst="line">
            <a:avLst/>
          </a:prstGeom>
          <a:noFill/>
          <a:ln w="22860">
            <a:solidFill>
              <a:srgbClr val="333333"/>
            </a:solidFill>
            <a:prstDash val="solid"/>
          </a:ln>
        </p:spPr>
      </p:sp>
      <p:sp>
        <p:nvSpPr>
          <p:cNvPr id="857" name="Shape 855"/>
          <p:cNvSpPr/>
          <p:nvPr/>
        </p:nvSpPr>
        <p:spPr>
          <a:xfrm flipV="1">
            <a:off x="6816661" y="2560609"/>
            <a:ext cx="23432" cy="473"/>
          </a:xfrm>
          <a:prstGeom prst="line">
            <a:avLst/>
          </a:prstGeom>
          <a:noFill/>
          <a:ln w="22860">
            <a:solidFill>
              <a:srgbClr val="333333"/>
            </a:solidFill>
            <a:prstDash val="solid"/>
          </a:ln>
        </p:spPr>
      </p:sp>
      <p:sp>
        <p:nvSpPr>
          <p:cNvPr id="858" name="Shape 856"/>
          <p:cNvSpPr/>
          <p:nvPr/>
        </p:nvSpPr>
        <p:spPr>
          <a:xfrm flipV="1">
            <a:off x="6840093" y="2559118"/>
            <a:ext cx="23432" cy="1491"/>
          </a:xfrm>
          <a:prstGeom prst="line">
            <a:avLst/>
          </a:prstGeom>
          <a:noFill/>
          <a:ln w="22860">
            <a:solidFill>
              <a:srgbClr val="333333"/>
            </a:solidFill>
            <a:prstDash val="solid"/>
          </a:ln>
        </p:spPr>
      </p:sp>
      <p:sp>
        <p:nvSpPr>
          <p:cNvPr id="859" name="Shape 857"/>
          <p:cNvSpPr/>
          <p:nvPr/>
        </p:nvSpPr>
        <p:spPr>
          <a:xfrm>
            <a:off x="6863525" y="2559118"/>
            <a:ext cx="23431" cy="2837"/>
          </a:xfrm>
          <a:prstGeom prst="line">
            <a:avLst/>
          </a:prstGeom>
          <a:noFill/>
          <a:ln w="22860">
            <a:solidFill>
              <a:srgbClr val="333333"/>
            </a:solidFill>
            <a:prstDash val="solid"/>
          </a:ln>
        </p:spPr>
      </p:sp>
      <p:sp>
        <p:nvSpPr>
          <p:cNvPr id="860" name="Shape 858"/>
          <p:cNvSpPr/>
          <p:nvPr/>
        </p:nvSpPr>
        <p:spPr>
          <a:xfrm>
            <a:off x="6886956" y="2561955"/>
            <a:ext cx="23432" cy="1837"/>
          </a:xfrm>
          <a:prstGeom prst="line">
            <a:avLst/>
          </a:prstGeom>
          <a:noFill/>
          <a:ln w="22860">
            <a:solidFill>
              <a:srgbClr val="333333"/>
            </a:solidFill>
            <a:prstDash val="solid"/>
          </a:ln>
        </p:spPr>
      </p:sp>
      <p:sp>
        <p:nvSpPr>
          <p:cNvPr id="861" name="Shape 859"/>
          <p:cNvSpPr/>
          <p:nvPr/>
        </p:nvSpPr>
        <p:spPr>
          <a:xfrm>
            <a:off x="6910388" y="2563791"/>
            <a:ext cx="23432" cy="855"/>
          </a:xfrm>
          <a:prstGeom prst="line">
            <a:avLst/>
          </a:prstGeom>
          <a:noFill/>
          <a:ln w="22860">
            <a:solidFill>
              <a:srgbClr val="333333"/>
            </a:solidFill>
            <a:prstDash val="solid"/>
          </a:ln>
        </p:spPr>
      </p:sp>
      <p:sp>
        <p:nvSpPr>
          <p:cNvPr id="862" name="Shape 860"/>
          <p:cNvSpPr/>
          <p:nvPr/>
        </p:nvSpPr>
        <p:spPr>
          <a:xfrm flipV="1">
            <a:off x="6933819" y="2564537"/>
            <a:ext cx="23431" cy="109"/>
          </a:xfrm>
          <a:prstGeom prst="line">
            <a:avLst/>
          </a:prstGeom>
          <a:noFill/>
          <a:ln w="22860">
            <a:solidFill>
              <a:srgbClr val="333333"/>
            </a:solidFill>
            <a:prstDash val="solid"/>
          </a:ln>
        </p:spPr>
      </p:sp>
      <p:sp>
        <p:nvSpPr>
          <p:cNvPr id="863" name="Shape 861"/>
          <p:cNvSpPr/>
          <p:nvPr/>
        </p:nvSpPr>
        <p:spPr>
          <a:xfrm flipV="1">
            <a:off x="6957251" y="2563446"/>
            <a:ext cx="23432" cy="1091"/>
          </a:xfrm>
          <a:prstGeom prst="line">
            <a:avLst/>
          </a:prstGeom>
          <a:noFill/>
          <a:ln w="22860">
            <a:solidFill>
              <a:srgbClr val="333333"/>
            </a:solidFill>
            <a:prstDash val="solid"/>
          </a:ln>
        </p:spPr>
      </p:sp>
      <p:sp>
        <p:nvSpPr>
          <p:cNvPr id="864" name="Shape 862"/>
          <p:cNvSpPr/>
          <p:nvPr/>
        </p:nvSpPr>
        <p:spPr>
          <a:xfrm>
            <a:off x="6980682" y="2563446"/>
            <a:ext cx="23432" cy="41260"/>
          </a:xfrm>
          <a:prstGeom prst="line">
            <a:avLst/>
          </a:prstGeom>
          <a:noFill/>
          <a:ln w="22860">
            <a:solidFill>
              <a:srgbClr val="333333"/>
            </a:solidFill>
            <a:prstDash val="solid"/>
          </a:ln>
        </p:spPr>
      </p:sp>
      <p:sp>
        <p:nvSpPr>
          <p:cNvPr id="865" name="Shape 863"/>
          <p:cNvSpPr/>
          <p:nvPr/>
        </p:nvSpPr>
        <p:spPr>
          <a:xfrm>
            <a:off x="7004114" y="2604706"/>
            <a:ext cx="23431" cy="40569"/>
          </a:xfrm>
          <a:prstGeom prst="line">
            <a:avLst/>
          </a:prstGeom>
          <a:noFill/>
          <a:ln w="22860">
            <a:solidFill>
              <a:srgbClr val="333333"/>
            </a:solidFill>
            <a:prstDash val="solid"/>
          </a:ln>
        </p:spPr>
      </p:sp>
      <p:sp>
        <p:nvSpPr>
          <p:cNvPr id="866" name="Shape 864"/>
          <p:cNvSpPr/>
          <p:nvPr/>
        </p:nvSpPr>
        <p:spPr>
          <a:xfrm>
            <a:off x="7027545" y="2645274"/>
            <a:ext cx="23432" cy="40169"/>
          </a:xfrm>
          <a:prstGeom prst="line">
            <a:avLst/>
          </a:prstGeom>
          <a:noFill/>
          <a:ln w="22860">
            <a:solidFill>
              <a:srgbClr val="333333"/>
            </a:solidFill>
            <a:prstDash val="solid"/>
          </a:ln>
        </p:spPr>
      </p:sp>
      <p:sp>
        <p:nvSpPr>
          <p:cNvPr id="867" name="Shape 865"/>
          <p:cNvSpPr/>
          <p:nvPr/>
        </p:nvSpPr>
        <p:spPr>
          <a:xfrm>
            <a:off x="7050977" y="2685443"/>
            <a:ext cx="23432" cy="40023"/>
          </a:xfrm>
          <a:prstGeom prst="line">
            <a:avLst/>
          </a:prstGeom>
          <a:noFill/>
          <a:ln w="22860">
            <a:solidFill>
              <a:srgbClr val="333333"/>
            </a:solidFill>
            <a:prstDash val="solid"/>
          </a:ln>
        </p:spPr>
      </p:sp>
      <p:sp>
        <p:nvSpPr>
          <p:cNvPr id="868" name="Shape 866"/>
          <p:cNvSpPr/>
          <p:nvPr/>
        </p:nvSpPr>
        <p:spPr>
          <a:xfrm>
            <a:off x="7074408" y="2725466"/>
            <a:ext cx="23431" cy="40150"/>
          </a:xfrm>
          <a:prstGeom prst="line">
            <a:avLst/>
          </a:prstGeom>
          <a:noFill/>
          <a:ln w="22860">
            <a:solidFill>
              <a:srgbClr val="333333"/>
            </a:solidFill>
            <a:prstDash val="solid"/>
          </a:ln>
        </p:spPr>
      </p:sp>
      <p:sp>
        <p:nvSpPr>
          <p:cNvPr id="869" name="Shape 867"/>
          <p:cNvSpPr/>
          <p:nvPr/>
        </p:nvSpPr>
        <p:spPr>
          <a:xfrm>
            <a:off x="7097839" y="2765617"/>
            <a:ext cx="23432" cy="9438"/>
          </a:xfrm>
          <a:prstGeom prst="line">
            <a:avLst/>
          </a:prstGeom>
          <a:noFill/>
          <a:ln w="22860">
            <a:solidFill>
              <a:srgbClr val="333333"/>
            </a:solidFill>
            <a:prstDash val="solid"/>
          </a:ln>
        </p:spPr>
      </p:sp>
      <p:sp>
        <p:nvSpPr>
          <p:cNvPr id="870" name="Shape 868"/>
          <p:cNvSpPr/>
          <p:nvPr/>
        </p:nvSpPr>
        <p:spPr>
          <a:xfrm>
            <a:off x="7121271" y="2775054"/>
            <a:ext cx="23432" cy="9910"/>
          </a:xfrm>
          <a:prstGeom prst="line">
            <a:avLst/>
          </a:prstGeom>
          <a:noFill/>
          <a:ln w="22860">
            <a:solidFill>
              <a:srgbClr val="333333"/>
            </a:solidFill>
            <a:prstDash val="solid"/>
          </a:ln>
        </p:spPr>
      </p:sp>
      <p:sp>
        <p:nvSpPr>
          <p:cNvPr id="871" name="Shape 869"/>
          <p:cNvSpPr/>
          <p:nvPr/>
        </p:nvSpPr>
        <p:spPr>
          <a:xfrm>
            <a:off x="7144703" y="2784965"/>
            <a:ext cx="23431" cy="10474"/>
          </a:xfrm>
          <a:prstGeom prst="line">
            <a:avLst/>
          </a:prstGeom>
          <a:noFill/>
          <a:ln w="22860">
            <a:solidFill>
              <a:srgbClr val="333333"/>
            </a:solidFill>
            <a:prstDash val="solid"/>
          </a:ln>
        </p:spPr>
      </p:sp>
      <p:sp>
        <p:nvSpPr>
          <p:cNvPr id="872" name="Shape 870"/>
          <p:cNvSpPr/>
          <p:nvPr/>
        </p:nvSpPr>
        <p:spPr>
          <a:xfrm>
            <a:off x="7168134" y="2795439"/>
            <a:ext cx="23432" cy="11110"/>
          </a:xfrm>
          <a:prstGeom prst="line">
            <a:avLst/>
          </a:prstGeom>
          <a:noFill/>
          <a:ln w="22860">
            <a:solidFill>
              <a:srgbClr val="333333"/>
            </a:solidFill>
            <a:prstDash val="solid"/>
          </a:ln>
        </p:spPr>
      </p:sp>
      <p:sp>
        <p:nvSpPr>
          <p:cNvPr id="873" name="Shape 871"/>
          <p:cNvSpPr/>
          <p:nvPr/>
        </p:nvSpPr>
        <p:spPr>
          <a:xfrm>
            <a:off x="7191566" y="2806549"/>
            <a:ext cx="23432" cy="11801"/>
          </a:xfrm>
          <a:prstGeom prst="line">
            <a:avLst/>
          </a:prstGeom>
          <a:noFill/>
          <a:ln w="22860">
            <a:solidFill>
              <a:srgbClr val="333333"/>
            </a:solidFill>
            <a:prstDash val="solid"/>
          </a:ln>
        </p:spPr>
      </p:sp>
      <p:sp>
        <p:nvSpPr>
          <p:cNvPr id="874" name="Shape 872"/>
          <p:cNvSpPr/>
          <p:nvPr/>
        </p:nvSpPr>
        <p:spPr>
          <a:xfrm flipV="1">
            <a:off x="7214997" y="2818169"/>
            <a:ext cx="23432" cy="182"/>
          </a:xfrm>
          <a:prstGeom prst="line">
            <a:avLst/>
          </a:prstGeom>
          <a:noFill/>
          <a:ln w="22860">
            <a:solidFill>
              <a:srgbClr val="333333"/>
            </a:solidFill>
            <a:prstDash val="solid"/>
          </a:ln>
        </p:spPr>
      </p:sp>
      <p:sp>
        <p:nvSpPr>
          <p:cNvPr id="875" name="Shape 873"/>
          <p:cNvSpPr/>
          <p:nvPr/>
        </p:nvSpPr>
        <p:spPr>
          <a:xfrm>
            <a:off x="7238429" y="2818169"/>
            <a:ext cx="23431" cy="600"/>
          </a:xfrm>
          <a:prstGeom prst="line">
            <a:avLst/>
          </a:prstGeom>
          <a:noFill/>
          <a:ln w="22860">
            <a:solidFill>
              <a:srgbClr val="333333"/>
            </a:solidFill>
            <a:prstDash val="solid"/>
          </a:ln>
        </p:spPr>
      </p:sp>
      <p:sp>
        <p:nvSpPr>
          <p:cNvPr id="876" name="Shape 874"/>
          <p:cNvSpPr/>
          <p:nvPr/>
        </p:nvSpPr>
        <p:spPr>
          <a:xfrm>
            <a:off x="7261860" y="2818769"/>
            <a:ext cx="23432" cy="1400"/>
          </a:xfrm>
          <a:prstGeom prst="line">
            <a:avLst/>
          </a:prstGeom>
          <a:noFill/>
          <a:ln w="22860">
            <a:solidFill>
              <a:srgbClr val="333333"/>
            </a:solidFill>
            <a:prstDash val="solid"/>
          </a:ln>
        </p:spPr>
      </p:sp>
      <p:sp>
        <p:nvSpPr>
          <p:cNvPr id="877" name="Shape 875"/>
          <p:cNvSpPr/>
          <p:nvPr/>
        </p:nvSpPr>
        <p:spPr>
          <a:xfrm>
            <a:off x="7285292" y="2820169"/>
            <a:ext cx="23432" cy="2200"/>
          </a:xfrm>
          <a:prstGeom prst="line">
            <a:avLst/>
          </a:prstGeom>
          <a:noFill/>
          <a:ln w="22860">
            <a:solidFill>
              <a:srgbClr val="333333"/>
            </a:solidFill>
            <a:prstDash val="solid"/>
          </a:ln>
        </p:spPr>
      </p:sp>
      <p:sp>
        <p:nvSpPr>
          <p:cNvPr id="878" name="Shape 876"/>
          <p:cNvSpPr/>
          <p:nvPr/>
        </p:nvSpPr>
        <p:spPr>
          <a:xfrm>
            <a:off x="7308723" y="2822369"/>
            <a:ext cx="23431" cy="3019"/>
          </a:xfrm>
          <a:prstGeom prst="line">
            <a:avLst/>
          </a:prstGeom>
          <a:noFill/>
          <a:ln w="22860">
            <a:solidFill>
              <a:srgbClr val="333333"/>
            </a:solidFill>
            <a:prstDash val="solid"/>
          </a:ln>
        </p:spPr>
      </p:sp>
      <p:sp>
        <p:nvSpPr>
          <p:cNvPr id="879" name="Shape 877"/>
          <p:cNvSpPr/>
          <p:nvPr/>
        </p:nvSpPr>
        <p:spPr>
          <a:xfrm flipV="1">
            <a:off x="7332154" y="2814659"/>
            <a:ext cx="23432" cy="10729"/>
          </a:xfrm>
          <a:prstGeom prst="line">
            <a:avLst/>
          </a:prstGeom>
          <a:noFill/>
          <a:ln w="22860">
            <a:solidFill>
              <a:srgbClr val="333333"/>
            </a:solidFill>
            <a:prstDash val="solid"/>
          </a:ln>
        </p:spPr>
      </p:sp>
      <p:sp>
        <p:nvSpPr>
          <p:cNvPr id="880" name="Shape 878"/>
          <p:cNvSpPr/>
          <p:nvPr/>
        </p:nvSpPr>
        <p:spPr>
          <a:xfrm flipV="1">
            <a:off x="7355586" y="2804694"/>
            <a:ext cx="23432" cy="9965"/>
          </a:xfrm>
          <a:prstGeom prst="line">
            <a:avLst/>
          </a:prstGeom>
          <a:noFill/>
          <a:ln w="22860">
            <a:solidFill>
              <a:srgbClr val="333333"/>
            </a:solidFill>
            <a:prstDash val="solid"/>
          </a:ln>
        </p:spPr>
      </p:sp>
      <p:sp>
        <p:nvSpPr>
          <p:cNvPr id="881" name="Shape 879"/>
          <p:cNvSpPr/>
          <p:nvPr/>
        </p:nvSpPr>
        <p:spPr>
          <a:xfrm flipV="1">
            <a:off x="7379018" y="2795420"/>
            <a:ext cx="23431" cy="9274"/>
          </a:xfrm>
          <a:prstGeom prst="line">
            <a:avLst/>
          </a:prstGeom>
          <a:noFill/>
          <a:ln w="22860">
            <a:solidFill>
              <a:srgbClr val="333333"/>
            </a:solidFill>
            <a:prstDash val="solid"/>
          </a:ln>
        </p:spPr>
      </p:sp>
      <p:sp>
        <p:nvSpPr>
          <p:cNvPr id="882" name="Shape 880"/>
          <p:cNvSpPr/>
          <p:nvPr/>
        </p:nvSpPr>
        <p:spPr>
          <a:xfrm flipV="1">
            <a:off x="7402449" y="2786783"/>
            <a:ext cx="23432" cy="8637"/>
          </a:xfrm>
          <a:prstGeom prst="line">
            <a:avLst/>
          </a:prstGeom>
          <a:noFill/>
          <a:ln w="22860">
            <a:solidFill>
              <a:srgbClr val="333333"/>
            </a:solidFill>
            <a:prstDash val="solid"/>
          </a:ln>
        </p:spPr>
      </p:sp>
      <p:sp>
        <p:nvSpPr>
          <p:cNvPr id="883" name="Shape 881"/>
          <p:cNvSpPr/>
          <p:nvPr/>
        </p:nvSpPr>
        <p:spPr>
          <a:xfrm flipV="1">
            <a:off x="7425881" y="2778691"/>
            <a:ext cx="23432" cy="8092"/>
          </a:xfrm>
          <a:prstGeom prst="line">
            <a:avLst/>
          </a:prstGeom>
          <a:noFill/>
          <a:ln w="22860">
            <a:solidFill>
              <a:srgbClr val="333333"/>
            </a:solidFill>
            <a:prstDash val="solid"/>
          </a:ln>
        </p:spPr>
      </p:sp>
      <p:sp>
        <p:nvSpPr>
          <p:cNvPr id="884" name="Shape 882"/>
          <p:cNvSpPr/>
          <p:nvPr/>
        </p:nvSpPr>
        <p:spPr>
          <a:xfrm flipV="1">
            <a:off x="7449312" y="2771126"/>
            <a:ext cx="23431" cy="7565"/>
          </a:xfrm>
          <a:prstGeom prst="line">
            <a:avLst/>
          </a:prstGeom>
          <a:noFill/>
          <a:ln w="22860">
            <a:solidFill>
              <a:srgbClr val="333333"/>
            </a:solidFill>
            <a:prstDash val="solid"/>
          </a:ln>
        </p:spPr>
      </p:sp>
      <p:sp>
        <p:nvSpPr>
          <p:cNvPr id="885" name="Shape 883"/>
          <p:cNvSpPr/>
          <p:nvPr/>
        </p:nvSpPr>
        <p:spPr>
          <a:xfrm flipV="1">
            <a:off x="7472744" y="2764035"/>
            <a:ext cx="23432" cy="7092"/>
          </a:xfrm>
          <a:prstGeom prst="line">
            <a:avLst/>
          </a:prstGeom>
          <a:noFill/>
          <a:ln w="22860">
            <a:solidFill>
              <a:srgbClr val="333333"/>
            </a:solidFill>
            <a:prstDash val="solid"/>
          </a:ln>
        </p:spPr>
      </p:sp>
      <p:sp>
        <p:nvSpPr>
          <p:cNvPr id="886" name="Shape 884"/>
          <p:cNvSpPr/>
          <p:nvPr/>
        </p:nvSpPr>
        <p:spPr>
          <a:xfrm flipV="1">
            <a:off x="7496175" y="2757325"/>
            <a:ext cx="23432" cy="6710"/>
          </a:xfrm>
          <a:prstGeom prst="line">
            <a:avLst/>
          </a:prstGeom>
          <a:noFill/>
          <a:ln w="22860">
            <a:solidFill>
              <a:srgbClr val="333333"/>
            </a:solidFill>
            <a:prstDash val="solid"/>
          </a:ln>
        </p:spPr>
      </p:sp>
      <p:sp>
        <p:nvSpPr>
          <p:cNvPr id="887" name="Shape 885"/>
          <p:cNvSpPr/>
          <p:nvPr/>
        </p:nvSpPr>
        <p:spPr>
          <a:xfrm flipV="1">
            <a:off x="7519607" y="2750997"/>
            <a:ext cx="23431" cy="6328"/>
          </a:xfrm>
          <a:prstGeom prst="line">
            <a:avLst/>
          </a:prstGeom>
          <a:noFill/>
          <a:ln w="22860">
            <a:solidFill>
              <a:srgbClr val="333333"/>
            </a:solidFill>
            <a:prstDash val="solid"/>
          </a:ln>
        </p:spPr>
      </p:sp>
      <p:sp>
        <p:nvSpPr>
          <p:cNvPr id="888" name="Shape 886"/>
          <p:cNvSpPr/>
          <p:nvPr/>
        </p:nvSpPr>
        <p:spPr>
          <a:xfrm flipV="1">
            <a:off x="7543038" y="2744978"/>
            <a:ext cx="23432" cy="6019"/>
          </a:xfrm>
          <a:prstGeom prst="line">
            <a:avLst/>
          </a:prstGeom>
          <a:noFill/>
          <a:ln w="22860">
            <a:solidFill>
              <a:srgbClr val="333333"/>
            </a:solidFill>
            <a:prstDash val="solid"/>
          </a:ln>
        </p:spPr>
      </p:sp>
      <p:sp>
        <p:nvSpPr>
          <p:cNvPr id="889" name="Shape 887"/>
          <p:cNvSpPr/>
          <p:nvPr/>
        </p:nvSpPr>
        <p:spPr>
          <a:xfrm flipV="1">
            <a:off x="7566470" y="2739250"/>
            <a:ext cx="23432" cy="5728"/>
          </a:xfrm>
          <a:prstGeom prst="line">
            <a:avLst/>
          </a:prstGeom>
          <a:noFill/>
          <a:ln w="22860">
            <a:solidFill>
              <a:srgbClr val="333333"/>
            </a:solidFill>
            <a:prstDash val="solid"/>
          </a:ln>
        </p:spPr>
      </p:sp>
      <p:sp>
        <p:nvSpPr>
          <p:cNvPr id="890" name="Shape 888"/>
          <p:cNvSpPr/>
          <p:nvPr/>
        </p:nvSpPr>
        <p:spPr>
          <a:xfrm flipV="1">
            <a:off x="7589901" y="2733740"/>
            <a:ext cx="23431" cy="5510"/>
          </a:xfrm>
          <a:prstGeom prst="line">
            <a:avLst/>
          </a:prstGeom>
          <a:noFill/>
          <a:ln w="22860">
            <a:solidFill>
              <a:srgbClr val="333333"/>
            </a:solidFill>
            <a:prstDash val="solid"/>
          </a:ln>
        </p:spPr>
      </p:sp>
      <p:sp>
        <p:nvSpPr>
          <p:cNvPr id="891" name="Shape 889"/>
          <p:cNvSpPr/>
          <p:nvPr/>
        </p:nvSpPr>
        <p:spPr>
          <a:xfrm flipV="1">
            <a:off x="7613333" y="2728430"/>
            <a:ext cx="23432" cy="5310"/>
          </a:xfrm>
          <a:prstGeom prst="line">
            <a:avLst/>
          </a:prstGeom>
          <a:noFill/>
          <a:ln w="22860">
            <a:solidFill>
              <a:srgbClr val="333333"/>
            </a:solidFill>
            <a:prstDash val="solid"/>
          </a:ln>
        </p:spPr>
      </p:sp>
      <p:sp>
        <p:nvSpPr>
          <p:cNvPr id="892" name="Shape 890"/>
          <p:cNvSpPr/>
          <p:nvPr/>
        </p:nvSpPr>
        <p:spPr>
          <a:xfrm flipV="1">
            <a:off x="7636764" y="2723302"/>
            <a:ext cx="23432" cy="5128"/>
          </a:xfrm>
          <a:prstGeom prst="line">
            <a:avLst/>
          </a:prstGeom>
          <a:noFill/>
          <a:ln w="22860">
            <a:solidFill>
              <a:srgbClr val="333333"/>
            </a:solidFill>
            <a:prstDash val="solid"/>
          </a:ln>
        </p:spPr>
      </p:sp>
      <p:sp>
        <p:nvSpPr>
          <p:cNvPr id="893" name="Shape 891"/>
          <p:cNvSpPr/>
          <p:nvPr/>
        </p:nvSpPr>
        <p:spPr>
          <a:xfrm flipV="1">
            <a:off x="7660196" y="2718283"/>
            <a:ext cx="23431" cy="5019"/>
          </a:xfrm>
          <a:prstGeom prst="line">
            <a:avLst/>
          </a:prstGeom>
          <a:noFill/>
          <a:ln w="22860">
            <a:solidFill>
              <a:srgbClr val="333333"/>
            </a:solidFill>
            <a:prstDash val="solid"/>
          </a:ln>
        </p:spPr>
      </p:sp>
      <p:sp>
        <p:nvSpPr>
          <p:cNvPr id="894" name="Shape 892"/>
          <p:cNvSpPr/>
          <p:nvPr/>
        </p:nvSpPr>
        <p:spPr>
          <a:xfrm flipV="1">
            <a:off x="7683627" y="2713356"/>
            <a:ext cx="23432" cy="4928"/>
          </a:xfrm>
          <a:prstGeom prst="line">
            <a:avLst/>
          </a:prstGeom>
          <a:noFill/>
          <a:ln w="22860">
            <a:solidFill>
              <a:srgbClr val="333333"/>
            </a:solidFill>
            <a:prstDash val="solid"/>
          </a:ln>
        </p:spPr>
      </p:sp>
      <p:sp>
        <p:nvSpPr>
          <p:cNvPr id="895" name="Shape 893"/>
          <p:cNvSpPr/>
          <p:nvPr/>
        </p:nvSpPr>
        <p:spPr>
          <a:xfrm flipV="1">
            <a:off x="7707058" y="2708500"/>
            <a:ext cx="23432" cy="4855"/>
          </a:xfrm>
          <a:prstGeom prst="line">
            <a:avLst/>
          </a:prstGeom>
          <a:noFill/>
          <a:ln w="22860">
            <a:solidFill>
              <a:srgbClr val="333333"/>
            </a:solidFill>
            <a:prstDash val="solid"/>
          </a:ln>
        </p:spPr>
      </p:sp>
      <p:sp>
        <p:nvSpPr>
          <p:cNvPr id="896" name="Shape 894"/>
          <p:cNvSpPr/>
          <p:nvPr/>
        </p:nvSpPr>
        <p:spPr>
          <a:xfrm flipV="1">
            <a:off x="7730490" y="2703663"/>
            <a:ext cx="23431" cy="4837"/>
          </a:xfrm>
          <a:prstGeom prst="line">
            <a:avLst/>
          </a:prstGeom>
          <a:noFill/>
          <a:ln w="22860">
            <a:solidFill>
              <a:srgbClr val="333333"/>
            </a:solidFill>
            <a:prstDash val="solid"/>
          </a:ln>
        </p:spPr>
      </p:sp>
      <p:sp>
        <p:nvSpPr>
          <p:cNvPr id="897" name="Shape 895"/>
          <p:cNvSpPr/>
          <p:nvPr/>
        </p:nvSpPr>
        <p:spPr>
          <a:xfrm flipV="1">
            <a:off x="7753921" y="2698808"/>
            <a:ext cx="23432" cy="4855"/>
          </a:xfrm>
          <a:prstGeom prst="line">
            <a:avLst/>
          </a:prstGeom>
          <a:noFill/>
          <a:ln w="22860">
            <a:solidFill>
              <a:srgbClr val="333333"/>
            </a:solidFill>
            <a:prstDash val="solid"/>
          </a:ln>
        </p:spPr>
      </p:sp>
      <p:sp>
        <p:nvSpPr>
          <p:cNvPr id="898" name="Shape 896"/>
          <p:cNvSpPr/>
          <p:nvPr/>
        </p:nvSpPr>
        <p:spPr>
          <a:xfrm flipV="1">
            <a:off x="7777353" y="2693917"/>
            <a:ext cx="23432" cy="4892"/>
          </a:xfrm>
          <a:prstGeom prst="line">
            <a:avLst/>
          </a:prstGeom>
          <a:noFill/>
          <a:ln w="22860">
            <a:solidFill>
              <a:srgbClr val="333333"/>
            </a:solidFill>
            <a:prstDash val="solid"/>
          </a:ln>
        </p:spPr>
      </p:sp>
      <p:sp>
        <p:nvSpPr>
          <p:cNvPr id="899" name="Shape 897"/>
          <p:cNvSpPr/>
          <p:nvPr/>
        </p:nvSpPr>
        <p:spPr>
          <a:xfrm flipV="1">
            <a:off x="7800785" y="2688934"/>
            <a:ext cx="23432" cy="4982"/>
          </a:xfrm>
          <a:prstGeom prst="line">
            <a:avLst/>
          </a:prstGeom>
          <a:noFill/>
          <a:ln w="22860">
            <a:solidFill>
              <a:srgbClr val="333333"/>
            </a:solidFill>
            <a:prstDash val="solid"/>
          </a:ln>
        </p:spPr>
      </p:sp>
      <p:sp>
        <p:nvSpPr>
          <p:cNvPr id="900" name="Shape 898"/>
          <p:cNvSpPr/>
          <p:nvPr/>
        </p:nvSpPr>
        <p:spPr>
          <a:xfrm flipV="1">
            <a:off x="7824216" y="2683861"/>
            <a:ext cx="23431" cy="5073"/>
          </a:xfrm>
          <a:prstGeom prst="line">
            <a:avLst/>
          </a:prstGeom>
          <a:noFill/>
          <a:ln w="22860">
            <a:solidFill>
              <a:srgbClr val="333333"/>
            </a:solidFill>
            <a:prstDash val="solid"/>
          </a:ln>
        </p:spPr>
      </p:sp>
      <p:sp>
        <p:nvSpPr>
          <p:cNvPr id="901" name="Shape 899"/>
          <p:cNvSpPr/>
          <p:nvPr/>
        </p:nvSpPr>
        <p:spPr>
          <a:xfrm flipV="1">
            <a:off x="7847648" y="2678624"/>
            <a:ext cx="23432" cy="5237"/>
          </a:xfrm>
          <a:prstGeom prst="line">
            <a:avLst/>
          </a:prstGeom>
          <a:noFill/>
          <a:ln w="22860">
            <a:solidFill>
              <a:srgbClr val="333333"/>
            </a:solidFill>
            <a:prstDash val="solid"/>
          </a:ln>
        </p:spPr>
      </p:sp>
      <p:sp>
        <p:nvSpPr>
          <p:cNvPr id="902" name="Shape 900"/>
          <p:cNvSpPr/>
          <p:nvPr/>
        </p:nvSpPr>
        <p:spPr>
          <a:xfrm flipV="1">
            <a:off x="7871079" y="2673205"/>
            <a:ext cx="23432" cy="5419"/>
          </a:xfrm>
          <a:prstGeom prst="line">
            <a:avLst/>
          </a:prstGeom>
          <a:noFill/>
          <a:ln w="22860">
            <a:solidFill>
              <a:srgbClr val="333333"/>
            </a:solidFill>
            <a:prstDash val="solid"/>
          </a:ln>
        </p:spPr>
      </p:sp>
      <p:sp>
        <p:nvSpPr>
          <p:cNvPr id="903" name="Shape 901"/>
          <p:cNvSpPr/>
          <p:nvPr/>
        </p:nvSpPr>
        <p:spPr>
          <a:xfrm flipV="1">
            <a:off x="7894511" y="2667568"/>
            <a:ext cx="23431" cy="5637"/>
          </a:xfrm>
          <a:prstGeom prst="line">
            <a:avLst/>
          </a:prstGeom>
          <a:noFill/>
          <a:ln w="22860">
            <a:solidFill>
              <a:srgbClr val="333333"/>
            </a:solidFill>
            <a:prstDash val="solid"/>
          </a:ln>
        </p:spPr>
      </p:sp>
      <p:sp>
        <p:nvSpPr>
          <p:cNvPr id="904" name="Shape 902"/>
          <p:cNvSpPr/>
          <p:nvPr/>
        </p:nvSpPr>
        <p:spPr>
          <a:xfrm flipV="1">
            <a:off x="7917942" y="2661676"/>
            <a:ext cx="23432" cy="5892"/>
          </a:xfrm>
          <a:prstGeom prst="line">
            <a:avLst/>
          </a:prstGeom>
          <a:noFill/>
          <a:ln w="22860">
            <a:solidFill>
              <a:srgbClr val="333333"/>
            </a:solidFill>
            <a:prstDash val="solid"/>
          </a:ln>
        </p:spPr>
      </p:sp>
      <p:sp>
        <p:nvSpPr>
          <p:cNvPr id="905" name="Shape 903"/>
          <p:cNvSpPr/>
          <p:nvPr/>
        </p:nvSpPr>
        <p:spPr>
          <a:xfrm flipV="1">
            <a:off x="7941374" y="2655476"/>
            <a:ext cx="23432" cy="6201"/>
          </a:xfrm>
          <a:prstGeom prst="line">
            <a:avLst/>
          </a:prstGeom>
          <a:noFill/>
          <a:ln w="22860">
            <a:solidFill>
              <a:srgbClr val="333333"/>
            </a:solidFill>
            <a:prstDash val="solid"/>
          </a:ln>
        </p:spPr>
      </p:sp>
      <p:sp>
        <p:nvSpPr>
          <p:cNvPr id="906" name="Shape 904"/>
          <p:cNvSpPr/>
          <p:nvPr/>
        </p:nvSpPr>
        <p:spPr>
          <a:xfrm flipV="1">
            <a:off x="7964805" y="2648929"/>
            <a:ext cx="23431" cy="6546"/>
          </a:xfrm>
          <a:prstGeom prst="line">
            <a:avLst/>
          </a:prstGeom>
          <a:noFill/>
          <a:ln w="22860">
            <a:solidFill>
              <a:srgbClr val="333333"/>
            </a:solidFill>
            <a:prstDash val="solid"/>
          </a:ln>
        </p:spPr>
      </p:sp>
      <p:sp>
        <p:nvSpPr>
          <p:cNvPr id="907" name="Shape 905"/>
          <p:cNvSpPr/>
          <p:nvPr/>
        </p:nvSpPr>
        <p:spPr>
          <a:xfrm flipV="1">
            <a:off x="7988237" y="2642001"/>
            <a:ext cx="23432" cy="6928"/>
          </a:xfrm>
          <a:prstGeom prst="line">
            <a:avLst/>
          </a:prstGeom>
          <a:noFill/>
          <a:ln w="22860">
            <a:solidFill>
              <a:srgbClr val="333333"/>
            </a:solidFill>
            <a:prstDash val="solid"/>
          </a:ln>
        </p:spPr>
      </p:sp>
      <p:sp>
        <p:nvSpPr>
          <p:cNvPr id="908" name="Shape 906"/>
          <p:cNvSpPr/>
          <p:nvPr/>
        </p:nvSpPr>
        <p:spPr>
          <a:xfrm flipV="1">
            <a:off x="8011668" y="2634618"/>
            <a:ext cx="23431" cy="7383"/>
          </a:xfrm>
          <a:prstGeom prst="line">
            <a:avLst/>
          </a:prstGeom>
          <a:noFill/>
          <a:ln w="22860">
            <a:solidFill>
              <a:srgbClr val="333333"/>
            </a:solidFill>
            <a:prstDash val="solid"/>
          </a:ln>
        </p:spPr>
      </p:sp>
      <p:sp>
        <p:nvSpPr>
          <p:cNvPr id="909" name="Shape 907"/>
          <p:cNvSpPr/>
          <p:nvPr/>
        </p:nvSpPr>
        <p:spPr>
          <a:xfrm flipV="1">
            <a:off x="8035100" y="2626763"/>
            <a:ext cx="23432" cy="7856"/>
          </a:xfrm>
          <a:prstGeom prst="line">
            <a:avLst/>
          </a:prstGeom>
          <a:noFill/>
          <a:ln w="22860">
            <a:solidFill>
              <a:srgbClr val="333333"/>
            </a:solidFill>
            <a:prstDash val="solid"/>
          </a:ln>
        </p:spPr>
      </p:sp>
      <p:sp>
        <p:nvSpPr>
          <p:cNvPr id="910" name="Shape 908"/>
          <p:cNvSpPr/>
          <p:nvPr/>
        </p:nvSpPr>
        <p:spPr>
          <a:xfrm flipV="1">
            <a:off x="8058531" y="2618344"/>
            <a:ext cx="23432" cy="8419"/>
          </a:xfrm>
          <a:prstGeom prst="line">
            <a:avLst/>
          </a:prstGeom>
          <a:noFill/>
          <a:ln w="22860">
            <a:solidFill>
              <a:srgbClr val="333333"/>
            </a:solidFill>
            <a:prstDash val="solid"/>
          </a:ln>
        </p:spPr>
      </p:sp>
      <p:sp>
        <p:nvSpPr>
          <p:cNvPr id="911" name="Shape 909"/>
          <p:cNvSpPr/>
          <p:nvPr/>
        </p:nvSpPr>
        <p:spPr>
          <a:xfrm flipV="1">
            <a:off x="8081962" y="2609343"/>
            <a:ext cx="23432" cy="9001"/>
          </a:xfrm>
          <a:prstGeom prst="line">
            <a:avLst/>
          </a:prstGeom>
          <a:noFill/>
          <a:ln w="22860">
            <a:solidFill>
              <a:srgbClr val="333333"/>
            </a:solidFill>
            <a:prstDash val="solid"/>
          </a:ln>
        </p:spPr>
      </p:sp>
      <p:sp>
        <p:nvSpPr>
          <p:cNvPr id="912" name="Shape 910"/>
          <p:cNvSpPr/>
          <p:nvPr/>
        </p:nvSpPr>
        <p:spPr>
          <a:xfrm flipV="1">
            <a:off x="8105394" y="2596886"/>
            <a:ext cx="23432" cy="12456"/>
          </a:xfrm>
          <a:prstGeom prst="line">
            <a:avLst/>
          </a:prstGeom>
          <a:noFill/>
          <a:ln w="22860">
            <a:solidFill>
              <a:srgbClr val="333333"/>
            </a:solidFill>
            <a:prstDash val="solid"/>
          </a:ln>
        </p:spPr>
      </p:sp>
      <p:sp>
        <p:nvSpPr>
          <p:cNvPr id="913" name="Shape 911"/>
          <p:cNvSpPr/>
          <p:nvPr/>
        </p:nvSpPr>
        <p:spPr>
          <a:xfrm flipV="1">
            <a:off x="8128826" y="2583703"/>
            <a:ext cx="23431" cy="13183"/>
          </a:xfrm>
          <a:prstGeom prst="line">
            <a:avLst/>
          </a:prstGeom>
          <a:noFill/>
          <a:ln w="22860">
            <a:solidFill>
              <a:srgbClr val="333333"/>
            </a:solidFill>
            <a:prstDash val="solid"/>
          </a:ln>
        </p:spPr>
      </p:sp>
      <p:sp>
        <p:nvSpPr>
          <p:cNvPr id="914" name="Shape 912"/>
          <p:cNvSpPr/>
          <p:nvPr/>
        </p:nvSpPr>
        <p:spPr>
          <a:xfrm flipV="1">
            <a:off x="8152257" y="2569665"/>
            <a:ext cx="23432" cy="14038"/>
          </a:xfrm>
          <a:prstGeom prst="line">
            <a:avLst/>
          </a:prstGeom>
          <a:noFill/>
          <a:ln w="22860">
            <a:solidFill>
              <a:srgbClr val="333333"/>
            </a:solidFill>
            <a:prstDash val="solid"/>
          </a:ln>
        </p:spPr>
      </p:sp>
      <p:sp>
        <p:nvSpPr>
          <p:cNvPr id="915" name="Shape 913"/>
          <p:cNvSpPr/>
          <p:nvPr/>
        </p:nvSpPr>
        <p:spPr>
          <a:xfrm flipV="1">
            <a:off x="8175689" y="2554681"/>
            <a:ext cx="23431" cy="14984"/>
          </a:xfrm>
          <a:prstGeom prst="line">
            <a:avLst/>
          </a:prstGeom>
          <a:noFill/>
          <a:ln w="22860">
            <a:solidFill>
              <a:srgbClr val="333333"/>
            </a:solidFill>
            <a:prstDash val="solid"/>
          </a:ln>
        </p:spPr>
      </p:sp>
      <p:sp>
        <p:nvSpPr>
          <p:cNvPr id="916" name="Shape 914"/>
          <p:cNvSpPr/>
          <p:nvPr/>
        </p:nvSpPr>
        <p:spPr>
          <a:xfrm flipV="1">
            <a:off x="8199120" y="2538661"/>
            <a:ext cx="23432" cy="16020"/>
          </a:xfrm>
          <a:prstGeom prst="line">
            <a:avLst/>
          </a:prstGeom>
          <a:noFill/>
          <a:ln w="22860">
            <a:solidFill>
              <a:srgbClr val="333333"/>
            </a:solidFill>
            <a:prstDash val="solid"/>
          </a:ln>
        </p:spPr>
      </p:sp>
      <p:sp>
        <p:nvSpPr>
          <p:cNvPr id="917" name="Shape 915"/>
          <p:cNvSpPr/>
          <p:nvPr/>
        </p:nvSpPr>
        <p:spPr>
          <a:xfrm flipV="1">
            <a:off x="8222552" y="2521495"/>
            <a:ext cx="23432" cy="17166"/>
          </a:xfrm>
          <a:prstGeom prst="line">
            <a:avLst/>
          </a:prstGeom>
          <a:noFill/>
          <a:ln w="22860">
            <a:solidFill>
              <a:srgbClr val="333333"/>
            </a:solidFill>
            <a:prstDash val="solid"/>
          </a:ln>
        </p:spPr>
      </p:sp>
      <p:sp>
        <p:nvSpPr>
          <p:cNvPr id="918" name="Shape 916"/>
          <p:cNvSpPr/>
          <p:nvPr/>
        </p:nvSpPr>
        <p:spPr>
          <a:xfrm>
            <a:off x="8245983" y="2521495"/>
            <a:ext cx="23432" cy="15566"/>
          </a:xfrm>
          <a:prstGeom prst="line">
            <a:avLst/>
          </a:prstGeom>
          <a:noFill/>
          <a:ln w="22860">
            <a:solidFill>
              <a:srgbClr val="333333"/>
            </a:solidFill>
            <a:prstDash val="solid"/>
          </a:ln>
        </p:spPr>
      </p:sp>
      <p:sp>
        <p:nvSpPr>
          <p:cNvPr id="919" name="Shape 917"/>
          <p:cNvSpPr/>
          <p:nvPr/>
        </p:nvSpPr>
        <p:spPr>
          <a:xfrm>
            <a:off x="8269415" y="2537061"/>
            <a:ext cx="23431" cy="14420"/>
          </a:xfrm>
          <a:prstGeom prst="line">
            <a:avLst/>
          </a:prstGeom>
          <a:noFill/>
          <a:ln w="22860">
            <a:solidFill>
              <a:srgbClr val="333333"/>
            </a:solidFill>
            <a:prstDash val="solid"/>
          </a:ln>
        </p:spPr>
      </p:sp>
      <p:sp>
        <p:nvSpPr>
          <p:cNvPr id="920" name="Shape 918"/>
          <p:cNvSpPr/>
          <p:nvPr/>
        </p:nvSpPr>
        <p:spPr>
          <a:xfrm>
            <a:off x="8292846" y="2551481"/>
            <a:ext cx="23432" cy="13347"/>
          </a:xfrm>
          <a:prstGeom prst="line">
            <a:avLst/>
          </a:prstGeom>
          <a:noFill/>
          <a:ln w="22860">
            <a:solidFill>
              <a:srgbClr val="333333"/>
            </a:solidFill>
            <a:prstDash val="solid"/>
          </a:ln>
        </p:spPr>
      </p:sp>
      <p:sp>
        <p:nvSpPr>
          <p:cNvPr id="921" name="Shape 919"/>
          <p:cNvSpPr/>
          <p:nvPr/>
        </p:nvSpPr>
        <p:spPr>
          <a:xfrm>
            <a:off x="8316278" y="2564828"/>
            <a:ext cx="23431" cy="12365"/>
          </a:xfrm>
          <a:prstGeom prst="line">
            <a:avLst/>
          </a:prstGeom>
          <a:noFill/>
          <a:ln w="22860">
            <a:solidFill>
              <a:srgbClr val="333333"/>
            </a:solidFill>
            <a:prstDash val="solid"/>
          </a:ln>
        </p:spPr>
      </p:sp>
      <p:sp>
        <p:nvSpPr>
          <p:cNvPr id="922" name="Shape 920"/>
          <p:cNvSpPr/>
          <p:nvPr/>
        </p:nvSpPr>
        <p:spPr>
          <a:xfrm>
            <a:off x="8339709" y="2577193"/>
            <a:ext cx="23432" cy="11492"/>
          </a:xfrm>
          <a:prstGeom prst="line">
            <a:avLst/>
          </a:prstGeom>
          <a:noFill/>
          <a:ln w="22860">
            <a:solidFill>
              <a:srgbClr val="333333"/>
            </a:solidFill>
            <a:prstDash val="solid"/>
          </a:ln>
        </p:spPr>
      </p:sp>
      <p:sp>
        <p:nvSpPr>
          <p:cNvPr id="923" name="Shape 921"/>
          <p:cNvSpPr/>
          <p:nvPr/>
        </p:nvSpPr>
        <p:spPr>
          <a:xfrm>
            <a:off x="8363141" y="2588685"/>
            <a:ext cx="23432" cy="10674"/>
          </a:xfrm>
          <a:prstGeom prst="line">
            <a:avLst/>
          </a:prstGeom>
          <a:noFill/>
          <a:ln w="22860">
            <a:solidFill>
              <a:srgbClr val="333333"/>
            </a:solidFill>
            <a:prstDash val="solid"/>
          </a:ln>
        </p:spPr>
      </p:sp>
      <p:sp>
        <p:nvSpPr>
          <p:cNvPr id="924" name="Shape 922"/>
          <p:cNvSpPr/>
          <p:nvPr/>
        </p:nvSpPr>
        <p:spPr>
          <a:xfrm>
            <a:off x="8386572" y="2599360"/>
            <a:ext cx="23432" cy="22985"/>
          </a:xfrm>
          <a:prstGeom prst="line">
            <a:avLst/>
          </a:prstGeom>
          <a:noFill/>
          <a:ln w="22860">
            <a:solidFill>
              <a:srgbClr val="333333"/>
            </a:solidFill>
            <a:prstDash val="solid"/>
          </a:ln>
        </p:spPr>
      </p:sp>
      <p:sp>
        <p:nvSpPr>
          <p:cNvPr id="925" name="Shape 923"/>
          <p:cNvSpPr/>
          <p:nvPr/>
        </p:nvSpPr>
        <p:spPr>
          <a:xfrm>
            <a:off x="8410004" y="2622344"/>
            <a:ext cx="23431" cy="22403"/>
          </a:xfrm>
          <a:prstGeom prst="line">
            <a:avLst/>
          </a:prstGeom>
          <a:noFill/>
          <a:ln w="22860">
            <a:solidFill>
              <a:srgbClr val="333333"/>
            </a:solidFill>
            <a:prstDash val="solid"/>
          </a:ln>
        </p:spPr>
      </p:sp>
      <p:sp>
        <p:nvSpPr>
          <p:cNvPr id="926" name="Shape 924"/>
          <p:cNvSpPr/>
          <p:nvPr/>
        </p:nvSpPr>
        <p:spPr>
          <a:xfrm>
            <a:off x="8433435" y="2644747"/>
            <a:ext cx="23432" cy="21985"/>
          </a:xfrm>
          <a:prstGeom prst="line">
            <a:avLst/>
          </a:prstGeom>
          <a:noFill/>
          <a:ln w="22860">
            <a:solidFill>
              <a:srgbClr val="333333"/>
            </a:solidFill>
            <a:prstDash val="solid"/>
          </a:ln>
        </p:spPr>
      </p:sp>
      <p:sp>
        <p:nvSpPr>
          <p:cNvPr id="927" name="Shape 925"/>
          <p:cNvSpPr/>
          <p:nvPr/>
        </p:nvSpPr>
        <p:spPr>
          <a:xfrm>
            <a:off x="8456867" y="2666732"/>
            <a:ext cx="23431" cy="21712"/>
          </a:xfrm>
          <a:prstGeom prst="line">
            <a:avLst/>
          </a:prstGeom>
          <a:noFill/>
          <a:ln w="22860">
            <a:solidFill>
              <a:srgbClr val="333333"/>
            </a:solidFill>
            <a:prstDash val="solid"/>
          </a:ln>
        </p:spPr>
      </p:sp>
      <p:sp>
        <p:nvSpPr>
          <p:cNvPr id="928" name="Shape 926"/>
          <p:cNvSpPr/>
          <p:nvPr/>
        </p:nvSpPr>
        <p:spPr>
          <a:xfrm>
            <a:off x="8480298" y="2688443"/>
            <a:ext cx="23432" cy="21603"/>
          </a:xfrm>
          <a:prstGeom prst="line">
            <a:avLst/>
          </a:prstGeom>
          <a:noFill/>
          <a:ln w="22860">
            <a:solidFill>
              <a:srgbClr val="333333"/>
            </a:solidFill>
            <a:prstDash val="solid"/>
          </a:ln>
        </p:spPr>
      </p:sp>
      <p:sp>
        <p:nvSpPr>
          <p:cNvPr id="929" name="Shape 927"/>
          <p:cNvSpPr/>
          <p:nvPr/>
        </p:nvSpPr>
        <p:spPr>
          <a:xfrm>
            <a:off x="8503730" y="2710046"/>
            <a:ext cx="23432" cy="21621"/>
          </a:xfrm>
          <a:prstGeom prst="line">
            <a:avLst/>
          </a:prstGeom>
          <a:noFill/>
          <a:ln w="22860">
            <a:solidFill>
              <a:srgbClr val="333333"/>
            </a:solidFill>
            <a:prstDash val="solid"/>
          </a:ln>
        </p:spPr>
      </p:sp>
      <p:sp>
        <p:nvSpPr>
          <p:cNvPr id="930" name="Shape 928"/>
          <p:cNvSpPr/>
          <p:nvPr/>
        </p:nvSpPr>
        <p:spPr>
          <a:xfrm>
            <a:off x="8527161" y="2731667"/>
            <a:ext cx="23432" cy="21821"/>
          </a:xfrm>
          <a:prstGeom prst="line">
            <a:avLst/>
          </a:prstGeom>
          <a:noFill/>
          <a:ln w="22860">
            <a:solidFill>
              <a:srgbClr val="333333"/>
            </a:solidFill>
            <a:prstDash val="solid"/>
          </a:ln>
        </p:spPr>
      </p:sp>
      <p:sp>
        <p:nvSpPr>
          <p:cNvPr id="931" name="Shape 929"/>
          <p:cNvSpPr/>
          <p:nvPr/>
        </p:nvSpPr>
        <p:spPr>
          <a:xfrm flipV="1">
            <a:off x="8550593" y="2749633"/>
            <a:ext cx="23431" cy="3855"/>
          </a:xfrm>
          <a:prstGeom prst="line">
            <a:avLst/>
          </a:prstGeom>
          <a:noFill/>
          <a:ln w="22860">
            <a:solidFill>
              <a:srgbClr val="333333"/>
            </a:solidFill>
            <a:prstDash val="solid"/>
          </a:ln>
        </p:spPr>
      </p:sp>
      <p:sp>
        <p:nvSpPr>
          <p:cNvPr id="932" name="Shape 930"/>
          <p:cNvSpPr/>
          <p:nvPr/>
        </p:nvSpPr>
        <p:spPr>
          <a:xfrm flipV="1">
            <a:off x="8574024" y="2746069"/>
            <a:ext cx="23432" cy="3564"/>
          </a:xfrm>
          <a:prstGeom prst="line">
            <a:avLst/>
          </a:prstGeom>
          <a:noFill/>
          <a:ln w="22860">
            <a:solidFill>
              <a:srgbClr val="333333"/>
            </a:solidFill>
            <a:prstDash val="solid"/>
          </a:ln>
        </p:spPr>
      </p:sp>
      <p:sp>
        <p:nvSpPr>
          <p:cNvPr id="933" name="Shape 931"/>
          <p:cNvSpPr/>
          <p:nvPr/>
        </p:nvSpPr>
        <p:spPr>
          <a:xfrm flipV="1">
            <a:off x="8597456" y="2742796"/>
            <a:ext cx="23432" cy="3273"/>
          </a:xfrm>
          <a:prstGeom prst="line">
            <a:avLst/>
          </a:prstGeom>
          <a:noFill/>
          <a:ln w="22860">
            <a:solidFill>
              <a:srgbClr val="333333"/>
            </a:solidFill>
            <a:prstDash val="solid"/>
          </a:ln>
        </p:spPr>
      </p:sp>
      <p:sp>
        <p:nvSpPr>
          <p:cNvPr id="934" name="Shape 932"/>
          <p:cNvSpPr/>
          <p:nvPr/>
        </p:nvSpPr>
        <p:spPr>
          <a:xfrm flipV="1">
            <a:off x="8620887" y="2739777"/>
            <a:ext cx="23431" cy="3019"/>
          </a:xfrm>
          <a:prstGeom prst="line">
            <a:avLst/>
          </a:prstGeom>
          <a:noFill/>
          <a:ln w="22860">
            <a:solidFill>
              <a:srgbClr val="333333"/>
            </a:solidFill>
            <a:prstDash val="solid"/>
          </a:ln>
        </p:spPr>
      </p:sp>
      <p:sp>
        <p:nvSpPr>
          <p:cNvPr id="935" name="Shape 933"/>
          <p:cNvSpPr/>
          <p:nvPr/>
        </p:nvSpPr>
        <p:spPr>
          <a:xfrm flipV="1">
            <a:off x="8644319" y="2736995"/>
            <a:ext cx="23432" cy="2782"/>
          </a:xfrm>
          <a:prstGeom prst="line">
            <a:avLst/>
          </a:prstGeom>
          <a:noFill/>
          <a:ln w="22860">
            <a:solidFill>
              <a:srgbClr val="333333"/>
            </a:solidFill>
            <a:prstDash val="solid"/>
          </a:ln>
        </p:spPr>
      </p:sp>
      <p:sp>
        <p:nvSpPr>
          <p:cNvPr id="936" name="Shape 934"/>
          <p:cNvSpPr/>
          <p:nvPr/>
        </p:nvSpPr>
        <p:spPr>
          <a:xfrm>
            <a:off x="6372035" y="2639726"/>
            <a:ext cx="45720" cy="45720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937" name="Shape 935"/>
          <p:cNvSpPr/>
          <p:nvPr/>
        </p:nvSpPr>
        <p:spPr>
          <a:xfrm>
            <a:off x="6489192" y="2536349"/>
            <a:ext cx="45720" cy="45720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938" name="Shape 936"/>
          <p:cNvSpPr/>
          <p:nvPr/>
        </p:nvSpPr>
        <p:spPr>
          <a:xfrm>
            <a:off x="6606350" y="2543059"/>
            <a:ext cx="45720" cy="45720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939" name="Shape 937"/>
          <p:cNvSpPr/>
          <p:nvPr/>
        </p:nvSpPr>
        <p:spPr>
          <a:xfrm>
            <a:off x="6723507" y="2532767"/>
            <a:ext cx="45720" cy="45720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940" name="Shape 938"/>
          <p:cNvSpPr/>
          <p:nvPr/>
        </p:nvSpPr>
        <p:spPr>
          <a:xfrm>
            <a:off x="6840665" y="2535640"/>
            <a:ext cx="45720" cy="45720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941" name="Shape 939"/>
          <p:cNvSpPr/>
          <p:nvPr/>
        </p:nvSpPr>
        <p:spPr>
          <a:xfrm>
            <a:off x="6957822" y="2535494"/>
            <a:ext cx="45720" cy="45720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942" name="Shape 940"/>
          <p:cNvSpPr/>
          <p:nvPr/>
        </p:nvSpPr>
        <p:spPr>
          <a:xfrm>
            <a:off x="7074980" y="2746430"/>
            <a:ext cx="45720" cy="45720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943" name="Shape 941"/>
          <p:cNvSpPr/>
          <p:nvPr/>
        </p:nvSpPr>
        <p:spPr>
          <a:xfrm>
            <a:off x="7192137" y="2796982"/>
            <a:ext cx="45720" cy="45720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944" name="Shape 942"/>
          <p:cNvSpPr/>
          <p:nvPr/>
        </p:nvSpPr>
        <p:spPr>
          <a:xfrm>
            <a:off x="7309295" y="2804237"/>
            <a:ext cx="45720" cy="45720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945" name="Shape 943"/>
          <p:cNvSpPr/>
          <p:nvPr/>
        </p:nvSpPr>
        <p:spPr>
          <a:xfrm>
            <a:off x="8082534" y="2586810"/>
            <a:ext cx="45720" cy="45720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946" name="Shape 944"/>
          <p:cNvSpPr/>
          <p:nvPr/>
        </p:nvSpPr>
        <p:spPr>
          <a:xfrm>
            <a:off x="8223123" y="2494635"/>
            <a:ext cx="45720" cy="45720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947" name="Shape 945"/>
          <p:cNvSpPr/>
          <p:nvPr/>
        </p:nvSpPr>
        <p:spPr>
          <a:xfrm>
            <a:off x="8363712" y="2574972"/>
            <a:ext cx="45720" cy="45720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948" name="Shape 946"/>
          <p:cNvSpPr/>
          <p:nvPr/>
        </p:nvSpPr>
        <p:spPr>
          <a:xfrm>
            <a:off x="8527733" y="2733683"/>
            <a:ext cx="45720" cy="45720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949" name="Text 947"/>
          <p:cNvSpPr txBox="1"/>
          <p:nvPr/>
        </p:nvSpPr>
        <p:spPr>
          <a:xfrm>
            <a:off x="6248400" y="3295650"/>
            <a:ext cx="2495550" cy="2933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바로 옆 점하고만 값이 비슷하다고 봅니다.</a:t>
            </a:r>
            <a:endParaRPr lang="en-US" sz="825" dirty="0"/>
          </a:p>
        </p:txBody>
      </p:sp>
      <p:sp>
        <p:nvSpPr>
          <p:cNvPr id="950" name="Text 948"/>
          <p:cNvSpPr txBox="1"/>
          <p:nvPr/>
        </p:nvSpPr>
        <p:spPr>
          <a:xfrm>
            <a:off x="6248400" y="3733800"/>
            <a:ext cx="4953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50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좋은 점</a:t>
            </a:r>
            <a:endParaRPr lang="en-US" sz="750" dirty="0"/>
          </a:p>
        </p:txBody>
      </p:sp>
      <p:sp>
        <p:nvSpPr>
          <p:cNvPr id="951" name="Text 949"/>
          <p:cNvSpPr txBox="1"/>
          <p:nvPr/>
        </p:nvSpPr>
        <p:spPr>
          <a:xfrm>
            <a:off x="6800850" y="3733800"/>
            <a:ext cx="19431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값이 갑자기 변해도 따라갑니다</a:t>
            </a:r>
            <a:endParaRPr lang="en-US" sz="788" dirty="0"/>
          </a:p>
        </p:txBody>
      </p:sp>
      <p:sp>
        <p:nvSpPr>
          <p:cNvPr id="952" name="Text 950"/>
          <p:cNvSpPr txBox="1"/>
          <p:nvPr/>
        </p:nvSpPr>
        <p:spPr>
          <a:xfrm>
            <a:off x="6248400" y="4095750"/>
            <a:ext cx="5334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50" b="1" dirty="0">
                <a:solidFill>
                  <a:srgbClr val="FF6F0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아쉬운 점</a:t>
            </a:r>
            <a:endParaRPr lang="en-US" sz="750" dirty="0"/>
          </a:p>
        </p:txBody>
      </p:sp>
      <p:sp>
        <p:nvSpPr>
          <p:cNvPr id="953" name="Text 951"/>
          <p:cNvSpPr txBox="1"/>
          <p:nvPr/>
        </p:nvSpPr>
        <p:spPr>
          <a:xfrm>
            <a:off x="6819900" y="4095750"/>
            <a:ext cx="1924050" cy="3900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튀는 값까지 따라가 선이 출렁입니다</a:t>
            </a:r>
            <a:endParaRPr lang="en-US" sz="788" dirty="0"/>
          </a:p>
        </p:txBody>
      </p:sp>
      <p:sp>
        <p:nvSpPr>
          <p:cNvPr id="954" name="Shape 952"/>
          <p:cNvSpPr/>
          <p:nvPr/>
        </p:nvSpPr>
        <p:spPr>
          <a:xfrm>
            <a:off x="8839200" y="1924050"/>
            <a:ext cx="0" cy="241935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955" name="Text 953"/>
          <p:cNvSpPr txBox="1"/>
          <p:nvPr/>
        </p:nvSpPr>
        <p:spPr>
          <a:xfrm>
            <a:off x="8934450" y="1962150"/>
            <a:ext cx="1428750" cy="17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1125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 · RBF</a:t>
            </a:r>
            <a:endParaRPr lang="en-US" sz="1125" dirty="0"/>
          </a:p>
        </p:txBody>
      </p:sp>
      <p:sp>
        <p:nvSpPr>
          <p:cNvPr id="956" name="Text 954"/>
          <p:cNvSpPr txBox="1"/>
          <p:nvPr/>
        </p:nvSpPr>
        <p:spPr>
          <a:xfrm>
            <a:off x="10363200" y="2000250"/>
            <a:ext cx="10668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우리가 고른 것</a:t>
            </a:r>
            <a:endParaRPr lang="en-US" sz="750" dirty="0"/>
          </a:p>
        </p:txBody>
      </p:sp>
      <p:sp>
        <p:nvSpPr>
          <p:cNvPr id="957" name="Shape 955"/>
          <p:cNvSpPr/>
          <p:nvPr/>
        </p:nvSpPr>
        <p:spPr>
          <a:xfrm>
            <a:off x="8934450" y="2209800"/>
            <a:ext cx="2495550" cy="990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EE3E9"/>
            </a:solidFill>
            <a:prstDash val="solid"/>
          </a:ln>
        </p:spPr>
      </p:sp>
      <p:sp>
        <p:nvSpPr>
          <p:cNvPr id="958" name="Shape 956"/>
          <p:cNvSpPr/>
          <p:nvPr/>
        </p:nvSpPr>
        <p:spPr>
          <a:xfrm>
            <a:off x="9010650" y="2705100"/>
            <a:ext cx="23431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959" name="Shape 957"/>
          <p:cNvSpPr/>
          <p:nvPr/>
        </p:nvSpPr>
        <p:spPr>
          <a:xfrm flipV="1">
            <a:off x="9010650" y="2705282"/>
            <a:ext cx="23432" cy="20584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960" name="Shape 958"/>
          <p:cNvSpPr/>
          <p:nvPr/>
        </p:nvSpPr>
        <p:spPr>
          <a:xfrm flipV="1">
            <a:off x="9034082" y="2686025"/>
            <a:ext cx="23431" cy="19257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961" name="Shape 959"/>
          <p:cNvSpPr/>
          <p:nvPr/>
        </p:nvSpPr>
        <p:spPr>
          <a:xfrm flipV="1">
            <a:off x="9057513" y="2668532"/>
            <a:ext cx="23432" cy="17493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962" name="Shape 960"/>
          <p:cNvSpPr/>
          <p:nvPr/>
        </p:nvSpPr>
        <p:spPr>
          <a:xfrm flipV="1">
            <a:off x="9080945" y="2653094"/>
            <a:ext cx="23432" cy="15438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963" name="Shape 961"/>
          <p:cNvSpPr/>
          <p:nvPr/>
        </p:nvSpPr>
        <p:spPr>
          <a:xfrm flipV="1">
            <a:off x="9104376" y="2639692"/>
            <a:ext cx="23431" cy="13402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964" name="Shape 962"/>
          <p:cNvSpPr/>
          <p:nvPr/>
        </p:nvSpPr>
        <p:spPr>
          <a:xfrm flipV="1">
            <a:off x="9127808" y="2628181"/>
            <a:ext cx="23432" cy="11511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965" name="Shape 963"/>
          <p:cNvSpPr/>
          <p:nvPr/>
        </p:nvSpPr>
        <p:spPr>
          <a:xfrm flipV="1">
            <a:off x="9151239" y="2618144"/>
            <a:ext cx="23432" cy="10038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966" name="Shape 964"/>
          <p:cNvSpPr/>
          <p:nvPr/>
        </p:nvSpPr>
        <p:spPr>
          <a:xfrm flipV="1">
            <a:off x="9174671" y="2609252"/>
            <a:ext cx="23431" cy="8892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967" name="Shape 965"/>
          <p:cNvSpPr/>
          <p:nvPr/>
        </p:nvSpPr>
        <p:spPr>
          <a:xfrm flipV="1">
            <a:off x="9198102" y="2601214"/>
            <a:ext cx="23432" cy="8037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968" name="Shape 966"/>
          <p:cNvSpPr/>
          <p:nvPr/>
        </p:nvSpPr>
        <p:spPr>
          <a:xfrm flipV="1">
            <a:off x="9221534" y="2593886"/>
            <a:ext cx="23432" cy="7328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969" name="Shape 967"/>
          <p:cNvSpPr/>
          <p:nvPr/>
        </p:nvSpPr>
        <p:spPr>
          <a:xfrm flipV="1">
            <a:off x="9244965" y="2587176"/>
            <a:ext cx="23431" cy="6710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970" name="Shape 968"/>
          <p:cNvSpPr/>
          <p:nvPr/>
        </p:nvSpPr>
        <p:spPr>
          <a:xfrm flipV="1">
            <a:off x="9268396" y="2581030"/>
            <a:ext cx="23432" cy="6146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971" name="Shape 969"/>
          <p:cNvSpPr/>
          <p:nvPr/>
        </p:nvSpPr>
        <p:spPr>
          <a:xfrm flipV="1">
            <a:off x="9291828" y="2575357"/>
            <a:ext cx="23432" cy="5673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972" name="Shape 970"/>
          <p:cNvSpPr/>
          <p:nvPr/>
        </p:nvSpPr>
        <p:spPr>
          <a:xfrm flipV="1">
            <a:off x="9315260" y="2570229"/>
            <a:ext cx="23432" cy="5128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973" name="Shape 971"/>
          <p:cNvSpPr/>
          <p:nvPr/>
        </p:nvSpPr>
        <p:spPr>
          <a:xfrm flipV="1">
            <a:off x="9338691" y="2565646"/>
            <a:ext cx="23431" cy="4582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974" name="Shape 972"/>
          <p:cNvSpPr/>
          <p:nvPr/>
        </p:nvSpPr>
        <p:spPr>
          <a:xfrm flipV="1">
            <a:off x="9362123" y="2561700"/>
            <a:ext cx="23432" cy="3946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975" name="Shape 973"/>
          <p:cNvSpPr/>
          <p:nvPr/>
        </p:nvSpPr>
        <p:spPr>
          <a:xfrm flipV="1">
            <a:off x="9385554" y="2558463"/>
            <a:ext cx="23431" cy="3237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976" name="Shape 974"/>
          <p:cNvSpPr/>
          <p:nvPr/>
        </p:nvSpPr>
        <p:spPr>
          <a:xfrm flipV="1">
            <a:off x="9408986" y="2556136"/>
            <a:ext cx="23432" cy="2328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977" name="Shape 975"/>
          <p:cNvSpPr/>
          <p:nvPr/>
        </p:nvSpPr>
        <p:spPr>
          <a:xfrm flipV="1">
            <a:off x="9432417" y="2554918"/>
            <a:ext cx="23432" cy="1218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978" name="Shape 976"/>
          <p:cNvSpPr/>
          <p:nvPr/>
        </p:nvSpPr>
        <p:spPr>
          <a:xfrm>
            <a:off x="9455849" y="2554918"/>
            <a:ext cx="23432" cy="127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979" name="Shape 977"/>
          <p:cNvSpPr/>
          <p:nvPr/>
        </p:nvSpPr>
        <p:spPr>
          <a:xfrm>
            <a:off x="9479280" y="2555045"/>
            <a:ext cx="23431" cy="1782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980" name="Shape 978"/>
          <p:cNvSpPr/>
          <p:nvPr/>
        </p:nvSpPr>
        <p:spPr>
          <a:xfrm>
            <a:off x="9502712" y="2556827"/>
            <a:ext cx="23432" cy="3710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981" name="Shape 979"/>
          <p:cNvSpPr/>
          <p:nvPr/>
        </p:nvSpPr>
        <p:spPr>
          <a:xfrm>
            <a:off x="9526143" y="2560536"/>
            <a:ext cx="23432" cy="5873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982" name="Shape 980"/>
          <p:cNvSpPr/>
          <p:nvPr/>
        </p:nvSpPr>
        <p:spPr>
          <a:xfrm>
            <a:off x="9549575" y="2566410"/>
            <a:ext cx="23431" cy="8292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983" name="Shape 981"/>
          <p:cNvSpPr/>
          <p:nvPr/>
        </p:nvSpPr>
        <p:spPr>
          <a:xfrm>
            <a:off x="9573006" y="2574702"/>
            <a:ext cx="23432" cy="10801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984" name="Shape 982"/>
          <p:cNvSpPr/>
          <p:nvPr/>
        </p:nvSpPr>
        <p:spPr>
          <a:xfrm>
            <a:off x="9596438" y="2585503"/>
            <a:ext cx="23432" cy="13329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985" name="Shape 983"/>
          <p:cNvSpPr/>
          <p:nvPr/>
        </p:nvSpPr>
        <p:spPr>
          <a:xfrm>
            <a:off x="9619869" y="2598832"/>
            <a:ext cx="23431" cy="15802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986" name="Shape 984"/>
          <p:cNvSpPr/>
          <p:nvPr/>
        </p:nvSpPr>
        <p:spPr>
          <a:xfrm>
            <a:off x="9643301" y="2614634"/>
            <a:ext cx="23432" cy="18093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987" name="Shape 985"/>
          <p:cNvSpPr/>
          <p:nvPr/>
        </p:nvSpPr>
        <p:spPr>
          <a:xfrm>
            <a:off x="9666732" y="2632727"/>
            <a:ext cx="23432" cy="20075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988" name="Shape 986"/>
          <p:cNvSpPr/>
          <p:nvPr/>
        </p:nvSpPr>
        <p:spPr>
          <a:xfrm>
            <a:off x="9690164" y="2652803"/>
            <a:ext cx="23431" cy="21675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989" name="Shape 987"/>
          <p:cNvSpPr/>
          <p:nvPr/>
        </p:nvSpPr>
        <p:spPr>
          <a:xfrm>
            <a:off x="9713595" y="2674478"/>
            <a:ext cx="23432" cy="22730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990" name="Shape 988"/>
          <p:cNvSpPr/>
          <p:nvPr/>
        </p:nvSpPr>
        <p:spPr>
          <a:xfrm>
            <a:off x="9737027" y="2697208"/>
            <a:ext cx="23432" cy="23276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991" name="Shape 989"/>
          <p:cNvSpPr/>
          <p:nvPr/>
        </p:nvSpPr>
        <p:spPr>
          <a:xfrm>
            <a:off x="9760458" y="2720484"/>
            <a:ext cx="23432" cy="23112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992" name="Shape 990"/>
          <p:cNvSpPr/>
          <p:nvPr/>
        </p:nvSpPr>
        <p:spPr>
          <a:xfrm>
            <a:off x="9783890" y="2743596"/>
            <a:ext cx="23431" cy="22348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993" name="Shape 991"/>
          <p:cNvSpPr/>
          <p:nvPr/>
        </p:nvSpPr>
        <p:spPr>
          <a:xfrm>
            <a:off x="9807321" y="2765944"/>
            <a:ext cx="23432" cy="20857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994" name="Shape 992"/>
          <p:cNvSpPr/>
          <p:nvPr/>
        </p:nvSpPr>
        <p:spPr>
          <a:xfrm>
            <a:off x="9830753" y="2786801"/>
            <a:ext cx="23432" cy="18802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995" name="Shape 993"/>
          <p:cNvSpPr/>
          <p:nvPr/>
        </p:nvSpPr>
        <p:spPr>
          <a:xfrm>
            <a:off x="9854184" y="2805603"/>
            <a:ext cx="23432" cy="16166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996" name="Shape 994"/>
          <p:cNvSpPr/>
          <p:nvPr/>
        </p:nvSpPr>
        <p:spPr>
          <a:xfrm>
            <a:off x="9877616" y="2821769"/>
            <a:ext cx="23432" cy="13220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997" name="Shape 995"/>
          <p:cNvSpPr/>
          <p:nvPr/>
        </p:nvSpPr>
        <p:spPr>
          <a:xfrm>
            <a:off x="9901047" y="2834989"/>
            <a:ext cx="23432" cy="10056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998" name="Shape 996"/>
          <p:cNvSpPr/>
          <p:nvPr/>
        </p:nvSpPr>
        <p:spPr>
          <a:xfrm>
            <a:off x="9924479" y="2845045"/>
            <a:ext cx="23432" cy="6983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999" name="Shape 997"/>
          <p:cNvSpPr/>
          <p:nvPr/>
        </p:nvSpPr>
        <p:spPr>
          <a:xfrm>
            <a:off x="9947910" y="2852027"/>
            <a:ext cx="23431" cy="4291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000" name="Shape 998"/>
          <p:cNvSpPr/>
          <p:nvPr/>
        </p:nvSpPr>
        <p:spPr>
          <a:xfrm>
            <a:off x="9971342" y="2856319"/>
            <a:ext cx="23432" cy="2128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001" name="Shape 999"/>
          <p:cNvSpPr/>
          <p:nvPr/>
        </p:nvSpPr>
        <p:spPr>
          <a:xfrm>
            <a:off x="9994773" y="2858446"/>
            <a:ext cx="23432" cy="509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002" name="Shape 1000"/>
          <p:cNvSpPr/>
          <p:nvPr/>
        </p:nvSpPr>
        <p:spPr>
          <a:xfrm flipV="1">
            <a:off x="10018205" y="2858337"/>
            <a:ext cx="23432" cy="618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003" name="Shape 1001"/>
          <p:cNvSpPr/>
          <p:nvPr/>
        </p:nvSpPr>
        <p:spPr>
          <a:xfrm flipV="1">
            <a:off x="10041636" y="2856919"/>
            <a:ext cx="23432" cy="1418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004" name="Shape 1002"/>
          <p:cNvSpPr/>
          <p:nvPr/>
        </p:nvSpPr>
        <p:spPr>
          <a:xfrm flipV="1">
            <a:off x="10065068" y="2855028"/>
            <a:ext cx="23432" cy="1891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005" name="Shape 1003"/>
          <p:cNvSpPr/>
          <p:nvPr/>
        </p:nvSpPr>
        <p:spPr>
          <a:xfrm flipV="1">
            <a:off x="10088499" y="2852973"/>
            <a:ext cx="23431" cy="2055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006" name="Shape 1004"/>
          <p:cNvSpPr/>
          <p:nvPr/>
        </p:nvSpPr>
        <p:spPr>
          <a:xfrm flipV="1">
            <a:off x="10111930" y="2851027"/>
            <a:ext cx="23432" cy="1946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007" name="Shape 1005"/>
          <p:cNvSpPr/>
          <p:nvPr/>
        </p:nvSpPr>
        <p:spPr>
          <a:xfrm flipV="1">
            <a:off x="10135362" y="2849482"/>
            <a:ext cx="23432" cy="1546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008" name="Shape 1006"/>
          <p:cNvSpPr/>
          <p:nvPr/>
        </p:nvSpPr>
        <p:spPr>
          <a:xfrm flipV="1">
            <a:off x="10158794" y="2848572"/>
            <a:ext cx="23432" cy="909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009" name="Shape 1007"/>
          <p:cNvSpPr/>
          <p:nvPr/>
        </p:nvSpPr>
        <p:spPr>
          <a:xfrm flipV="1">
            <a:off x="10182225" y="2848482"/>
            <a:ext cx="23432" cy="91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010" name="Shape 1008"/>
          <p:cNvSpPr/>
          <p:nvPr/>
        </p:nvSpPr>
        <p:spPr>
          <a:xfrm>
            <a:off x="10205657" y="2848482"/>
            <a:ext cx="23432" cy="764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011" name="Shape 1009"/>
          <p:cNvSpPr/>
          <p:nvPr/>
        </p:nvSpPr>
        <p:spPr>
          <a:xfrm>
            <a:off x="10229088" y="2849245"/>
            <a:ext cx="23432" cy="1618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012" name="Shape 1010"/>
          <p:cNvSpPr/>
          <p:nvPr/>
        </p:nvSpPr>
        <p:spPr>
          <a:xfrm>
            <a:off x="10252520" y="2850864"/>
            <a:ext cx="23431" cy="2437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013" name="Shape 1011"/>
          <p:cNvSpPr/>
          <p:nvPr/>
        </p:nvSpPr>
        <p:spPr>
          <a:xfrm>
            <a:off x="10275951" y="2853300"/>
            <a:ext cx="23432" cy="3019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014" name="Shape 1012"/>
          <p:cNvSpPr/>
          <p:nvPr/>
        </p:nvSpPr>
        <p:spPr>
          <a:xfrm>
            <a:off x="10299383" y="2856319"/>
            <a:ext cx="23432" cy="3382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015" name="Shape 1013"/>
          <p:cNvSpPr/>
          <p:nvPr/>
        </p:nvSpPr>
        <p:spPr>
          <a:xfrm>
            <a:off x="10322814" y="2859701"/>
            <a:ext cx="23432" cy="3437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016" name="Shape 1014"/>
          <p:cNvSpPr/>
          <p:nvPr/>
        </p:nvSpPr>
        <p:spPr>
          <a:xfrm>
            <a:off x="10346246" y="2863138"/>
            <a:ext cx="23432" cy="3109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017" name="Shape 1015"/>
          <p:cNvSpPr/>
          <p:nvPr/>
        </p:nvSpPr>
        <p:spPr>
          <a:xfrm>
            <a:off x="10369677" y="2866247"/>
            <a:ext cx="23432" cy="2437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018" name="Shape 1016"/>
          <p:cNvSpPr/>
          <p:nvPr/>
        </p:nvSpPr>
        <p:spPr>
          <a:xfrm>
            <a:off x="10393109" y="2868684"/>
            <a:ext cx="23431" cy="1309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019" name="Shape 1017"/>
          <p:cNvSpPr/>
          <p:nvPr/>
        </p:nvSpPr>
        <p:spPr>
          <a:xfrm flipV="1">
            <a:off x="10416540" y="2869811"/>
            <a:ext cx="23432" cy="182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020" name="Shape 1018"/>
          <p:cNvSpPr/>
          <p:nvPr/>
        </p:nvSpPr>
        <p:spPr>
          <a:xfrm flipV="1">
            <a:off x="10439971" y="2867757"/>
            <a:ext cx="23432" cy="2055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021" name="Shape 1019"/>
          <p:cNvSpPr/>
          <p:nvPr/>
        </p:nvSpPr>
        <p:spPr>
          <a:xfrm flipV="1">
            <a:off x="10463403" y="2863520"/>
            <a:ext cx="23432" cy="4237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022" name="Shape 1020"/>
          <p:cNvSpPr/>
          <p:nvPr/>
        </p:nvSpPr>
        <p:spPr>
          <a:xfrm flipV="1">
            <a:off x="10486835" y="2856828"/>
            <a:ext cx="23432" cy="6692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023" name="Shape 1021"/>
          <p:cNvSpPr/>
          <p:nvPr/>
        </p:nvSpPr>
        <p:spPr>
          <a:xfrm flipV="1">
            <a:off x="10510266" y="2847481"/>
            <a:ext cx="23432" cy="9347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024" name="Shape 1022"/>
          <p:cNvSpPr/>
          <p:nvPr/>
        </p:nvSpPr>
        <p:spPr>
          <a:xfrm flipV="1">
            <a:off x="10533698" y="2835407"/>
            <a:ext cx="23431" cy="12074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025" name="Shape 1023"/>
          <p:cNvSpPr/>
          <p:nvPr/>
        </p:nvSpPr>
        <p:spPr>
          <a:xfrm flipV="1">
            <a:off x="10557129" y="2820605"/>
            <a:ext cx="23432" cy="14802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026" name="Shape 1024"/>
          <p:cNvSpPr/>
          <p:nvPr/>
        </p:nvSpPr>
        <p:spPr>
          <a:xfrm flipV="1">
            <a:off x="10580561" y="2803240"/>
            <a:ext cx="23432" cy="17366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027" name="Shape 1025"/>
          <p:cNvSpPr/>
          <p:nvPr/>
        </p:nvSpPr>
        <p:spPr>
          <a:xfrm flipV="1">
            <a:off x="10603992" y="2783510"/>
            <a:ext cx="23432" cy="19730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028" name="Shape 1026"/>
          <p:cNvSpPr/>
          <p:nvPr/>
        </p:nvSpPr>
        <p:spPr>
          <a:xfrm flipV="1">
            <a:off x="10627424" y="2761762"/>
            <a:ext cx="23432" cy="21748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029" name="Shape 1027"/>
          <p:cNvSpPr/>
          <p:nvPr/>
        </p:nvSpPr>
        <p:spPr>
          <a:xfrm flipV="1">
            <a:off x="10650855" y="2738486"/>
            <a:ext cx="23432" cy="23276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030" name="Shape 1028"/>
          <p:cNvSpPr/>
          <p:nvPr/>
        </p:nvSpPr>
        <p:spPr>
          <a:xfrm flipV="1">
            <a:off x="10674287" y="2714228"/>
            <a:ext cx="23431" cy="24258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031" name="Shape 1029"/>
          <p:cNvSpPr/>
          <p:nvPr/>
        </p:nvSpPr>
        <p:spPr>
          <a:xfrm flipV="1">
            <a:off x="10697718" y="2689644"/>
            <a:ext cx="23432" cy="24585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032" name="Shape 1030"/>
          <p:cNvSpPr/>
          <p:nvPr/>
        </p:nvSpPr>
        <p:spPr>
          <a:xfrm flipV="1">
            <a:off x="10721150" y="2665477"/>
            <a:ext cx="23432" cy="24167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033" name="Shape 1031"/>
          <p:cNvSpPr/>
          <p:nvPr/>
        </p:nvSpPr>
        <p:spPr>
          <a:xfrm flipV="1">
            <a:off x="10744581" y="2642492"/>
            <a:ext cx="23432" cy="22985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034" name="Shape 1032"/>
          <p:cNvSpPr/>
          <p:nvPr/>
        </p:nvSpPr>
        <p:spPr>
          <a:xfrm flipV="1">
            <a:off x="10768013" y="2621453"/>
            <a:ext cx="23432" cy="21039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035" name="Shape 1033"/>
          <p:cNvSpPr/>
          <p:nvPr/>
        </p:nvSpPr>
        <p:spPr>
          <a:xfrm flipV="1">
            <a:off x="10791444" y="2603015"/>
            <a:ext cx="23432" cy="18439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036" name="Shape 1034"/>
          <p:cNvSpPr/>
          <p:nvPr/>
        </p:nvSpPr>
        <p:spPr>
          <a:xfrm flipV="1">
            <a:off x="10814876" y="2587522"/>
            <a:ext cx="23432" cy="15493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037" name="Shape 1035"/>
          <p:cNvSpPr/>
          <p:nvPr/>
        </p:nvSpPr>
        <p:spPr>
          <a:xfrm flipV="1">
            <a:off x="10838307" y="2575138"/>
            <a:ext cx="23431" cy="12383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038" name="Shape 1036"/>
          <p:cNvSpPr/>
          <p:nvPr/>
        </p:nvSpPr>
        <p:spPr>
          <a:xfrm flipV="1">
            <a:off x="10861738" y="2565883"/>
            <a:ext cx="23432" cy="9256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039" name="Shape 1037"/>
          <p:cNvSpPr/>
          <p:nvPr/>
        </p:nvSpPr>
        <p:spPr>
          <a:xfrm flipV="1">
            <a:off x="10885170" y="2559845"/>
            <a:ext cx="23432" cy="6037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040" name="Shape 1038"/>
          <p:cNvSpPr/>
          <p:nvPr/>
        </p:nvSpPr>
        <p:spPr>
          <a:xfrm flipV="1">
            <a:off x="10908602" y="2557154"/>
            <a:ext cx="23432" cy="2691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041" name="Shape 1039"/>
          <p:cNvSpPr/>
          <p:nvPr/>
        </p:nvSpPr>
        <p:spPr>
          <a:xfrm>
            <a:off x="10932033" y="2557154"/>
            <a:ext cx="23432" cy="855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042" name="Shape 1040"/>
          <p:cNvSpPr/>
          <p:nvPr/>
        </p:nvSpPr>
        <p:spPr>
          <a:xfrm>
            <a:off x="10955465" y="2558009"/>
            <a:ext cx="23432" cy="4491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043" name="Shape 1041"/>
          <p:cNvSpPr/>
          <p:nvPr/>
        </p:nvSpPr>
        <p:spPr>
          <a:xfrm>
            <a:off x="10978896" y="2562500"/>
            <a:ext cx="23431" cy="8165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044" name="Shape 1042"/>
          <p:cNvSpPr/>
          <p:nvPr/>
        </p:nvSpPr>
        <p:spPr>
          <a:xfrm>
            <a:off x="11002328" y="2570665"/>
            <a:ext cx="23432" cy="11692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045" name="Shape 1043"/>
          <p:cNvSpPr/>
          <p:nvPr/>
        </p:nvSpPr>
        <p:spPr>
          <a:xfrm>
            <a:off x="11025759" y="2582357"/>
            <a:ext cx="23432" cy="14911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046" name="Shape 1044"/>
          <p:cNvSpPr/>
          <p:nvPr/>
        </p:nvSpPr>
        <p:spPr>
          <a:xfrm>
            <a:off x="11049191" y="2597268"/>
            <a:ext cx="23432" cy="17729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047" name="Shape 1045"/>
          <p:cNvSpPr/>
          <p:nvPr/>
        </p:nvSpPr>
        <p:spPr>
          <a:xfrm>
            <a:off x="11072622" y="2614998"/>
            <a:ext cx="23432" cy="20002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048" name="Shape 1046"/>
          <p:cNvSpPr/>
          <p:nvPr/>
        </p:nvSpPr>
        <p:spPr>
          <a:xfrm>
            <a:off x="11096054" y="2635000"/>
            <a:ext cx="23432" cy="21694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049" name="Shape 1047"/>
          <p:cNvSpPr/>
          <p:nvPr/>
        </p:nvSpPr>
        <p:spPr>
          <a:xfrm>
            <a:off x="11119485" y="2656694"/>
            <a:ext cx="23431" cy="22766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050" name="Shape 1048"/>
          <p:cNvSpPr/>
          <p:nvPr/>
        </p:nvSpPr>
        <p:spPr>
          <a:xfrm>
            <a:off x="11142917" y="2679460"/>
            <a:ext cx="23432" cy="23439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051" name="Shape 1049"/>
          <p:cNvSpPr/>
          <p:nvPr/>
        </p:nvSpPr>
        <p:spPr>
          <a:xfrm>
            <a:off x="11166348" y="2702900"/>
            <a:ext cx="23432" cy="23803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052" name="Shape 1050"/>
          <p:cNvSpPr/>
          <p:nvPr/>
        </p:nvSpPr>
        <p:spPr>
          <a:xfrm>
            <a:off x="11189780" y="2726703"/>
            <a:ext cx="23432" cy="24021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053" name="Shape 1051"/>
          <p:cNvSpPr/>
          <p:nvPr/>
        </p:nvSpPr>
        <p:spPr>
          <a:xfrm>
            <a:off x="11213211" y="2750724"/>
            <a:ext cx="23432" cy="24221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054" name="Shape 1052"/>
          <p:cNvSpPr/>
          <p:nvPr/>
        </p:nvSpPr>
        <p:spPr>
          <a:xfrm>
            <a:off x="11236643" y="2774945"/>
            <a:ext cx="23432" cy="24185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055" name="Shape 1053"/>
          <p:cNvSpPr/>
          <p:nvPr/>
        </p:nvSpPr>
        <p:spPr>
          <a:xfrm>
            <a:off x="11260074" y="2799130"/>
            <a:ext cx="23431" cy="23803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056" name="Shape 1054"/>
          <p:cNvSpPr/>
          <p:nvPr/>
        </p:nvSpPr>
        <p:spPr>
          <a:xfrm>
            <a:off x="11283505" y="2822933"/>
            <a:ext cx="23432" cy="22912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057" name="Shape 1055"/>
          <p:cNvSpPr/>
          <p:nvPr/>
        </p:nvSpPr>
        <p:spPr>
          <a:xfrm>
            <a:off x="11306937" y="2845845"/>
            <a:ext cx="23432" cy="21512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058" name="Shape 1056"/>
          <p:cNvSpPr/>
          <p:nvPr/>
        </p:nvSpPr>
        <p:spPr>
          <a:xfrm>
            <a:off x="11330369" y="2867357"/>
            <a:ext cx="23432" cy="19766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059" name="Shape 1057"/>
          <p:cNvSpPr/>
          <p:nvPr/>
        </p:nvSpPr>
        <p:spPr>
          <a:xfrm flipV="1">
            <a:off x="9010650" y="2638728"/>
            <a:ext cx="23432" cy="6874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060" name="Shape 1058"/>
          <p:cNvSpPr/>
          <p:nvPr/>
        </p:nvSpPr>
        <p:spPr>
          <a:xfrm flipV="1">
            <a:off x="9034082" y="2630891"/>
            <a:ext cx="23431" cy="7837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061" name="Shape 1059"/>
          <p:cNvSpPr/>
          <p:nvPr/>
        </p:nvSpPr>
        <p:spPr>
          <a:xfrm flipV="1">
            <a:off x="9057513" y="2622090"/>
            <a:ext cx="23432" cy="8801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062" name="Shape 1060"/>
          <p:cNvSpPr/>
          <p:nvPr/>
        </p:nvSpPr>
        <p:spPr>
          <a:xfrm flipV="1">
            <a:off x="9080945" y="2612543"/>
            <a:ext cx="23432" cy="9547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063" name="Shape 1061"/>
          <p:cNvSpPr/>
          <p:nvPr/>
        </p:nvSpPr>
        <p:spPr>
          <a:xfrm flipV="1">
            <a:off x="9104376" y="2602451"/>
            <a:ext cx="23431" cy="10092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064" name="Shape 1062"/>
          <p:cNvSpPr/>
          <p:nvPr/>
        </p:nvSpPr>
        <p:spPr>
          <a:xfrm flipV="1">
            <a:off x="9127808" y="2592286"/>
            <a:ext cx="23432" cy="10165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065" name="Shape 1063"/>
          <p:cNvSpPr/>
          <p:nvPr/>
        </p:nvSpPr>
        <p:spPr>
          <a:xfrm flipV="1">
            <a:off x="9151239" y="2582466"/>
            <a:ext cx="23432" cy="9819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066" name="Shape 1064"/>
          <p:cNvSpPr/>
          <p:nvPr/>
        </p:nvSpPr>
        <p:spPr>
          <a:xfrm flipV="1">
            <a:off x="9174671" y="2573356"/>
            <a:ext cx="23431" cy="9110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067" name="Shape 1065"/>
          <p:cNvSpPr/>
          <p:nvPr/>
        </p:nvSpPr>
        <p:spPr>
          <a:xfrm flipV="1">
            <a:off x="9198102" y="2565137"/>
            <a:ext cx="23432" cy="8219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068" name="Shape 1066"/>
          <p:cNvSpPr/>
          <p:nvPr/>
        </p:nvSpPr>
        <p:spPr>
          <a:xfrm flipV="1">
            <a:off x="9221534" y="2557809"/>
            <a:ext cx="23432" cy="7328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069" name="Shape 1067"/>
          <p:cNvSpPr/>
          <p:nvPr/>
        </p:nvSpPr>
        <p:spPr>
          <a:xfrm flipV="1">
            <a:off x="9244965" y="2551317"/>
            <a:ext cx="23431" cy="6492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070" name="Shape 1068"/>
          <p:cNvSpPr/>
          <p:nvPr/>
        </p:nvSpPr>
        <p:spPr>
          <a:xfrm flipV="1">
            <a:off x="9268396" y="2545498"/>
            <a:ext cx="23432" cy="5819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071" name="Shape 1069"/>
          <p:cNvSpPr/>
          <p:nvPr/>
        </p:nvSpPr>
        <p:spPr>
          <a:xfrm flipV="1">
            <a:off x="9291828" y="2540261"/>
            <a:ext cx="23432" cy="5237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072" name="Shape 1070"/>
          <p:cNvSpPr/>
          <p:nvPr/>
        </p:nvSpPr>
        <p:spPr>
          <a:xfrm flipV="1">
            <a:off x="9315260" y="2535497"/>
            <a:ext cx="23432" cy="4764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073" name="Shape 1071"/>
          <p:cNvSpPr/>
          <p:nvPr/>
        </p:nvSpPr>
        <p:spPr>
          <a:xfrm flipV="1">
            <a:off x="9338691" y="2531206"/>
            <a:ext cx="23431" cy="4291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074" name="Shape 1072"/>
          <p:cNvSpPr/>
          <p:nvPr/>
        </p:nvSpPr>
        <p:spPr>
          <a:xfrm flipV="1">
            <a:off x="9362123" y="2527405"/>
            <a:ext cx="23432" cy="3800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075" name="Shape 1073"/>
          <p:cNvSpPr/>
          <p:nvPr/>
        </p:nvSpPr>
        <p:spPr>
          <a:xfrm flipV="1">
            <a:off x="9385554" y="2524241"/>
            <a:ext cx="23431" cy="3164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076" name="Shape 1074"/>
          <p:cNvSpPr/>
          <p:nvPr/>
        </p:nvSpPr>
        <p:spPr>
          <a:xfrm flipV="1">
            <a:off x="9408986" y="2521913"/>
            <a:ext cx="23432" cy="2328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077" name="Shape 1075"/>
          <p:cNvSpPr/>
          <p:nvPr/>
        </p:nvSpPr>
        <p:spPr>
          <a:xfrm flipV="1">
            <a:off x="9432417" y="2520659"/>
            <a:ext cx="23432" cy="1255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078" name="Shape 1076"/>
          <p:cNvSpPr/>
          <p:nvPr/>
        </p:nvSpPr>
        <p:spPr>
          <a:xfrm>
            <a:off x="9455849" y="2520659"/>
            <a:ext cx="23432" cy="91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079" name="Shape 1077"/>
          <p:cNvSpPr/>
          <p:nvPr/>
        </p:nvSpPr>
        <p:spPr>
          <a:xfrm>
            <a:off x="9479280" y="2520750"/>
            <a:ext cx="23431" cy="1746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080" name="Shape 1078"/>
          <p:cNvSpPr/>
          <p:nvPr/>
        </p:nvSpPr>
        <p:spPr>
          <a:xfrm>
            <a:off x="9502712" y="2522495"/>
            <a:ext cx="23432" cy="3710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081" name="Shape 1079"/>
          <p:cNvSpPr/>
          <p:nvPr/>
        </p:nvSpPr>
        <p:spPr>
          <a:xfrm>
            <a:off x="9526143" y="2526205"/>
            <a:ext cx="23432" cy="5873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082" name="Shape 1080"/>
          <p:cNvSpPr/>
          <p:nvPr/>
        </p:nvSpPr>
        <p:spPr>
          <a:xfrm>
            <a:off x="9549575" y="2532078"/>
            <a:ext cx="23431" cy="8292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083" name="Shape 1081"/>
          <p:cNvSpPr/>
          <p:nvPr/>
        </p:nvSpPr>
        <p:spPr>
          <a:xfrm>
            <a:off x="9573006" y="2540370"/>
            <a:ext cx="23432" cy="10801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084" name="Shape 1082"/>
          <p:cNvSpPr/>
          <p:nvPr/>
        </p:nvSpPr>
        <p:spPr>
          <a:xfrm>
            <a:off x="9596438" y="2551172"/>
            <a:ext cx="23432" cy="13365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085" name="Shape 1083"/>
          <p:cNvSpPr/>
          <p:nvPr/>
        </p:nvSpPr>
        <p:spPr>
          <a:xfrm>
            <a:off x="9619869" y="2564537"/>
            <a:ext cx="23431" cy="15838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086" name="Shape 1084"/>
          <p:cNvSpPr/>
          <p:nvPr/>
        </p:nvSpPr>
        <p:spPr>
          <a:xfrm>
            <a:off x="9643301" y="2580375"/>
            <a:ext cx="23432" cy="18130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087" name="Shape 1085"/>
          <p:cNvSpPr/>
          <p:nvPr/>
        </p:nvSpPr>
        <p:spPr>
          <a:xfrm>
            <a:off x="9666732" y="2598505"/>
            <a:ext cx="23432" cy="20075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088" name="Shape 1086"/>
          <p:cNvSpPr/>
          <p:nvPr/>
        </p:nvSpPr>
        <p:spPr>
          <a:xfrm>
            <a:off x="9690164" y="2618580"/>
            <a:ext cx="23431" cy="21603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089" name="Shape 1087"/>
          <p:cNvSpPr/>
          <p:nvPr/>
        </p:nvSpPr>
        <p:spPr>
          <a:xfrm>
            <a:off x="9713595" y="2640183"/>
            <a:ext cx="23432" cy="22585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090" name="Shape 1088"/>
          <p:cNvSpPr/>
          <p:nvPr/>
        </p:nvSpPr>
        <p:spPr>
          <a:xfrm>
            <a:off x="9737027" y="2662767"/>
            <a:ext cx="23432" cy="22985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091" name="Shape 1089"/>
          <p:cNvSpPr/>
          <p:nvPr/>
        </p:nvSpPr>
        <p:spPr>
          <a:xfrm>
            <a:off x="9760458" y="2685752"/>
            <a:ext cx="23432" cy="22748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092" name="Shape 1090"/>
          <p:cNvSpPr/>
          <p:nvPr/>
        </p:nvSpPr>
        <p:spPr>
          <a:xfrm>
            <a:off x="9783890" y="2708500"/>
            <a:ext cx="23431" cy="21912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093" name="Shape 1091"/>
          <p:cNvSpPr/>
          <p:nvPr/>
        </p:nvSpPr>
        <p:spPr>
          <a:xfrm>
            <a:off x="9807321" y="2730412"/>
            <a:ext cx="23432" cy="20530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094" name="Shape 1092"/>
          <p:cNvSpPr/>
          <p:nvPr/>
        </p:nvSpPr>
        <p:spPr>
          <a:xfrm>
            <a:off x="9830753" y="2750942"/>
            <a:ext cx="23432" cy="18584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095" name="Shape 1093"/>
          <p:cNvSpPr/>
          <p:nvPr/>
        </p:nvSpPr>
        <p:spPr>
          <a:xfrm>
            <a:off x="9854184" y="2769526"/>
            <a:ext cx="23432" cy="16202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096" name="Shape 1094"/>
          <p:cNvSpPr/>
          <p:nvPr/>
        </p:nvSpPr>
        <p:spPr>
          <a:xfrm>
            <a:off x="9877616" y="2785728"/>
            <a:ext cx="23432" cy="13402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097" name="Shape 1095"/>
          <p:cNvSpPr/>
          <p:nvPr/>
        </p:nvSpPr>
        <p:spPr>
          <a:xfrm>
            <a:off x="9901047" y="2799130"/>
            <a:ext cx="23432" cy="10274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098" name="Shape 1096"/>
          <p:cNvSpPr/>
          <p:nvPr/>
        </p:nvSpPr>
        <p:spPr>
          <a:xfrm>
            <a:off x="9924479" y="2809404"/>
            <a:ext cx="23432" cy="6764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099" name="Shape 1097"/>
          <p:cNvSpPr/>
          <p:nvPr/>
        </p:nvSpPr>
        <p:spPr>
          <a:xfrm>
            <a:off x="9947910" y="2816168"/>
            <a:ext cx="23431" cy="2909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100" name="Shape 1098"/>
          <p:cNvSpPr/>
          <p:nvPr/>
        </p:nvSpPr>
        <p:spPr>
          <a:xfrm flipV="1">
            <a:off x="9971342" y="2817896"/>
            <a:ext cx="23432" cy="1182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101" name="Shape 1099"/>
          <p:cNvSpPr/>
          <p:nvPr/>
        </p:nvSpPr>
        <p:spPr>
          <a:xfrm flipV="1">
            <a:off x="9994773" y="2812550"/>
            <a:ext cx="23432" cy="5346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102" name="Shape 1100"/>
          <p:cNvSpPr/>
          <p:nvPr/>
        </p:nvSpPr>
        <p:spPr>
          <a:xfrm flipV="1">
            <a:off x="10018205" y="2803312"/>
            <a:ext cx="23432" cy="9238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103" name="Shape 1101"/>
          <p:cNvSpPr/>
          <p:nvPr/>
        </p:nvSpPr>
        <p:spPr>
          <a:xfrm flipV="1">
            <a:off x="10041636" y="2790729"/>
            <a:ext cx="23432" cy="12583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104" name="Shape 1102"/>
          <p:cNvSpPr/>
          <p:nvPr/>
        </p:nvSpPr>
        <p:spPr>
          <a:xfrm flipV="1">
            <a:off x="10065068" y="2775454"/>
            <a:ext cx="23432" cy="15275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105" name="Shape 1103"/>
          <p:cNvSpPr/>
          <p:nvPr/>
        </p:nvSpPr>
        <p:spPr>
          <a:xfrm flipV="1">
            <a:off x="10088499" y="2758307"/>
            <a:ext cx="23431" cy="17148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106" name="Shape 1104"/>
          <p:cNvSpPr/>
          <p:nvPr/>
        </p:nvSpPr>
        <p:spPr>
          <a:xfrm flipV="1">
            <a:off x="10111930" y="2739995"/>
            <a:ext cx="23432" cy="18311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107" name="Shape 1105"/>
          <p:cNvSpPr/>
          <p:nvPr/>
        </p:nvSpPr>
        <p:spPr>
          <a:xfrm flipV="1">
            <a:off x="10135362" y="2721247"/>
            <a:ext cx="23432" cy="18748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108" name="Shape 1106"/>
          <p:cNvSpPr/>
          <p:nvPr/>
        </p:nvSpPr>
        <p:spPr>
          <a:xfrm flipV="1">
            <a:off x="10158794" y="2702809"/>
            <a:ext cx="23432" cy="18439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109" name="Shape 1107"/>
          <p:cNvSpPr/>
          <p:nvPr/>
        </p:nvSpPr>
        <p:spPr>
          <a:xfrm flipV="1">
            <a:off x="10182225" y="2685261"/>
            <a:ext cx="23432" cy="17548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110" name="Shape 1108"/>
          <p:cNvSpPr/>
          <p:nvPr/>
        </p:nvSpPr>
        <p:spPr>
          <a:xfrm flipV="1">
            <a:off x="10205657" y="2669150"/>
            <a:ext cx="23432" cy="16111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111" name="Shape 1109"/>
          <p:cNvSpPr/>
          <p:nvPr/>
        </p:nvSpPr>
        <p:spPr>
          <a:xfrm flipV="1">
            <a:off x="10229088" y="2654876"/>
            <a:ext cx="23432" cy="14275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112" name="Shape 1110"/>
          <p:cNvSpPr/>
          <p:nvPr/>
        </p:nvSpPr>
        <p:spPr>
          <a:xfrm flipV="1">
            <a:off x="10252520" y="2642801"/>
            <a:ext cx="23431" cy="12074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113" name="Shape 1111"/>
          <p:cNvSpPr/>
          <p:nvPr/>
        </p:nvSpPr>
        <p:spPr>
          <a:xfrm flipV="1">
            <a:off x="10275951" y="2633091"/>
            <a:ext cx="23432" cy="9710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114" name="Shape 1112"/>
          <p:cNvSpPr/>
          <p:nvPr/>
        </p:nvSpPr>
        <p:spPr>
          <a:xfrm flipV="1">
            <a:off x="10299383" y="2625817"/>
            <a:ext cx="23432" cy="7274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115" name="Shape 1113"/>
          <p:cNvSpPr/>
          <p:nvPr/>
        </p:nvSpPr>
        <p:spPr>
          <a:xfrm flipV="1">
            <a:off x="10322814" y="2620962"/>
            <a:ext cx="23432" cy="4855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116" name="Shape 1114"/>
          <p:cNvSpPr/>
          <p:nvPr/>
        </p:nvSpPr>
        <p:spPr>
          <a:xfrm flipV="1">
            <a:off x="10346246" y="2618362"/>
            <a:ext cx="23432" cy="2600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117" name="Shape 1115"/>
          <p:cNvSpPr/>
          <p:nvPr/>
        </p:nvSpPr>
        <p:spPr>
          <a:xfrm flipV="1">
            <a:off x="10369677" y="2617780"/>
            <a:ext cx="23432" cy="582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118" name="Shape 1116"/>
          <p:cNvSpPr/>
          <p:nvPr/>
        </p:nvSpPr>
        <p:spPr>
          <a:xfrm>
            <a:off x="10393109" y="2617780"/>
            <a:ext cx="23431" cy="1127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119" name="Shape 1117"/>
          <p:cNvSpPr/>
          <p:nvPr/>
        </p:nvSpPr>
        <p:spPr>
          <a:xfrm>
            <a:off x="10416540" y="2618907"/>
            <a:ext cx="23432" cy="2400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120" name="Shape 1118"/>
          <p:cNvSpPr/>
          <p:nvPr/>
        </p:nvSpPr>
        <p:spPr>
          <a:xfrm>
            <a:off x="10439971" y="2621308"/>
            <a:ext cx="23432" cy="3328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121" name="Shape 1119"/>
          <p:cNvSpPr/>
          <p:nvPr/>
        </p:nvSpPr>
        <p:spPr>
          <a:xfrm>
            <a:off x="10463403" y="2624635"/>
            <a:ext cx="23432" cy="3728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122" name="Shape 1120"/>
          <p:cNvSpPr/>
          <p:nvPr/>
        </p:nvSpPr>
        <p:spPr>
          <a:xfrm>
            <a:off x="10486835" y="2628363"/>
            <a:ext cx="23432" cy="3710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123" name="Shape 1121"/>
          <p:cNvSpPr/>
          <p:nvPr/>
        </p:nvSpPr>
        <p:spPr>
          <a:xfrm>
            <a:off x="10510266" y="2632073"/>
            <a:ext cx="23432" cy="3237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124" name="Shape 1122"/>
          <p:cNvSpPr/>
          <p:nvPr/>
        </p:nvSpPr>
        <p:spPr>
          <a:xfrm>
            <a:off x="10533698" y="2635309"/>
            <a:ext cx="23431" cy="2364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125" name="Shape 1123"/>
          <p:cNvSpPr/>
          <p:nvPr/>
        </p:nvSpPr>
        <p:spPr>
          <a:xfrm>
            <a:off x="10557129" y="2637673"/>
            <a:ext cx="23432" cy="1127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126" name="Shape 1124"/>
          <p:cNvSpPr/>
          <p:nvPr/>
        </p:nvSpPr>
        <p:spPr>
          <a:xfrm flipV="1">
            <a:off x="10580561" y="2638419"/>
            <a:ext cx="23432" cy="382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127" name="Shape 1125"/>
          <p:cNvSpPr/>
          <p:nvPr/>
        </p:nvSpPr>
        <p:spPr>
          <a:xfrm flipV="1">
            <a:off x="10603992" y="2636328"/>
            <a:ext cx="23432" cy="2091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128" name="Shape 1126"/>
          <p:cNvSpPr/>
          <p:nvPr/>
        </p:nvSpPr>
        <p:spPr>
          <a:xfrm flipV="1">
            <a:off x="10627424" y="2632400"/>
            <a:ext cx="23432" cy="3928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129" name="Shape 1127"/>
          <p:cNvSpPr/>
          <p:nvPr/>
        </p:nvSpPr>
        <p:spPr>
          <a:xfrm flipV="1">
            <a:off x="10650855" y="2626581"/>
            <a:ext cx="23432" cy="5819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130" name="Shape 1128"/>
          <p:cNvSpPr/>
          <p:nvPr/>
        </p:nvSpPr>
        <p:spPr>
          <a:xfrm flipV="1">
            <a:off x="10674287" y="2618944"/>
            <a:ext cx="23431" cy="7637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131" name="Shape 1129"/>
          <p:cNvSpPr/>
          <p:nvPr/>
        </p:nvSpPr>
        <p:spPr>
          <a:xfrm flipV="1">
            <a:off x="10697718" y="2609634"/>
            <a:ext cx="23432" cy="9310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132" name="Shape 1130"/>
          <p:cNvSpPr/>
          <p:nvPr/>
        </p:nvSpPr>
        <p:spPr>
          <a:xfrm flipV="1">
            <a:off x="10721150" y="2598814"/>
            <a:ext cx="23432" cy="10820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133" name="Shape 1131"/>
          <p:cNvSpPr/>
          <p:nvPr/>
        </p:nvSpPr>
        <p:spPr>
          <a:xfrm flipV="1">
            <a:off x="10744581" y="2586776"/>
            <a:ext cx="23432" cy="12038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134" name="Shape 1132"/>
          <p:cNvSpPr/>
          <p:nvPr/>
        </p:nvSpPr>
        <p:spPr>
          <a:xfrm flipV="1">
            <a:off x="10768013" y="2573884"/>
            <a:ext cx="23432" cy="12893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135" name="Shape 1133"/>
          <p:cNvSpPr/>
          <p:nvPr/>
        </p:nvSpPr>
        <p:spPr>
          <a:xfrm flipV="1">
            <a:off x="10791444" y="2560646"/>
            <a:ext cx="23432" cy="13238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136" name="Shape 1134"/>
          <p:cNvSpPr/>
          <p:nvPr/>
        </p:nvSpPr>
        <p:spPr>
          <a:xfrm flipV="1">
            <a:off x="10814876" y="2547808"/>
            <a:ext cx="23432" cy="12838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137" name="Shape 1135"/>
          <p:cNvSpPr/>
          <p:nvPr/>
        </p:nvSpPr>
        <p:spPr>
          <a:xfrm flipV="1">
            <a:off x="10838307" y="2536297"/>
            <a:ext cx="23431" cy="11511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138" name="Shape 1136"/>
          <p:cNvSpPr/>
          <p:nvPr/>
        </p:nvSpPr>
        <p:spPr>
          <a:xfrm flipV="1">
            <a:off x="10861738" y="2527005"/>
            <a:ext cx="23432" cy="9292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139" name="Shape 1137"/>
          <p:cNvSpPr/>
          <p:nvPr/>
        </p:nvSpPr>
        <p:spPr>
          <a:xfrm flipV="1">
            <a:off x="10885170" y="2520677"/>
            <a:ext cx="23432" cy="6328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140" name="Shape 1138"/>
          <p:cNvSpPr/>
          <p:nvPr/>
        </p:nvSpPr>
        <p:spPr>
          <a:xfrm flipV="1">
            <a:off x="10908602" y="2517767"/>
            <a:ext cx="23432" cy="2909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141" name="Shape 1139"/>
          <p:cNvSpPr/>
          <p:nvPr/>
        </p:nvSpPr>
        <p:spPr>
          <a:xfrm>
            <a:off x="10932033" y="2517767"/>
            <a:ext cx="23432" cy="746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142" name="Shape 1140"/>
          <p:cNvSpPr/>
          <p:nvPr/>
        </p:nvSpPr>
        <p:spPr>
          <a:xfrm>
            <a:off x="10955465" y="2518513"/>
            <a:ext cx="23432" cy="4382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143" name="Shape 1141"/>
          <p:cNvSpPr/>
          <p:nvPr/>
        </p:nvSpPr>
        <p:spPr>
          <a:xfrm>
            <a:off x="10978896" y="2522895"/>
            <a:ext cx="23431" cy="7983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144" name="Shape 1142"/>
          <p:cNvSpPr/>
          <p:nvPr/>
        </p:nvSpPr>
        <p:spPr>
          <a:xfrm>
            <a:off x="11002328" y="2530878"/>
            <a:ext cx="23432" cy="11365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145" name="Shape 1143"/>
          <p:cNvSpPr/>
          <p:nvPr/>
        </p:nvSpPr>
        <p:spPr>
          <a:xfrm>
            <a:off x="11025759" y="2542243"/>
            <a:ext cx="23432" cy="14475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146" name="Shape 1144"/>
          <p:cNvSpPr/>
          <p:nvPr/>
        </p:nvSpPr>
        <p:spPr>
          <a:xfrm>
            <a:off x="11049191" y="2556718"/>
            <a:ext cx="23432" cy="17293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147" name="Shape 1145"/>
          <p:cNvSpPr/>
          <p:nvPr/>
        </p:nvSpPr>
        <p:spPr>
          <a:xfrm>
            <a:off x="11072622" y="2574011"/>
            <a:ext cx="23432" cy="19675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148" name="Shape 1146"/>
          <p:cNvSpPr/>
          <p:nvPr/>
        </p:nvSpPr>
        <p:spPr>
          <a:xfrm>
            <a:off x="11096054" y="2593686"/>
            <a:ext cx="23432" cy="21621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149" name="Shape 1147"/>
          <p:cNvSpPr/>
          <p:nvPr/>
        </p:nvSpPr>
        <p:spPr>
          <a:xfrm>
            <a:off x="11119485" y="2615307"/>
            <a:ext cx="23431" cy="22948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150" name="Shape 1148"/>
          <p:cNvSpPr/>
          <p:nvPr/>
        </p:nvSpPr>
        <p:spPr>
          <a:xfrm>
            <a:off x="11142917" y="2638255"/>
            <a:ext cx="23432" cy="23585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151" name="Shape 1149"/>
          <p:cNvSpPr/>
          <p:nvPr/>
        </p:nvSpPr>
        <p:spPr>
          <a:xfrm>
            <a:off x="11166348" y="2661840"/>
            <a:ext cx="23432" cy="23257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152" name="Shape 1150"/>
          <p:cNvSpPr/>
          <p:nvPr/>
        </p:nvSpPr>
        <p:spPr>
          <a:xfrm>
            <a:off x="11189780" y="2685097"/>
            <a:ext cx="23432" cy="21912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153" name="Shape 1151"/>
          <p:cNvSpPr/>
          <p:nvPr/>
        </p:nvSpPr>
        <p:spPr>
          <a:xfrm>
            <a:off x="11213211" y="2707009"/>
            <a:ext cx="23432" cy="19602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154" name="Shape 1152"/>
          <p:cNvSpPr/>
          <p:nvPr/>
        </p:nvSpPr>
        <p:spPr>
          <a:xfrm>
            <a:off x="11236643" y="2726612"/>
            <a:ext cx="23432" cy="16475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155" name="Shape 1153"/>
          <p:cNvSpPr/>
          <p:nvPr/>
        </p:nvSpPr>
        <p:spPr>
          <a:xfrm>
            <a:off x="11260074" y="2743087"/>
            <a:ext cx="23431" cy="12965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156" name="Shape 1154"/>
          <p:cNvSpPr/>
          <p:nvPr/>
        </p:nvSpPr>
        <p:spPr>
          <a:xfrm>
            <a:off x="11283505" y="2756052"/>
            <a:ext cx="23432" cy="9310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157" name="Shape 1155"/>
          <p:cNvSpPr/>
          <p:nvPr/>
        </p:nvSpPr>
        <p:spPr>
          <a:xfrm>
            <a:off x="11306937" y="2765362"/>
            <a:ext cx="23432" cy="5692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158" name="Shape 1156"/>
          <p:cNvSpPr/>
          <p:nvPr/>
        </p:nvSpPr>
        <p:spPr>
          <a:xfrm>
            <a:off x="11330369" y="2771054"/>
            <a:ext cx="23432" cy="2164"/>
          </a:xfrm>
          <a:prstGeom prst="line">
            <a:avLst/>
          </a:prstGeom>
          <a:noFill/>
          <a:ln w="12700">
            <a:solidFill>
              <a:srgbClr val="F5A3B0"/>
            </a:solidFill>
            <a:prstDash val="dash"/>
          </a:ln>
        </p:spPr>
      </p:sp>
      <p:sp>
        <p:nvSpPr>
          <p:cNvPr id="1159" name="Shape 1157"/>
          <p:cNvSpPr/>
          <p:nvPr/>
        </p:nvSpPr>
        <p:spPr>
          <a:xfrm>
            <a:off x="9010650" y="2645602"/>
            <a:ext cx="29147" cy="80265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1160" name="Shape 1158"/>
          <p:cNvSpPr/>
          <p:nvPr/>
        </p:nvSpPr>
        <p:spPr>
          <a:xfrm>
            <a:off x="9034082" y="2638728"/>
            <a:ext cx="29146" cy="66554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1161" name="Shape 1159"/>
          <p:cNvSpPr/>
          <p:nvPr/>
        </p:nvSpPr>
        <p:spPr>
          <a:xfrm>
            <a:off x="9057513" y="2630891"/>
            <a:ext cx="29147" cy="55134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1162" name="Shape 1160"/>
          <p:cNvSpPr/>
          <p:nvPr/>
        </p:nvSpPr>
        <p:spPr>
          <a:xfrm>
            <a:off x="9080945" y="2622090"/>
            <a:ext cx="29147" cy="46442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1163" name="Shape 1161"/>
          <p:cNvSpPr/>
          <p:nvPr/>
        </p:nvSpPr>
        <p:spPr>
          <a:xfrm>
            <a:off x="9104376" y="2612543"/>
            <a:ext cx="29146" cy="40551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1164" name="Shape 1162"/>
          <p:cNvSpPr/>
          <p:nvPr/>
        </p:nvSpPr>
        <p:spPr>
          <a:xfrm>
            <a:off x="9127808" y="2602451"/>
            <a:ext cx="29147" cy="37241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1165" name="Shape 1163"/>
          <p:cNvSpPr/>
          <p:nvPr/>
        </p:nvSpPr>
        <p:spPr>
          <a:xfrm>
            <a:off x="9151239" y="2592286"/>
            <a:ext cx="29147" cy="35895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1166" name="Shape 1164"/>
          <p:cNvSpPr/>
          <p:nvPr/>
        </p:nvSpPr>
        <p:spPr>
          <a:xfrm>
            <a:off x="9174671" y="2582466"/>
            <a:ext cx="29146" cy="35677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1167" name="Shape 1165"/>
          <p:cNvSpPr/>
          <p:nvPr/>
        </p:nvSpPr>
        <p:spPr>
          <a:xfrm>
            <a:off x="9198102" y="2573356"/>
            <a:ext cx="29147" cy="35895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1168" name="Shape 1166"/>
          <p:cNvSpPr/>
          <p:nvPr/>
        </p:nvSpPr>
        <p:spPr>
          <a:xfrm>
            <a:off x="9221534" y="2565137"/>
            <a:ext cx="29147" cy="36077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1169" name="Shape 1167"/>
          <p:cNvSpPr/>
          <p:nvPr/>
        </p:nvSpPr>
        <p:spPr>
          <a:xfrm>
            <a:off x="9244965" y="2557809"/>
            <a:ext cx="29146" cy="36077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1170" name="Shape 1168"/>
          <p:cNvSpPr/>
          <p:nvPr/>
        </p:nvSpPr>
        <p:spPr>
          <a:xfrm>
            <a:off x="9268396" y="2551317"/>
            <a:ext cx="29147" cy="35859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1171" name="Shape 1169"/>
          <p:cNvSpPr/>
          <p:nvPr/>
        </p:nvSpPr>
        <p:spPr>
          <a:xfrm>
            <a:off x="9291828" y="2545498"/>
            <a:ext cx="29147" cy="35532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1172" name="Shape 1170"/>
          <p:cNvSpPr/>
          <p:nvPr/>
        </p:nvSpPr>
        <p:spPr>
          <a:xfrm>
            <a:off x="9315260" y="2540261"/>
            <a:ext cx="29147" cy="35095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1173" name="Shape 1171"/>
          <p:cNvSpPr/>
          <p:nvPr/>
        </p:nvSpPr>
        <p:spPr>
          <a:xfrm>
            <a:off x="9338691" y="2535497"/>
            <a:ext cx="29146" cy="34732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1174" name="Shape 1172"/>
          <p:cNvSpPr/>
          <p:nvPr/>
        </p:nvSpPr>
        <p:spPr>
          <a:xfrm>
            <a:off x="9362123" y="2531206"/>
            <a:ext cx="29147" cy="34441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1175" name="Shape 1173"/>
          <p:cNvSpPr/>
          <p:nvPr/>
        </p:nvSpPr>
        <p:spPr>
          <a:xfrm>
            <a:off x="9385554" y="2527405"/>
            <a:ext cx="29146" cy="34295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1176" name="Shape 1174"/>
          <p:cNvSpPr/>
          <p:nvPr/>
        </p:nvSpPr>
        <p:spPr>
          <a:xfrm>
            <a:off x="9408986" y="2524241"/>
            <a:ext cx="29147" cy="34222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1177" name="Shape 1175"/>
          <p:cNvSpPr/>
          <p:nvPr/>
        </p:nvSpPr>
        <p:spPr>
          <a:xfrm>
            <a:off x="9432417" y="2521913"/>
            <a:ext cx="29147" cy="34222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1178" name="Shape 1176"/>
          <p:cNvSpPr/>
          <p:nvPr/>
        </p:nvSpPr>
        <p:spPr>
          <a:xfrm>
            <a:off x="9455849" y="2520659"/>
            <a:ext cx="29147" cy="34259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1179" name="Shape 1177"/>
          <p:cNvSpPr/>
          <p:nvPr/>
        </p:nvSpPr>
        <p:spPr>
          <a:xfrm>
            <a:off x="9479280" y="2520750"/>
            <a:ext cx="29146" cy="34295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1180" name="Shape 1178"/>
          <p:cNvSpPr/>
          <p:nvPr/>
        </p:nvSpPr>
        <p:spPr>
          <a:xfrm>
            <a:off x="9502712" y="2522495"/>
            <a:ext cx="29147" cy="34332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1181" name="Shape 1179"/>
          <p:cNvSpPr/>
          <p:nvPr/>
        </p:nvSpPr>
        <p:spPr>
          <a:xfrm>
            <a:off x="9526143" y="2526205"/>
            <a:ext cx="29147" cy="34332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1182" name="Shape 1180"/>
          <p:cNvSpPr/>
          <p:nvPr/>
        </p:nvSpPr>
        <p:spPr>
          <a:xfrm>
            <a:off x="9549575" y="2532078"/>
            <a:ext cx="29146" cy="34332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1183" name="Shape 1181"/>
          <p:cNvSpPr/>
          <p:nvPr/>
        </p:nvSpPr>
        <p:spPr>
          <a:xfrm>
            <a:off x="9573006" y="2540370"/>
            <a:ext cx="29147" cy="34332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1184" name="Shape 1182"/>
          <p:cNvSpPr/>
          <p:nvPr/>
        </p:nvSpPr>
        <p:spPr>
          <a:xfrm>
            <a:off x="9596438" y="2551172"/>
            <a:ext cx="29147" cy="34332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1185" name="Shape 1183"/>
          <p:cNvSpPr/>
          <p:nvPr/>
        </p:nvSpPr>
        <p:spPr>
          <a:xfrm>
            <a:off x="9619869" y="2564537"/>
            <a:ext cx="29146" cy="34295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1186" name="Shape 1184"/>
          <p:cNvSpPr/>
          <p:nvPr/>
        </p:nvSpPr>
        <p:spPr>
          <a:xfrm>
            <a:off x="9643301" y="2580375"/>
            <a:ext cx="29147" cy="34259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1187" name="Shape 1185"/>
          <p:cNvSpPr/>
          <p:nvPr/>
        </p:nvSpPr>
        <p:spPr>
          <a:xfrm>
            <a:off x="9666732" y="2598505"/>
            <a:ext cx="29147" cy="34222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1188" name="Shape 1186"/>
          <p:cNvSpPr/>
          <p:nvPr/>
        </p:nvSpPr>
        <p:spPr>
          <a:xfrm>
            <a:off x="9690164" y="2618580"/>
            <a:ext cx="29146" cy="34222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1189" name="Shape 1187"/>
          <p:cNvSpPr/>
          <p:nvPr/>
        </p:nvSpPr>
        <p:spPr>
          <a:xfrm>
            <a:off x="9713595" y="2640183"/>
            <a:ext cx="29147" cy="34295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1190" name="Shape 1188"/>
          <p:cNvSpPr/>
          <p:nvPr/>
        </p:nvSpPr>
        <p:spPr>
          <a:xfrm>
            <a:off x="9737027" y="2662767"/>
            <a:ext cx="29147" cy="34441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1191" name="Shape 1189"/>
          <p:cNvSpPr/>
          <p:nvPr/>
        </p:nvSpPr>
        <p:spPr>
          <a:xfrm>
            <a:off x="9760458" y="2685752"/>
            <a:ext cx="29147" cy="34732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1192" name="Shape 1190"/>
          <p:cNvSpPr/>
          <p:nvPr/>
        </p:nvSpPr>
        <p:spPr>
          <a:xfrm>
            <a:off x="9783890" y="2708500"/>
            <a:ext cx="29146" cy="35095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1193" name="Shape 1191"/>
          <p:cNvSpPr/>
          <p:nvPr/>
        </p:nvSpPr>
        <p:spPr>
          <a:xfrm>
            <a:off x="9807321" y="2730412"/>
            <a:ext cx="29147" cy="35532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1194" name="Shape 1192"/>
          <p:cNvSpPr/>
          <p:nvPr/>
        </p:nvSpPr>
        <p:spPr>
          <a:xfrm>
            <a:off x="9830753" y="2750942"/>
            <a:ext cx="29147" cy="35859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1195" name="Shape 1193"/>
          <p:cNvSpPr/>
          <p:nvPr/>
        </p:nvSpPr>
        <p:spPr>
          <a:xfrm>
            <a:off x="9854184" y="2769526"/>
            <a:ext cx="29147" cy="36077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1196" name="Shape 1194"/>
          <p:cNvSpPr/>
          <p:nvPr/>
        </p:nvSpPr>
        <p:spPr>
          <a:xfrm>
            <a:off x="9877616" y="2785728"/>
            <a:ext cx="29147" cy="36041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1197" name="Shape 1195"/>
          <p:cNvSpPr/>
          <p:nvPr/>
        </p:nvSpPr>
        <p:spPr>
          <a:xfrm>
            <a:off x="9901047" y="2799130"/>
            <a:ext cx="29147" cy="35859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1198" name="Shape 1196"/>
          <p:cNvSpPr/>
          <p:nvPr/>
        </p:nvSpPr>
        <p:spPr>
          <a:xfrm>
            <a:off x="9924479" y="2809404"/>
            <a:ext cx="29147" cy="35641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1199" name="Shape 1197"/>
          <p:cNvSpPr/>
          <p:nvPr/>
        </p:nvSpPr>
        <p:spPr>
          <a:xfrm>
            <a:off x="9947910" y="2816168"/>
            <a:ext cx="29146" cy="35859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1200" name="Shape 1198"/>
          <p:cNvSpPr/>
          <p:nvPr/>
        </p:nvSpPr>
        <p:spPr>
          <a:xfrm>
            <a:off x="9971342" y="2819078"/>
            <a:ext cx="29147" cy="37241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1201" name="Shape 1199"/>
          <p:cNvSpPr/>
          <p:nvPr/>
        </p:nvSpPr>
        <p:spPr>
          <a:xfrm>
            <a:off x="9994773" y="2817896"/>
            <a:ext cx="29147" cy="40551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1202" name="Shape 1200"/>
          <p:cNvSpPr/>
          <p:nvPr/>
        </p:nvSpPr>
        <p:spPr>
          <a:xfrm>
            <a:off x="10018205" y="2812550"/>
            <a:ext cx="29147" cy="46406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1203" name="Shape 1201"/>
          <p:cNvSpPr/>
          <p:nvPr/>
        </p:nvSpPr>
        <p:spPr>
          <a:xfrm>
            <a:off x="10041636" y="2803312"/>
            <a:ext cx="29147" cy="55025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1204" name="Shape 1202"/>
          <p:cNvSpPr/>
          <p:nvPr/>
        </p:nvSpPr>
        <p:spPr>
          <a:xfrm>
            <a:off x="10065068" y="2790729"/>
            <a:ext cx="29147" cy="66190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1205" name="Shape 1203"/>
          <p:cNvSpPr/>
          <p:nvPr/>
        </p:nvSpPr>
        <p:spPr>
          <a:xfrm>
            <a:off x="10088499" y="2775454"/>
            <a:ext cx="29146" cy="79574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1206" name="Shape 1204"/>
          <p:cNvSpPr/>
          <p:nvPr/>
        </p:nvSpPr>
        <p:spPr>
          <a:xfrm>
            <a:off x="10111930" y="2758307"/>
            <a:ext cx="29147" cy="94666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1207" name="Shape 1205"/>
          <p:cNvSpPr/>
          <p:nvPr/>
        </p:nvSpPr>
        <p:spPr>
          <a:xfrm>
            <a:off x="10135362" y="2739995"/>
            <a:ext cx="29147" cy="111032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1208" name="Shape 1206"/>
          <p:cNvSpPr/>
          <p:nvPr/>
        </p:nvSpPr>
        <p:spPr>
          <a:xfrm>
            <a:off x="10158794" y="2721247"/>
            <a:ext cx="29147" cy="128234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1209" name="Shape 1207"/>
          <p:cNvSpPr/>
          <p:nvPr/>
        </p:nvSpPr>
        <p:spPr>
          <a:xfrm>
            <a:off x="10182225" y="2702809"/>
            <a:ext cx="29147" cy="145764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1210" name="Shape 1208"/>
          <p:cNvSpPr/>
          <p:nvPr/>
        </p:nvSpPr>
        <p:spPr>
          <a:xfrm>
            <a:off x="10205657" y="2685261"/>
            <a:ext cx="29147" cy="163220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1211" name="Shape 1209"/>
          <p:cNvSpPr/>
          <p:nvPr/>
        </p:nvSpPr>
        <p:spPr>
          <a:xfrm>
            <a:off x="10229088" y="2669150"/>
            <a:ext cx="29147" cy="180095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1212" name="Shape 1210"/>
          <p:cNvSpPr/>
          <p:nvPr/>
        </p:nvSpPr>
        <p:spPr>
          <a:xfrm>
            <a:off x="10252520" y="2654876"/>
            <a:ext cx="29146" cy="195988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1213" name="Shape 1211"/>
          <p:cNvSpPr/>
          <p:nvPr/>
        </p:nvSpPr>
        <p:spPr>
          <a:xfrm>
            <a:off x="10275951" y="2642801"/>
            <a:ext cx="29147" cy="210499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1214" name="Shape 1212"/>
          <p:cNvSpPr/>
          <p:nvPr/>
        </p:nvSpPr>
        <p:spPr>
          <a:xfrm>
            <a:off x="10299383" y="2633091"/>
            <a:ext cx="29147" cy="223228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1215" name="Shape 1213"/>
          <p:cNvSpPr/>
          <p:nvPr/>
        </p:nvSpPr>
        <p:spPr>
          <a:xfrm>
            <a:off x="10322814" y="2625817"/>
            <a:ext cx="29147" cy="233884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1216" name="Shape 1214"/>
          <p:cNvSpPr/>
          <p:nvPr/>
        </p:nvSpPr>
        <p:spPr>
          <a:xfrm>
            <a:off x="10346246" y="2620962"/>
            <a:ext cx="29147" cy="242176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1217" name="Shape 1215"/>
          <p:cNvSpPr/>
          <p:nvPr/>
        </p:nvSpPr>
        <p:spPr>
          <a:xfrm>
            <a:off x="10369677" y="2618362"/>
            <a:ext cx="29147" cy="247886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1218" name="Shape 1216"/>
          <p:cNvSpPr/>
          <p:nvPr/>
        </p:nvSpPr>
        <p:spPr>
          <a:xfrm>
            <a:off x="10393109" y="2617780"/>
            <a:ext cx="29146" cy="250904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1219" name="Shape 1217"/>
          <p:cNvSpPr/>
          <p:nvPr/>
        </p:nvSpPr>
        <p:spPr>
          <a:xfrm>
            <a:off x="10416540" y="2618907"/>
            <a:ext cx="29147" cy="251086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1220" name="Shape 1218"/>
          <p:cNvSpPr/>
          <p:nvPr/>
        </p:nvSpPr>
        <p:spPr>
          <a:xfrm>
            <a:off x="10439971" y="2621308"/>
            <a:ext cx="29147" cy="248504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1221" name="Shape 1219"/>
          <p:cNvSpPr/>
          <p:nvPr/>
        </p:nvSpPr>
        <p:spPr>
          <a:xfrm>
            <a:off x="10463403" y="2624635"/>
            <a:ext cx="29147" cy="243121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1222" name="Shape 1220"/>
          <p:cNvSpPr/>
          <p:nvPr/>
        </p:nvSpPr>
        <p:spPr>
          <a:xfrm>
            <a:off x="10486835" y="2628363"/>
            <a:ext cx="29147" cy="235157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1223" name="Shape 1221"/>
          <p:cNvSpPr/>
          <p:nvPr/>
        </p:nvSpPr>
        <p:spPr>
          <a:xfrm>
            <a:off x="10510266" y="2632073"/>
            <a:ext cx="29147" cy="224755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1224" name="Shape 1222"/>
          <p:cNvSpPr/>
          <p:nvPr/>
        </p:nvSpPr>
        <p:spPr>
          <a:xfrm>
            <a:off x="10533698" y="2635309"/>
            <a:ext cx="29146" cy="212172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1225" name="Shape 1223"/>
          <p:cNvSpPr/>
          <p:nvPr/>
        </p:nvSpPr>
        <p:spPr>
          <a:xfrm>
            <a:off x="10557129" y="2637673"/>
            <a:ext cx="29147" cy="197734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1226" name="Shape 1224"/>
          <p:cNvSpPr/>
          <p:nvPr/>
        </p:nvSpPr>
        <p:spPr>
          <a:xfrm>
            <a:off x="10580561" y="2638801"/>
            <a:ext cx="29147" cy="181805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1227" name="Shape 1225"/>
          <p:cNvSpPr/>
          <p:nvPr/>
        </p:nvSpPr>
        <p:spPr>
          <a:xfrm>
            <a:off x="10603992" y="2638419"/>
            <a:ext cx="29147" cy="164821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1228" name="Shape 1226"/>
          <p:cNvSpPr/>
          <p:nvPr/>
        </p:nvSpPr>
        <p:spPr>
          <a:xfrm>
            <a:off x="10627424" y="2636328"/>
            <a:ext cx="29147" cy="147182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1229" name="Shape 1227"/>
          <p:cNvSpPr/>
          <p:nvPr/>
        </p:nvSpPr>
        <p:spPr>
          <a:xfrm>
            <a:off x="10650855" y="2632400"/>
            <a:ext cx="29147" cy="129362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1230" name="Shape 1228"/>
          <p:cNvSpPr/>
          <p:nvPr/>
        </p:nvSpPr>
        <p:spPr>
          <a:xfrm>
            <a:off x="10674287" y="2626581"/>
            <a:ext cx="29146" cy="111905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1231" name="Shape 1229"/>
          <p:cNvSpPr/>
          <p:nvPr/>
        </p:nvSpPr>
        <p:spPr>
          <a:xfrm>
            <a:off x="10697718" y="2618944"/>
            <a:ext cx="29147" cy="95285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1232" name="Shape 1230"/>
          <p:cNvSpPr/>
          <p:nvPr/>
        </p:nvSpPr>
        <p:spPr>
          <a:xfrm>
            <a:off x="10721150" y="2609634"/>
            <a:ext cx="29147" cy="80010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1233" name="Shape 1231"/>
          <p:cNvSpPr/>
          <p:nvPr/>
        </p:nvSpPr>
        <p:spPr>
          <a:xfrm>
            <a:off x="10744581" y="2598814"/>
            <a:ext cx="29147" cy="66663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1234" name="Shape 1232"/>
          <p:cNvSpPr/>
          <p:nvPr/>
        </p:nvSpPr>
        <p:spPr>
          <a:xfrm>
            <a:off x="10768013" y="2586776"/>
            <a:ext cx="29147" cy="55716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1235" name="Shape 1233"/>
          <p:cNvSpPr/>
          <p:nvPr/>
        </p:nvSpPr>
        <p:spPr>
          <a:xfrm>
            <a:off x="10791444" y="2573884"/>
            <a:ext cx="29147" cy="47570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1236" name="Shape 1234"/>
          <p:cNvSpPr/>
          <p:nvPr/>
        </p:nvSpPr>
        <p:spPr>
          <a:xfrm>
            <a:off x="10814876" y="2560646"/>
            <a:ext cx="29147" cy="42369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1237" name="Shape 1235"/>
          <p:cNvSpPr/>
          <p:nvPr/>
        </p:nvSpPr>
        <p:spPr>
          <a:xfrm>
            <a:off x="10838307" y="2547808"/>
            <a:ext cx="29146" cy="39714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1238" name="Shape 1236"/>
          <p:cNvSpPr/>
          <p:nvPr/>
        </p:nvSpPr>
        <p:spPr>
          <a:xfrm>
            <a:off x="10861738" y="2536297"/>
            <a:ext cx="29147" cy="38841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1239" name="Shape 1237"/>
          <p:cNvSpPr/>
          <p:nvPr/>
        </p:nvSpPr>
        <p:spPr>
          <a:xfrm>
            <a:off x="10885170" y="2527005"/>
            <a:ext cx="29147" cy="38878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1240" name="Shape 1238"/>
          <p:cNvSpPr/>
          <p:nvPr/>
        </p:nvSpPr>
        <p:spPr>
          <a:xfrm>
            <a:off x="10908602" y="2520677"/>
            <a:ext cx="29147" cy="39169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1241" name="Shape 1239"/>
          <p:cNvSpPr/>
          <p:nvPr/>
        </p:nvSpPr>
        <p:spPr>
          <a:xfrm>
            <a:off x="10932033" y="2517767"/>
            <a:ext cx="29147" cy="39387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1242" name="Shape 1240"/>
          <p:cNvSpPr/>
          <p:nvPr/>
        </p:nvSpPr>
        <p:spPr>
          <a:xfrm>
            <a:off x="10955465" y="2518513"/>
            <a:ext cx="29147" cy="39496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1243" name="Shape 1241"/>
          <p:cNvSpPr/>
          <p:nvPr/>
        </p:nvSpPr>
        <p:spPr>
          <a:xfrm>
            <a:off x="10978896" y="2522895"/>
            <a:ext cx="29146" cy="39605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1244" name="Shape 1242"/>
          <p:cNvSpPr/>
          <p:nvPr/>
        </p:nvSpPr>
        <p:spPr>
          <a:xfrm>
            <a:off x="11002328" y="2530878"/>
            <a:ext cx="29147" cy="39787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1245" name="Shape 1243"/>
          <p:cNvSpPr/>
          <p:nvPr/>
        </p:nvSpPr>
        <p:spPr>
          <a:xfrm>
            <a:off x="11025759" y="2542243"/>
            <a:ext cx="29147" cy="40114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1246" name="Shape 1244"/>
          <p:cNvSpPr/>
          <p:nvPr/>
        </p:nvSpPr>
        <p:spPr>
          <a:xfrm>
            <a:off x="11049191" y="2556718"/>
            <a:ext cx="29147" cy="40551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1247" name="Shape 1245"/>
          <p:cNvSpPr/>
          <p:nvPr/>
        </p:nvSpPr>
        <p:spPr>
          <a:xfrm>
            <a:off x="11072622" y="2574011"/>
            <a:ext cx="29147" cy="40987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1248" name="Shape 1246"/>
          <p:cNvSpPr/>
          <p:nvPr/>
        </p:nvSpPr>
        <p:spPr>
          <a:xfrm>
            <a:off x="11096054" y="2593686"/>
            <a:ext cx="29147" cy="41314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1249" name="Shape 1247"/>
          <p:cNvSpPr/>
          <p:nvPr/>
        </p:nvSpPr>
        <p:spPr>
          <a:xfrm>
            <a:off x="11119485" y="2615307"/>
            <a:ext cx="29146" cy="41387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1250" name="Shape 1248"/>
          <p:cNvSpPr/>
          <p:nvPr/>
        </p:nvSpPr>
        <p:spPr>
          <a:xfrm>
            <a:off x="11142917" y="2638255"/>
            <a:ext cx="29147" cy="41205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1251" name="Shape 1249"/>
          <p:cNvSpPr/>
          <p:nvPr/>
        </p:nvSpPr>
        <p:spPr>
          <a:xfrm>
            <a:off x="11166348" y="2661840"/>
            <a:ext cx="29147" cy="41060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1252" name="Shape 1250"/>
          <p:cNvSpPr/>
          <p:nvPr/>
        </p:nvSpPr>
        <p:spPr>
          <a:xfrm>
            <a:off x="11189780" y="2685097"/>
            <a:ext cx="29147" cy="41605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1253" name="Shape 1251"/>
          <p:cNvSpPr/>
          <p:nvPr/>
        </p:nvSpPr>
        <p:spPr>
          <a:xfrm>
            <a:off x="11213211" y="2707009"/>
            <a:ext cx="29147" cy="43715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1254" name="Shape 1252"/>
          <p:cNvSpPr/>
          <p:nvPr/>
        </p:nvSpPr>
        <p:spPr>
          <a:xfrm>
            <a:off x="11236643" y="2726612"/>
            <a:ext cx="29147" cy="48333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1255" name="Shape 1253"/>
          <p:cNvSpPr/>
          <p:nvPr/>
        </p:nvSpPr>
        <p:spPr>
          <a:xfrm>
            <a:off x="11260074" y="2743087"/>
            <a:ext cx="29146" cy="56043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1256" name="Shape 1254"/>
          <p:cNvSpPr/>
          <p:nvPr/>
        </p:nvSpPr>
        <p:spPr>
          <a:xfrm>
            <a:off x="11283505" y="2756052"/>
            <a:ext cx="29147" cy="66881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1257" name="Shape 1255"/>
          <p:cNvSpPr/>
          <p:nvPr/>
        </p:nvSpPr>
        <p:spPr>
          <a:xfrm>
            <a:off x="11306937" y="2765362"/>
            <a:ext cx="29147" cy="80483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1258" name="Shape 1256"/>
          <p:cNvSpPr/>
          <p:nvPr/>
        </p:nvSpPr>
        <p:spPr>
          <a:xfrm>
            <a:off x="11330369" y="2771054"/>
            <a:ext cx="29147" cy="96303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1259" name="Shape 1257"/>
          <p:cNvSpPr/>
          <p:nvPr/>
        </p:nvSpPr>
        <p:spPr>
          <a:xfrm flipV="1">
            <a:off x="9010650" y="2673078"/>
            <a:ext cx="23432" cy="32022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1260" name="Shape 1258"/>
          <p:cNvSpPr/>
          <p:nvPr/>
        </p:nvSpPr>
        <p:spPr>
          <a:xfrm flipV="1">
            <a:off x="9034082" y="2642565"/>
            <a:ext cx="23431" cy="30513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1261" name="Shape 1259"/>
          <p:cNvSpPr/>
          <p:nvPr/>
        </p:nvSpPr>
        <p:spPr>
          <a:xfrm flipV="1">
            <a:off x="9057513" y="2614925"/>
            <a:ext cx="23432" cy="27640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1262" name="Shape 1260"/>
          <p:cNvSpPr/>
          <p:nvPr/>
        </p:nvSpPr>
        <p:spPr>
          <a:xfrm flipV="1">
            <a:off x="9080945" y="2591286"/>
            <a:ext cx="23432" cy="23639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1263" name="Shape 1261"/>
          <p:cNvSpPr/>
          <p:nvPr/>
        </p:nvSpPr>
        <p:spPr>
          <a:xfrm flipV="1">
            <a:off x="9104376" y="2572465"/>
            <a:ext cx="23431" cy="18821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1264" name="Shape 1262"/>
          <p:cNvSpPr/>
          <p:nvPr/>
        </p:nvSpPr>
        <p:spPr>
          <a:xfrm flipV="1">
            <a:off x="9127808" y="2558845"/>
            <a:ext cx="23432" cy="13620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1265" name="Shape 1263"/>
          <p:cNvSpPr/>
          <p:nvPr/>
        </p:nvSpPr>
        <p:spPr>
          <a:xfrm flipV="1">
            <a:off x="9151239" y="2550408"/>
            <a:ext cx="23432" cy="8437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1266" name="Shape 1264"/>
          <p:cNvSpPr/>
          <p:nvPr/>
        </p:nvSpPr>
        <p:spPr>
          <a:xfrm flipV="1">
            <a:off x="9174671" y="2546735"/>
            <a:ext cx="23431" cy="3673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1267" name="Shape 1265"/>
          <p:cNvSpPr/>
          <p:nvPr/>
        </p:nvSpPr>
        <p:spPr>
          <a:xfrm>
            <a:off x="9198102" y="2546735"/>
            <a:ext cx="23432" cy="273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1268" name="Shape 1266"/>
          <p:cNvSpPr/>
          <p:nvPr/>
        </p:nvSpPr>
        <p:spPr>
          <a:xfrm>
            <a:off x="9221534" y="2547008"/>
            <a:ext cx="23432" cy="3182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1269" name="Shape 1267"/>
          <p:cNvSpPr/>
          <p:nvPr/>
        </p:nvSpPr>
        <p:spPr>
          <a:xfrm>
            <a:off x="9244965" y="2550190"/>
            <a:ext cx="23431" cy="4910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1270" name="Shape 1268"/>
          <p:cNvSpPr/>
          <p:nvPr/>
        </p:nvSpPr>
        <p:spPr>
          <a:xfrm>
            <a:off x="9268396" y="2555099"/>
            <a:ext cx="23432" cy="5364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1271" name="Shape 1269"/>
          <p:cNvSpPr/>
          <p:nvPr/>
        </p:nvSpPr>
        <p:spPr>
          <a:xfrm>
            <a:off x="9291828" y="2560464"/>
            <a:ext cx="23432" cy="4710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1272" name="Shape 1270"/>
          <p:cNvSpPr/>
          <p:nvPr/>
        </p:nvSpPr>
        <p:spPr>
          <a:xfrm>
            <a:off x="9315260" y="2565173"/>
            <a:ext cx="23432" cy="3073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1273" name="Shape 1271"/>
          <p:cNvSpPr/>
          <p:nvPr/>
        </p:nvSpPr>
        <p:spPr>
          <a:xfrm>
            <a:off x="9338691" y="2568247"/>
            <a:ext cx="23431" cy="836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1274" name="Shape 1272"/>
          <p:cNvSpPr/>
          <p:nvPr/>
        </p:nvSpPr>
        <p:spPr>
          <a:xfrm flipV="1">
            <a:off x="9362123" y="2567410"/>
            <a:ext cx="23432" cy="1673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1275" name="Shape 1273"/>
          <p:cNvSpPr/>
          <p:nvPr/>
        </p:nvSpPr>
        <p:spPr>
          <a:xfrm flipV="1">
            <a:off x="9385554" y="2563355"/>
            <a:ext cx="23431" cy="4055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1276" name="Shape 1274"/>
          <p:cNvSpPr/>
          <p:nvPr/>
        </p:nvSpPr>
        <p:spPr>
          <a:xfrm flipV="1">
            <a:off x="9408986" y="2557409"/>
            <a:ext cx="23432" cy="5946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1277" name="Shape 1275"/>
          <p:cNvSpPr/>
          <p:nvPr/>
        </p:nvSpPr>
        <p:spPr>
          <a:xfrm flipV="1">
            <a:off x="9432417" y="2550444"/>
            <a:ext cx="23432" cy="6965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1278" name="Shape 1276"/>
          <p:cNvSpPr/>
          <p:nvPr/>
        </p:nvSpPr>
        <p:spPr>
          <a:xfrm flipV="1">
            <a:off x="9455849" y="2543534"/>
            <a:ext cx="23432" cy="6910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1279" name="Shape 1277"/>
          <p:cNvSpPr/>
          <p:nvPr/>
        </p:nvSpPr>
        <p:spPr>
          <a:xfrm flipV="1">
            <a:off x="9479280" y="2537915"/>
            <a:ext cx="23431" cy="5619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1280" name="Shape 1278"/>
          <p:cNvSpPr/>
          <p:nvPr/>
        </p:nvSpPr>
        <p:spPr>
          <a:xfrm flipV="1">
            <a:off x="9502712" y="2534842"/>
            <a:ext cx="23432" cy="3073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1281" name="Shape 1279"/>
          <p:cNvSpPr/>
          <p:nvPr/>
        </p:nvSpPr>
        <p:spPr>
          <a:xfrm>
            <a:off x="9526143" y="2534842"/>
            <a:ext cx="23432" cy="600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1282" name="Shape 1280"/>
          <p:cNvSpPr/>
          <p:nvPr/>
        </p:nvSpPr>
        <p:spPr>
          <a:xfrm>
            <a:off x="9549575" y="2535442"/>
            <a:ext cx="23431" cy="5219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1283" name="Shape 1281"/>
          <p:cNvSpPr/>
          <p:nvPr/>
        </p:nvSpPr>
        <p:spPr>
          <a:xfrm>
            <a:off x="9573006" y="2540661"/>
            <a:ext cx="23432" cy="10401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1284" name="Shape 1282"/>
          <p:cNvSpPr/>
          <p:nvPr/>
        </p:nvSpPr>
        <p:spPr>
          <a:xfrm>
            <a:off x="9596438" y="2551063"/>
            <a:ext cx="23432" cy="15802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1285" name="Shape 1283"/>
          <p:cNvSpPr/>
          <p:nvPr/>
        </p:nvSpPr>
        <p:spPr>
          <a:xfrm>
            <a:off x="9619869" y="2566865"/>
            <a:ext cx="23431" cy="20984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1286" name="Shape 1284"/>
          <p:cNvSpPr/>
          <p:nvPr/>
        </p:nvSpPr>
        <p:spPr>
          <a:xfrm>
            <a:off x="9643301" y="2587849"/>
            <a:ext cx="23432" cy="25530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1287" name="Shape 1285"/>
          <p:cNvSpPr/>
          <p:nvPr/>
        </p:nvSpPr>
        <p:spPr>
          <a:xfrm>
            <a:off x="9666732" y="2613379"/>
            <a:ext cx="23432" cy="29058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1288" name="Shape 1286"/>
          <p:cNvSpPr/>
          <p:nvPr/>
        </p:nvSpPr>
        <p:spPr>
          <a:xfrm>
            <a:off x="9690164" y="2642438"/>
            <a:ext cx="23431" cy="31349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1289" name="Shape 1287"/>
          <p:cNvSpPr/>
          <p:nvPr/>
        </p:nvSpPr>
        <p:spPr>
          <a:xfrm>
            <a:off x="9713595" y="2673787"/>
            <a:ext cx="23432" cy="32131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1290" name="Shape 1288"/>
          <p:cNvSpPr/>
          <p:nvPr/>
        </p:nvSpPr>
        <p:spPr>
          <a:xfrm>
            <a:off x="9737027" y="2705918"/>
            <a:ext cx="23432" cy="31404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1291" name="Shape 1289"/>
          <p:cNvSpPr/>
          <p:nvPr/>
        </p:nvSpPr>
        <p:spPr>
          <a:xfrm>
            <a:off x="9760458" y="2737322"/>
            <a:ext cx="23432" cy="29240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1292" name="Shape 1290"/>
          <p:cNvSpPr/>
          <p:nvPr/>
        </p:nvSpPr>
        <p:spPr>
          <a:xfrm>
            <a:off x="9783890" y="2766562"/>
            <a:ext cx="23431" cy="25821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1293" name="Shape 1291"/>
          <p:cNvSpPr/>
          <p:nvPr/>
        </p:nvSpPr>
        <p:spPr>
          <a:xfrm>
            <a:off x="9807321" y="2792384"/>
            <a:ext cx="23432" cy="21475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1294" name="Shape 1292"/>
          <p:cNvSpPr/>
          <p:nvPr/>
        </p:nvSpPr>
        <p:spPr>
          <a:xfrm>
            <a:off x="9830753" y="2813859"/>
            <a:ext cx="23432" cy="16548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1295" name="Shape 1293"/>
          <p:cNvSpPr/>
          <p:nvPr/>
        </p:nvSpPr>
        <p:spPr>
          <a:xfrm>
            <a:off x="9854184" y="2830407"/>
            <a:ext cx="23432" cy="11474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1296" name="Shape 1294"/>
          <p:cNvSpPr/>
          <p:nvPr/>
        </p:nvSpPr>
        <p:spPr>
          <a:xfrm>
            <a:off x="9877616" y="2841881"/>
            <a:ext cx="23432" cy="6655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1297" name="Shape 1295"/>
          <p:cNvSpPr/>
          <p:nvPr/>
        </p:nvSpPr>
        <p:spPr>
          <a:xfrm>
            <a:off x="9901047" y="2848536"/>
            <a:ext cx="23432" cy="2473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1298" name="Shape 1296"/>
          <p:cNvSpPr/>
          <p:nvPr/>
        </p:nvSpPr>
        <p:spPr>
          <a:xfrm flipV="1">
            <a:off x="9924479" y="2850245"/>
            <a:ext cx="23432" cy="764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1299" name="Shape 1297"/>
          <p:cNvSpPr/>
          <p:nvPr/>
        </p:nvSpPr>
        <p:spPr>
          <a:xfrm flipV="1">
            <a:off x="9947910" y="2847391"/>
            <a:ext cx="23431" cy="2855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1300" name="Shape 1298"/>
          <p:cNvSpPr/>
          <p:nvPr/>
        </p:nvSpPr>
        <p:spPr>
          <a:xfrm flipV="1">
            <a:off x="9971342" y="2843663"/>
            <a:ext cx="23432" cy="3728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1301" name="Shape 1299"/>
          <p:cNvSpPr/>
          <p:nvPr/>
        </p:nvSpPr>
        <p:spPr>
          <a:xfrm flipV="1">
            <a:off x="9994773" y="2840262"/>
            <a:ext cx="23432" cy="3400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1302" name="Shape 1300"/>
          <p:cNvSpPr/>
          <p:nvPr/>
        </p:nvSpPr>
        <p:spPr>
          <a:xfrm flipV="1">
            <a:off x="10018205" y="2838189"/>
            <a:ext cx="23432" cy="2073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1303" name="Shape 1301"/>
          <p:cNvSpPr/>
          <p:nvPr/>
        </p:nvSpPr>
        <p:spPr>
          <a:xfrm>
            <a:off x="10041636" y="2838189"/>
            <a:ext cx="23432" cy="0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1304" name="Shape 1302"/>
          <p:cNvSpPr/>
          <p:nvPr/>
        </p:nvSpPr>
        <p:spPr>
          <a:xfrm>
            <a:off x="10065068" y="2838189"/>
            <a:ext cx="23432" cy="2491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1305" name="Shape 1303"/>
          <p:cNvSpPr/>
          <p:nvPr/>
        </p:nvSpPr>
        <p:spPr>
          <a:xfrm>
            <a:off x="10088499" y="2840681"/>
            <a:ext cx="23431" cy="4982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1306" name="Shape 1304"/>
          <p:cNvSpPr/>
          <p:nvPr/>
        </p:nvSpPr>
        <p:spPr>
          <a:xfrm>
            <a:off x="10111930" y="2845663"/>
            <a:ext cx="23432" cy="7092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1307" name="Shape 1305"/>
          <p:cNvSpPr/>
          <p:nvPr/>
        </p:nvSpPr>
        <p:spPr>
          <a:xfrm>
            <a:off x="10135362" y="2852755"/>
            <a:ext cx="23432" cy="8492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1308" name="Shape 1306"/>
          <p:cNvSpPr/>
          <p:nvPr/>
        </p:nvSpPr>
        <p:spPr>
          <a:xfrm>
            <a:off x="10158794" y="2861247"/>
            <a:ext cx="23432" cy="8837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1309" name="Shape 1307"/>
          <p:cNvSpPr/>
          <p:nvPr/>
        </p:nvSpPr>
        <p:spPr>
          <a:xfrm>
            <a:off x="10182225" y="2870084"/>
            <a:ext cx="23432" cy="8001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1310" name="Shape 1308"/>
          <p:cNvSpPr/>
          <p:nvPr/>
        </p:nvSpPr>
        <p:spPr>
          <a:xfrm>
            <a:off x="10205657" y="2878085"/>
            <a:ext cx="23432" cy="5873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1311" name="Shape 1309"/>
          <p:cNvSpPr/>
          <p:nvPr/>
        </p:nvSpPr>
        <p:spPr>
          <a:xfrm>
            <a:off x="10229088" y="2883959"/>
            <a:ext cx="23432" cy="2528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1312" name="Shape 1310"/>
          <p:cNvSpPr/>
          <p:nvPr/>
        </p:nvSpPr>
        <p:spPr>
          <a:xfrm flipV="1">
            <a:off x="10252520" y="2884650"/>
            <a:ext cx="23431" cy="1837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1313" name="Shape 1311"/>
          <p:cNvSpPr/>
          <p:nvPr/>
        </p:nvSpPr>
        <p:spPr>
          <a:xfrm flipV="1">
            <a:off x="10275951" y="2877667"/>
            <a:ext cx="23432" cy="6983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1314" name="Shape 1312"/>
          <p:cNvSpPr/>
          <p:nvPr/>
        </p:nvSpPr>
        <p:spPr>
          <a:xfrm flipV="1">
            <a:off x="10299383" y="2865193"/>
            <a:ext cx="23432" cy="12474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1315" name="Shape 1313"/>
          <p:cNvSpPr/>
          <p:nvPr/>
        </p:nvSpPr>
        <p:spPr>
          <a:xfrm flipV="1">
            <a:off x="10322814" y="2847263"/>
            <a:ext cx="23432" cy="17930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1316" name="Shape 1314"/>
          <p:cNvSpPr/>
          <p:nvPr/>
        </p:nvSpPr>
        <p:spPr>
          <a:xfrm flipV="1">
            <a:off x="10346246" y="2824315"/>
            <a:ext cx="23432" cy="22948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1317" name="Shape 1315"/>
          <p:cNvSpPr/>
          <p:nvPr/>
        </p:nvSpPr>
        <p:spPr>
          <a:xfrm flipV="1">
            <a:off x="10369677" y="2797221"/>
            <a:ext cx="23432" cy="27094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1318" name="Shape 1316"/>
          <p:cNvSpPr/>
          <p:nvPr/>
        </p:nvSpPr>
        <p:spPr>
          <a:xfrm flipV="1">
            <a:off x="10393109" y="2767144"/>
            <a:ext cx="23431" cy="30076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1319" name="Shape 1317"/>
          <p:cNvSpPr/>
          <p:nvPr/>
        </p:nvSpPr>
        <p:spPr>
          <a:xfrm flipV="1">
            <a:off x="10416540" y="2735486"/>
            <a:ext cx="23432" cy="31659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1320" name="Shape 1318"/>
          <p:cNvSpPr/>
          <p:nvPr/>
        </p:nvSpPr>
        <p:spPr>
          <a:xfrm flipV="1">
            <a:off x="10439971" y="2703754"/>
            <a:ext cx="23432" cy="31731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1321" name="Shape 1319"/>
          <p:cNvSpPr/>
          <p:nvPr/>
        </p:nvSpPr>
        <p:spPr>
          <a:xfrm flipV="1">
            <a:off x="10463403" y="2673441"/>
            <a:ext cx="23432" cy="30313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1322" name="Shape 1320"/>
          <p:cNvSpPr/>
          <p:nvPr/>
        </p:nvSpPr>
        <p:spPr>
          <a:xfrm flipV="1">
            <a:off x="10486835" y="2645893"/>
            <a:ext cx="23432" cy="27549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1323" name="Shape 1321"/>
          <p:cNvSpPr/>
          <p:nvPr/>
        </p:nvSpPr>
        <p:spPr>
          <a:xfrm flipV="1">
            <a:off x="10510266" y="2622181"/>
            <a:ext cx="23432" cy="23712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1324" name="Shape 1322"/>
          <p:cNvSpPr/>
          <p:nvPr/>
        </p:nvSpPr>
        <p:spPr>
          <a:xfrm flipV="1">
            <a:off x="10533698" y="2603033"/>
            <a:ext cx="23431" cy="19148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1325" name="Shape 1323"/>
          <p:cNvSpPr/>
          <p:nvPr/>
        </p:nvSpPr>
        <p:spPr>
          <a:xfrm flipV="1">
            <a:off x="10557129" y="2588776"/>
            <a:ext cx="23432" cy="14256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1326" name="Shape 1324"/>
          <p:cNvSpPr/>
          <p:nvPr/>
        </p:nvSpPr>
        <p:spPr>
          <a:xfrm flipV="1">
            <a:off x="10580561" y="2579321"/>
            <a:ext cx="23432" cy="9456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1327" name="Shape 1325"/>
          <p:cNvSpPr/>
          <p:nvPr/>
        </p:nvSpPr>
        <p:spPr>
          <a:xfrm flipV="1">
            <a:off x="10603992" y="2574211"/>
            <a:ext cx="23432" cy="5110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1328" name="Shape 1326"/>
          <p:cNvSpPr/>
          <p:nvPr/>
        </p:nvSpPr>
        <p:spPr>
          <a:xfrm flipV="1">
            <a:off x="10627424" y="2572593"/>
            <a:ext cx="23432" cy="1618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1329" name="Shape 1327"/>
          <p:cNvSpPr/>
          <p:nvPr/>
        </p:nvSpPr>
        <p:spPr>
          <a:xfrm>
            <a:off x="10650855" y="2572593"/>
            <a:ext cx="23432" cy="800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1330" name="Shape 1328"/>
          <p:cNvSpPr/>
          <p:nvPr/>
        </p:nvSpPr>
        <p:spPr>
          <a:xfrm>
            <a:off x="10674287" y="2573393"/>
            <a:ext cx="23431" cy="2073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1331" name="Shape 1329"/>
          <p:cNvSpPr/>
          <p:nvPr/>
        </p:nvSpPr>
        <p:spPr>
          <a:xfrm>
            <a:off x="10697718" y="2575466"/>
            <a:ext cx="23432" cy="2091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1332" name="Shape 1330"/>
          <p:cNvSpPr/>
          <p:nvPr/>
        </p:nvSpPr>
        <p:spPr>
          <a:xfrm>
            <a:off x="10721150" y="2577557"/>
            <a:ext cx="23432" cy="1073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1333" name="Shape 1331"/>
          <p:cNvSpPr/>
          <p:nvPr/>
        </p:nvSpPr>
        <p:spPr>
          <a:xfrm flipV="1">
            <a:off x="10744581" y="2577793"/>
            <a:ext cx="23432" cy="836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1334" name="Shape 1332"/>
          <p:cNvSpPr/>
          <p:nvPr/>
        </p:nvSpPr>
        <p:spPr>
          <a:xfrm flipV="1">
            <a:off x="10768013" y="2574556"/>
            <a:ext cx="23432" cy="3237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1335" name="Shape 1333"/>
          <p:cNvSpPr/>
          <p:nvPr/>
        </p:nvSpPr>
        <p:spPr>
          <a:xfrm flipV="1">
            <a:off x="10791444" y="2568738"/>
            <a:ext cx="23432" cy="5819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1336" name="Shape 1334"/>
          <p:cNvSpPr/>
          <p:nvPr/>
        </p:nvSpPr>
        <p:spPr>
          <a:xfrm flipV="1">
            <a:off x="10814876" y="2560573"/>
            <a:ext cx="23432" cy="8165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1337" name="Shape 1335"/>
          <p:cNvSpPr/>
          <p:nvPr/>
        </p:nvSpPr>
        <p:spPr>
          <a:xfrm flipV="1">
            <a:off x="10838307" y="2550699"/>
            <a:ext cx="23431" cy="9874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1338" name="Shape 1336"/>
          <p:cNvSpPr/>
          <p:nvPr/>
        </p:nvSpPr>
        <p:spPr>
          <a:xfrm flipV="1">
            <a:off x="10861738" y="2540043"/>
            <a:ext cx="23432" cy="10656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1339" name="Shape 1337"/>
          <p:cNvSpPr/>
          <p:nvPr/>
        </p:nvSpPr>
        <p:spPr>
          <a:xfrm flipV="1">
            <a:off x="10885170" y="2529769"/>
            <a:ext cx="23432" cy="10274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1340" name="Shape 1338"/>
          <p:cNvSpPr/>
          <p:nvPr/>
        </p:nvSpPr>
        <p:spPr>
          <a:xfrm flipV="1">
            <a:off x="10908602" y="2521150"/>
            <a:ext cx="23432" cy="8619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1341" name="Shape 1339"/>
          <p:cNvSpPr/>
          <p:nvPr/>
        </p:nvSpPr>
        <p:spPr>
          <a:xfrm flipV="1">
            <a:off x="10932033" y="2515476"/>
            <a:ext cx="23432" cy="5673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1342" name="Shape 1340"/>
          <p:cNvSpPr/>
          <p:nvPr/>
        </p:nvSpPr>
        <p:spPr>
          <a:xfrm flipV="1">
            <a:off x="10955465" y="2513876"/>
            <a:ext cx="23432" cy="1600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1343" name="Shape 1341"/>
          <p:cNvSpPr/>
          <p:nvPr/>
        </p:nvSpPr>
        <p:spPr>
          <a:xfrm>
            <a:off x="10978896" y="2513876"/>
            <a:ext cx="23431" cy="3382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1344" name="Shape 1342"/>
          <p:cNvSpPr/>
          <p:nvPr/>
        </p:nvSpPr>
        <p:spPr>
          <a:xfrm>
            <a:off x="11002328" y="2517258"/>
            <a:ext cx="23432" cy="8874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1345" name="Shape 1343"/>
          <p:cNvSpPr/>
          <p:nvPr/>
        </p:nvSpPr>
        <p:spPr>
          <a:xfrm>
            <a:off x="11025759" y="2526132"/>
            <a:ext cx="23432" cy="14565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1346" name="Shape 1344"/>
          <p:cNvSpPr/>
          <p:nvPr/>
        </p:nvSpPr>
        <p:spPr>
          <a:xfrm>
            <a:off x="11049191" y="2540698"/>
            <a:ext cx="23432" cy="19930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1347" name="Shape 1345"/>
          <p:cNvSpPr/>
          <p:nvPr/>
        </p:nvSpPr>
        <p:spPr>
          <a:xfrm>
            <a:off x="11072622" y="2560627"/>
            <a:ext cx="23432" cy="24621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1348" name="Shape 1346"/>
          <p:cNvSpPr/>
          <p:nvPr/>
        </p:nvSpPr>
        <p:spPr>
          <a:xfrm>
            <a:off x="11096054" y="2585249"/>
            <a:ext cx="23432" cy="28294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1349" name="Shape 1347"/>
          <p:cNvSpPr/>
          <p:nvPr/>
        </p:nvSpPr>
        <p:spPr>
          <a:xfrm>
            <a:off x="11119485" y="2613543"/>
            <a:ext cx="23431" cy="30604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1350" name="Shape 1348"/>
          <p:cNvSpPr/>
          <p:nvPr/>
        </p:nvSpPr>
        <p:spPr>
          <a:xfrm>
            <a:off x="11142917" y="2644147"/>
            <a:ext cx="23432" cy="31477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1351" name="Shape 1349"/>
          <p:cNvSpPr/>
          <p:nvPr/>
        </p:nvSpPr>
        <p:spPr>
          <a:xfrm>
            <a:off x="11166348" y="2675624"/>
            <a:ext cx="23432" cy="30822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1352" name="Shape 1350"/>
          <p:cNvSpPr/>
          <p:nvPr/>
        </p:nvSpPr>
        <p:spPr>
          <a:xfrm>
            <a:off x="11189780" y="2706446"/>
            <a:ext cx="23432" cy="28767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1353" name="Shape 1351"/>
          <p:cNvSpPr/>
          <p:nvPr/>
        </p:nvSpPr>
        <p:spPr>
          <a:xfrm>
            <a:off x="11213211" y="2735213"/>
            <a:ext cx="23432" cy="25512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1354" name="Shape 1352"/>
          <p:cNvSpPr/>
          <p:nvPr/>
        </p:nvSpPr>
        <p:spPr>
          <a:xfrm>
            <a:off x="11236643" y="2760725"/>
            <a:ext cx="23432" cy="21366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1355" name="Shape 1353"/>
          <p:cNvSpPr/>
          <p:nvPr/>
        </p:nvSpPr>
        <p:spPr>
          <a:xfrm>
            <a:off x="11260074" y="2782091"/>
            <a:ext cx="23431" cy="16748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1356" name="Shape 1354"/>
          <p:cNvSpPr/>
          <p:nvPr/>
        </p:nvSpPr>
        <p:spPr>
          <a:xfrm>
            <a:off x="11283505" y="2798839"/>
            <a:ext cx="23432" cy="12020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1357" name="Shape 1355"/>
          <p:cNvSpPr/>
          <p:nvPr/>
        </p:nvSpPr>
        <p:spPr>
          <a:xfrm>
            <a:off x="11306937" y="2810859"/>
            <a:ext cx="23432" cy="7619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1358" name="Shape 1356"/>
          <p:cNvSpPr/>
          <p:nvPr/>
        </p:nvSpPr>
        <p:spPr>
          <a:xfrm>
            <a:off x="11330369" y="2818478"/>
            <a:ext cx="23432" cy="3910"/>
          </a:xfrm>
          <a:prstGeom prst="line">
            <a:avLst/>
          </a:prstGeom>
          <a:noFill/>
          <a:ln w="12700">
            <a:solidFill>
              <a:srgbClr val="C4CAD1"/>
            </a:solidFill>
            <a:prstDash val="dash"/>
          </a:ln>
        </p:spPr>
      </p:sp>
      <p:sp>
        <p:nvSpPr>
          <p:cNvPr id="1359" name="Shape 1357"/>
          <p:cNvSpPr/>
          <p:nvPr/>
        </p:nvSpPr>
        <p:spPr>
          <a:xfrm flipV="1">
            <a:off x="9010650" y="2672005"/>
            <a:ext cx="23432" cy="13729"/>
          </a:xfrm>
          <a:prstGeom prst="line">
            <a:avLst/>
          </a:prstGeom>
          <a:noFill/>
          <a:ln w="25400">
            <a:solidFill>
              <a:srgbClr val="EA002C"/>
            </a:solidFill>
            <a:prstDash val="solid"/>
          </a:ln>
        </p:spPr>
      </p:sp>
      <p:sp>
        <p:nvSpPr>
          <p:cNvPr id="1360" name="Shape 1358"/>
          <p:cNvSpPr/>
          <p:nvPr/>
        </p:nvSpPr>
        <p:spPr>
          <a:xfrm flipV="1">
            <a:off x="9034082" y="2658458"/>
            <a:ext cx="23431" cy="13547"/>
          </a:xfrm>
          <a:prstGeom prst="line">
            <a:avLst/>
          </a:prstGeom>
          <a:noFill/>
          <a:ln w="25400">
            <a:solidFill>
              <a:srgbClr val="EA002C"/>
            </a:solidFill>
            <a:prstDash val="solid"/>
          </a:ln>
        </p:spPr>
      </p:sp>
      <p:sp>
        <p:nvSpPr>
          <p:cNvPr id="1361" name="Shape 1359"/>
          <p:cNvSpPr/>
          <p:nvPr/>
        </p:nvSpPr>
        <p:spPr>
          <a:xfrm flipV="1">
            <a:off x="9057513" y="2645311"/>
            <a:ext cx="23432" cy="13147"/>
          </a:xfrm>
          <a:prstGeom prst="line">
            <a:avLst/>
          </a:prstGeom>
          <a:noFill/>
          <a:ln w="25400">
            <a:solidFill>
              <a:srgbClr val="EA002C"/>
            </a:solidFill>
            <a:prstDash val="solid"/>
          </a:ln>
        </p:spPr>
      </p:sp>
      <p:sp>
        <p:nvSpPr>
          <p:cNvPr id="1362" name="Shape 1360"/>
          <p:cNvSpPr/>
          <p:nvPr/>
        </p:nvSpPr>
        <p:spPr>
          <a:xfrm flipV="1">
            <a:off x="9080945" y="2632818"/>
            <a:ext cx="23432" cy="12492"/>
          </a:xfrm>
          <a:prstGeom prst="line">
            <a:avLst/>
          </a:prstGeom>
          <a:noFill/>
          <a:ln w="25400">
            <a:solidFill>
              <a:srgbClr val="EA002C"/>
            </a:solidFill>
            <a:prstDash val="solid"/>
          </a:ln>
        </p:spPr>
      </p:sp>
      <p:sp>
        <p:nvSpPr>
          <p:cNvPr id="1363" name="Shape 1361"/>
          <p:cNvSpPr/>
          <p:nvPr/>
        </p:nvSpPr>
        <p:spPr>
          <a:xfrm flipV="1">
            <a:off x="9104376" y="2621071"/>
            <a:ext cx="23431" cy="11747"/>
          </a:xfrm>
          <a:prstGeom prst="line">
            <a:avLst/>
          </a:prstGeom>
          <a:noFill/>
          <a:ln w="25400">
            <a:solidFill>
              <a:srgbClr val="EA002C"/>
            </a:solidFill>
            <a:prstDash val="solid"/>
          </a:ln>
        </p:spPr>
      </p:sp>
      <p:sp>
        <p:nvSpPr>
          <p:cNvPr id="1364" name="Shape 1362"/>
          <p:cNvSpPr/>
          <p:nvPr/>
        </p:nvSpPr>
        <p:spPr>
          <a:xfrm flipV="1">
            <a:off x="9127808" y="2610234"/>
            <a:ext cx="23432" cy="10838"/>
          </a:xfrm>
          <a:prstGeom prst="line">
            <a:avLst/>
          </a:prstGeom>
          <a:noFill/>
          <a:ln w="25400">
            <a:solidFill>
              <a:srgbClr val="EA002C"/>
            </a:solidFill>
            <a:prstDash val="solid"/>
          </a:ln>
        </p:spPr>
      </p:sp>
      <p:sp>
        <p:nvSpPr>
          <p:cNvPr id="1365" name="Shape 1363"/>
          <p:cNvSpPr/>
          <p:nvPr/>
        </p:nvSpPr>
        <p:spPr>
          <a:xfrm flipV="1">
            <a:off x="9151239" y="2600305"/>
            <a:ext cx="23432" cy="9929"/>
          </a:xfrm>
          <a:prstGeom prst="line">
            <a:avLst/>
          </a:prstGeom>
          <a:noFill/>
          <a:ln w="25400">
            <a:solidFill>
              <a:srgbClr val="EA002C"/>
            </a:solidFill>
            <a:prstDash val="solid"/>
          </a:ln>
        </p:spPr>
      </p:sp>
      <p:sp>
        <p:nvSpPr>
          <p:cNvPr id="1366" name="Shape 1364"/>
          <p:cNvSpPr/>
          <p:nvPr/>
        </p:nvSpPr>
        <p:spPr>
          <a:xfrm flipV="1">
            <a:off x="9174671" y="2591304"/>
            <a:ext cx="23431" cy="9001"/>
          </a:xfrm>
          <a:prstGeom prst="line">
            <a:avLst/>
          </a:prstGeom>
          <a:noFill/>
          <a:ln w="25400">
            <a:solidFill>
              <a:srgbClr val="EA002C"/>
            </a:solidFill>
            <a:prstDash val="solid"/>
          </a:ln>
        </p:spPr>
      </p:sp>
      <p:sp>
        <p:nvSpPr>
          <p:cNvPr id="1367" name="Shape 1365"/>
          <p:cNvSpPr/>
          <p:nvPr/>
        </p:nvSpPr>
        <p:spPr>
          <a:xfrm flipV="1">
            <a:off x="9198102" y="2583176"/>
            <a:ext cx="23432" cy="8128"/>
          </a:xfrm>
          <a:prstGeom prst="line">
            <a:avLst/>
          </a:prstGeom>
          <a:noFill/>
          <a:ln w="25400">
            <a:solidFill>
              <a:srgbClr val="EA002C"/>
            </a:solidFill>
            <a:prstDash val="solid"/>
          </a:ln>
        </p:spPr>
      </p:sp>
      <p:sp>
        <p:nvSpPr>
          <p:cNvPr id="1368" name="Shape 1366"/>
          <p:cNvSpPr/>
          <p:nvPr/>
        </p:nvSpPr>
        <p:spPr>
          <a:xfrm flipV="1">
            <a:off x="9221534" y="2575847"/>
            <a:ext cx="23432" cy="7328"/>
          </a:xfrm>
          <a:prstGeom prst="line">
            <a:avLst/>
          </a:prstGeom>
          <a:noFill/>
          <a:ln w="25400">
            <a:solidFill>
              <a:srgbClr val="EA002C"/>
            </a:solidFill>
            <a:prstDash val="solid"/>
          </a:ln>
        </p:spPr>
      </p:sp>
      <p:sp>
        <p:nvSpPr>
          <p:cNvPr id="1369" name="Shape 1367"/>
          <p:cNvSpPr/>
          <p:nvPr/>
        </p:nvSpPr>
        <p:spPr>
          <a:xfrm flipV="1">
            <a:off x="9244965" y="2569247"/>
            <a:ext cx="23431" cy="6601"/>
          </a:xfrm>
          <a:prstGeom prst="line">
            <a:avLst/>
          </a:prstGeom>
          <a:noFill/>
          <a:ln w="25400">
            <a:solidFill>
              <a:srgbClr val="EA002C"/>
            </a:solidFill>
            <a:prstDash val="solid"/>
          </a:ln>
        </p:spPr>
      </p:sp>
      <p:sp>
        <p:nvSpPr>
          <p:cNvPr id="1370" name="Shape 1368"/>
          <p:cNvSpPr/>
          <p:nvPr/>
        </p:nvSpPr>
        <p:spPr>
          <a:xfrm flipV="1">
            <a:off x="9268396" y="2563264"/>
            <a:ext cx="23432" cy="5983"/>
          </a:xfrm>
          <a:prstGeom prst="line">
            <a:avLst/>
          </a:prstGeom>
          <a:noFill/>
          <a:ln w="25400">
            <a:solidFill>
              <a:srgbClr val="EA002C"/>
            </a:solidFill>
            <a:prstDash val="solid"/>
          </a:ln>
        </p:spPr>
      </p:sp>
      <p:sp>
        <p:nvSpPr>
          <p:cNvPr id="1371" name="Shape 1369"/>
          <p:cNvSpPr/>
          <p:nvPr/>
        </p:nvSpPr>
        <p:spPr>
          <a:xfrm flipV="1">
            <a:off x="9291828" y="2557809"/>
            <a:ext cx="23432" cy="5455"/>
          </a:xfrm>
          <a:prstGeom prst="line">
            <a:avLst/>
          </a:prstGeom>
          <a:noFill/>
          <a:ln w="25400">
            <a:solidFill>
              <a:srgbClr val="EA002C"/>
            </a:solidFill>
            <a:prstDash val="solid"/>
          </a:ln>
        </p:spPr>
      </p:sp>
      <p:sp>
        <p:nvSpPr>
          <p:cNvPr id="1372" name="Shape 1370"/>
          <p:cNvSpPr/>
          <p:nvPr/>
        </p:nvSpPr>
        <p:spPr>
          <a:xfrm flipV="1">
            <a:off x="9315260" y="2552863"/>
            <a:ext cx="23432" cy="4946"/>
          </a:xfrm>
          <a:prstGeom prst="line">
            <a:avLst/>
          </a:prstGeom>
          <a:noFill/>
          <a:ln w="25400">
            <a:solidFill>
              <a:srgbClr val="EA002C"/>
            </a:solidFill>
            <a:prstDash val="solid"/>
          </a:ln>
        </p:spPr>
      </p:sp>
      <p:sp>
        <p:nvSpPr>
          <p:cNvPr id="1373" name="Shape 1371"/>
          <p:cNvSpPr/>
          <p:nvPr/>
        </p:nvSpPr>
        <p:spPr>
          <a:xfrm flipV="1">
            <a:off x="9338691" y="2548426"/>
            <a:ext cx="23431" cy="4437"/>
          </a:xfrm>
          <a:prstGeom prst="line">
            <a:avLst/>
          </a:prstGeom>
          <a:noFill/>
          <a:ln w="25400">
            <a:solidFill>
              <a:srgbClr val="EA002C"/>
            </a:solidFill>
            <a:prstDash val="solid"/>
          </a:ln>
        </p:spPr>
      </p:sp>
      <p:sp>
        <p:nvSpPr>
          <p:cNvPr id="1374" name="Shape 1372"/>
          <p:cNvSpPr/>
          <p:nvPr/>
        </p:nvSpPr>
        <p:spPr>
          <a:xfrm flipV="1">
            <a:off x="9362123" y="2544553"/>
            <a:ext cx="23432" cy="3873"/>
          </a:xfrm>
          <a:prstGeom prst="line">
            <a:avLst/>
          </a:prstGeom>
          <a:noFill/>
          <a:ln w="25400">
            <a:solidFill>
              <a:srgbClr val="EA002C"/>
            </a:solidFill>
            <a:prstDash val="solid"/>
          </a:ln>
        </p:spPr>
      </p:sp>
      <p:sp>
        <p:nvSpPr>
          <p:cNvPr id="1375" name="Shape 1373"/>
          <p:cNvSpPr/>
          <p:nvPr/>
        </p:nvSpPr>
        <p:spPr>
          <a:xfrm flipV="1">
            <a:off x="9385554" y="2541352"/>
            <a:ext cx="23431" cy="3200"/>
          </a:xfrm>
          <a:prstGeom prst="line">
            <a:avLst/>
          </a:prstGeom>
          <a:noFill/>
          <a:ln w="25400">
            <a:solidFill>
              <a:srgbClr val="EA002C"/>
            </a:solidFill>
            <a:prstDash val="solid"/>
          </a:ln>
        </p:spPr>
      </p:sp>
      <p:sp>
        <p:nvSpPr>
          <p:cNvPr id="1376" name="Shape 1374"/>
          <p:cNvSpPr/>
          <p:nvPr/>
        </p:nvSpPr>
        <p:spPr>
          <a:xfrm flipV="1">
            <a:off x="9408986" y="2539025"/>
            <a:ext cx="23432" cy="2328"/>
          </a:xfrm>
          <a:prstGeom prst="line">
            <a:avLst/>
          </a:prstGeom>
          <a:noFill/>
          <a:ln w="25400">
            <a:solidFill>
              <a:srgbClr val="EA002C"/>
            </a:solidFill>
            <a:prstDash val="solid"/>
          </a:ln>
        </p:spPr>
      </p:sp>
      <p:sp>
        <p:nvSpPr>
          <p:cNvPr id="1377" name="Shape 1375"/>
          <p:cNvSpPr/>
          <p:nvPr/>
        </p:nvSpPr>
        <p:spPr>
          <a:xfrm flipV="1">
            <a:off x="9432417" y="2537788"/>
            <a:ext cx="23432" cy="1237"/>
          </a:xfrm>
          <a:prstGeom prst="line">
            <a:avLst/>
          </a:prstGeom>
          <a:noFill/>
          <a:ln w="25400">
            <a:solidFill>
              <a:srgbClr val="EA002C"/>
            </a:solidFill>
            <a:prstDash val="solid"/>
          </a:ln>
        </p:spPr>
      </p:sp>
      <p:sp>
        <p:nvSpPr>
          <p:cNvPr id="1378" name="Shape 1376"/>
          <p:cNvSpPr/>
          <p:nvPr/>
        </p:nvSpPr>
        <p:spPr>
          <a:xfrm>
            <a:off x="9455849" y="2537788"/>
            <a:ext cx="23432" cy="109"/>
          </a:xfrm>
          <a:prstGeom prst="line">
            <a:avLst/>
          </a:prstGeom>
          <a:noFill/>
          <a:ln w="25400">
            <a:solidFill>
              <a:srgbClr val="EA002C"/>
            </a:solidFill>
            <a:prstDash val="solid"/>
          </a:ln>
        </p:spPr>
      </p:sp>
      <p:sp>
        <p:nvSpPr>
          <p:cNvPr id="1379" name="Shape 1377"/>
          <p:cNvSpPr/>
          <p:nvPr/>
        </p:nvSpPr>
        <p:spPr>
          <a:xfrm>
            <a:off x="9479280" y="2537897"/>
            <a:ext cx="23431" cy="1764"/>
          </a:xfrm>
          <a:prstGeom prst="line">
            <a:avLst/>
          </a:prstGeom>
          <a:noFill/>
          <a:ln w="25400">
            <a:solidFill>
              <a:srgbClr val="EA002C"/>
            </a:solidFill>
            <a:prstDash val="solid"/>
          </a:ln>
        </p:spPr>
      </p:sp>
      <p:sp>
        <p:nvSpPr>
          <p:cNvPr id="1380" name="Shape 1378"/>
          <p:cNvSpPr/>
          <p:nvPr/>
        </p:nvSpPr>
        <p:spPr>
          <a:xfrm>
            <a:off x="9502712" y="2539661"/>
            <a:ext cx="23432" cy="3710"/>
          </a:xfrm>
          <a:prstGeom prst="line">
            <a:avLst/>
          </a:prstGeom>
          <a:noFill/>
          <a:ln w="25400">
            <a:solidFill>
              <a:srgbClr val="EA002C"/>
            </a:solidFill>
            <a:prstDash val="solid"/>
          </a:ln>
        </p:spPr>
      </p:sp>
      <p:sp>
        <p:nvSpPr>
          <p:cNvPr id="1381" name="Shape 1379"/>
          <p:cNvSpPr/>
          <p:nvPr/>
        </p:nvSpPr>
        <p:spPr>
          <a:xfrm>
            <a:off x="9526143" y="2543371"/>
            <a:ext cx="23432" cy="5873"/>
          </a:xfrm>
          <a:prstGeom prst="line">
            <a:avLst/>
          </a:prstGeom>
          <a:noFill/>
          <a:ln w="25400">
            <a:solidFill>
              <a:srgbClr val="EA002C"/>
            </a:solidFill>
            <a:prstDash val="solid"/>
          </a:ln>
        </p:spPr>
      </p:sp>
      <p:sp>
        <p:nvSpPr>
          <p:cNvPr id="1382" name="Shape 1380"/>
          <p:cNvSpPr/>
          <p:nvPr/>
        </p:nvSpPr>
        <p:spPr>
          <a:xfrm>
            <a:off x="9549575" y="2549244"/>
            <a:ext cx="23431" cy="8292"/>
          </a:xfrm>
          <a:prstGeom prst="line">
            <a:avLst/>
          </a:prstGeom>
          <a:noFill/>
          <a:ln w="25400">
            <a:solidFill>
              <a:srgbClr val="EA002C"/>
            </a:solidFill>
            <a:prstDash val="solid"/>
          </a:ln>
        </p:spPr>
      </p:sp>
      <p:sp>
        <p:nvSpPr>
          <p:cNvPr id="1383" name="Shape 1381"/>
          <p:cNvSpPr/>
          <p:nvPr/>
        </p:nvSpPr>
        <p:spPr>
          <a:xfrm>
            <a:off x="9573006" y="2557536"/>
            <a:ext cx="23432" cy="10801"/>
          </a:xfrm>
          <a:prstGeom prst="line">
            <a:avLst/>
          </a:prstGeom>
          <a:noFill/>
          <a:ln w="25400">
            <a:solidFill>
              <a:srgbClr val="EA002C"/>
            </a:solidFill>
            <a:prstDash val="solid"/>
          </a:ln>
        </p:spPr>
      </p:sp>
      <p:sp>
        <p:nvSpPr>
          <p:cNvPr id="1384" name="Shape 1382"/>
          <p:cNvSpPr/>
          <p:nvPr/>
        </p:nvSpPr>
        <p:spPr>
          <a:xfrm>
            <a:off x="9596438" y="2568337"/>
            <a:ext cx="23432" cy="13347"/>
          </a:xfrm>
          <a:prstGeom prst="line">
            <a:avLst/>
          </a:prstGeom>
          <a:noFill/>
          <a:ln w="25400">
            <a:solidFill>
              <a:srgbClr val="EA002C"/>
            </a:solidFill>
            <a:prstDash val="solid"/>
          </a:ln>
        </p:spPr>
      </p:sp>
      <p:sp>
        <p:nvSpPr>
          <p:cNvPr id="1385" name="Shape 1383"/>
          <p:cNvSpPr/>
          <p:nvPr/>
        </p:nvSpPr>
        <p:spPr>
          <a:xfrm>
            <a:off x="9619869" y="2581685"/>
            <a:ext cx="23431" cy="15820"/>
          </a:xfrm>
          <a:prstGeom prst="line">
            <a:avLst/>
          </a:prstGeom>
          <a:noFill/>
          <a:ln w="25400">
            <a:solidFill>
              <a:srgbClr val="EA002C"/>
            </a:solidFill>
            <a:prstDash val="solid"/>
          </a:ln>
        </p:spPr>
      </p:sp>
      <p:sp>
        <p:nvSpPr>
          <p:cNvPr id="1386" name="Shape 1384"/>
          <p:cNvSpPr/>
          <p:nvPr/>
        </p:nvSpPr>
        <p:spPr>
          <a:xfrm>
            <a:off x="9643301" y="2597505"/>
            <a:ext cx="23432" cy="18111"/>
          </a:xfrm>
          <a:prstGeom prst="line">
            <a:avLst/>
          </a:prstGeom>
          <a:noFill/>
          <a:ln w="25400">
            <a:solidFill>
              <a:srgbClr val="EA002C"/>
            </a:solidFill>
            <a:prstDash val="solid"/>
          </a:ln>
        </p:spPr>
      </p:sp>
      <p:sp>
        <p:nvSpPr>
          <p:cNvPr id="1387" name="Shape 1385"/>
          <p:cNvSpPr/>
          <p:nvPr/>
        </p:nvSpPr>
        <p:spPr>
          <a:xfrm>
            <a:off x="9666732" y="2615616"/>
            <a:ext cx="23432" cy="20075"/>
          </a:xfrm>
          <a:prstGeom prst="line">
            <a:avLst/>
          </a:prstGeom>
          <a:noFill/>
          <a:ln w="25400">
            <a:solidFill>
              <a:srgbClr val="EA002C"/>
            </a:solidFill>
            <a:prstDash val="solid"/>
          </a:ln>
        </p:spPr>
      </p:sp>
      <p:sp>
        <p:nvSpPr>
          <p:cNvPr id="1388" name="Shape 1386"/>
          <p:cNvSpPr/>
          <p:nvPr/>
        </p:nvSpPr>
        <p:spPr>
          <a:xfrm>
            <a:off x="9690164" y="2635691"/>
            <a:ext cx="23431" cy="21639"/>
          </a:xfrm>
          <a:prstGeom prst="line">
            <a:avLst/>
          </a:prstGeom>
          <a:noFill/>
          <a:ln w="25400">
            <a:solidFill>
              <a:srgbClr val="EA002C"/>
            </a:solidFill>
            <a:prstDash val="solid"/>
          </a:ln>
        </p:spPr>
      </p:sp>
      <p:sp>
        <p:nvSpPr>
          <p:cNvPr id="1389" name="Shape 1387"/>
          <p:cNvSpPr/>
          <p:nvPr/>
        </p:nvSpPr>
        <p:spPr>
          <a:xfrm>
            <a:off x="9713595" y="2657330"/>
            <a:ext cx="23432" cy="22657"/>
          </a:xfrm>
          <a:prstGeom prst="line">
            <a:avLst/>
          </a:prstGeom>
          <a:noFill/>
          <a:ln w="25400">
            <a:solidFill>
              <a:srgbClr val="EA002C"/>
            </a:solidFill>
            <a:prstDash val="solid"/>
          </a:ln>
        </p:spPr>
      </p:sp>
      <p:sp>
        <p:nvSpPr>
          <p:cNvPr id="1390" name="Shape 1388"/>
          <p:cNvSpPr/>
          <p:nvPr/>
        </p:nvSpPr>
        <p:spPr>
          <a:xfrm>
            <a:off x="9737027" y="2679988"/>
            <a:ext cx="23432" cy="23130"/>
          </a:xfrm>
          <a:prstGeom prst="line">
            <a:avLst/>
          </a:prstGeom>
          <a:noFill/>
          <a:ln w="25400">
            <a:solidFill>
              <a:srgbClr val="EA002C"/>
            </a:solidFill>
            <a:prstDash val="solid"/>
          </a:ln>
        </p:spPr>
      </p:sp>
      <p:sp>
        <p:nvSpPr>
          <p:cNvPr id="1391" name="Shape 1389"/>
          <p:cNvSpPr/>
          <p:nvPr/>
        </p:nvSpPr>
        <p:spPr>
          <a:xfrm>
            <a:off x="9760458" y="2703118"/>
            <a:ext cx="23432" cy="22930"/>
          </a:xfrm>
          <a:prstGeom prst="line">
            <a:avLst/>
          </a:prstGeom>
          <a:noFill/>
          <a:ln w="25400">
            <a:solidFill>
              <a:srgbClr val="EA002C"/>
            </a:solidFill>
            <a:prstDash val="solid"/>
          </a:ln>
        </p:spPr>
      </p:sp>
      <p:sp>
        <p:nvSpPr>
          <p:cNvPr id="1392" name="Shape 1390"/>
          <p:cNvSpPr/>
          <p:nvPr/>
        </p:nvSpPr>
        <p:spPr>
          <a:xfrm>
            <a:off x="9783890" y="2726048"/>
            <a:ext cx="23431" cy="22130"/>
          </a:xfrm>
          <a:prstGeom prst="line">
            <a:avLst/>
          </a:prstGeom>
          <a:noFill/>
          <a:ln w="25400">
            <a:solidFill>
              <a:srgbClr val="EA002C"/>
            </a:solidFill>
            <a:prstDash val="solid"/>
          </a:ln>
        </p:spPr>
      </p:sp>
      <p:sp>
        <p:nvSpPr>
          <p:cNvPr id="1393" name="Shape 1391"/>
          <p:cNvSpPr/>
          <p:nvPr/>
        </p:nvSpPr>
        <p:spPr>
          <a:xfrm>
            <a:off x="9807321" y="2748178"/>
            <a:ext cx="23432" cy="20693"/>
          </a:xfrm>
          <a:prstGeom prst="line">
            <a:avLst/>
          </a:prstGeom>
          <a:noFill/>
          <a:ln w="25400">
            <a:solidFill>
              <a:srgbClr val="EA002C"/>
            </a:solidFill>
            <a:prstDash val="solid"/>
          </a:ln>
        </p:spPr>
      </p:sp>
      <p:sp>
        <p:nvSpPr>
          <p:cNvPr id="1394" name="Shape 1392"/>
          <p:cNvSpPr/>
          <p:nvPr/>
        </p:nvSpPr>
        <p:spPr>
          <a:xfrm>
            <a:off x="9830753" y="2768872"/>
            <a:ext cx="23432" cy="18693"/>
          </a:xfrm>
          <a:prstGeom prst="line">
            <a:avLst/>
          </a:prstGeom>
          <a:noFill/>
          <a:ln w="25400">
            <a:solidFill>
              <a:srgbClr val="EA002C"/>
            </a:solidFill>
            <a:prstDash val="solid"/>
          </a:ln>
        </p:spPr>
      </p:sp>
      <p:sp>
        <p:nvSpPr>
          <p:cNvPr id="1395" name="Shape 1393"/>
          <p:cNvSpPr/>
          <p:nvPr/>
        </p:nvSpPr>
        <p:spPr>
          <a:xfrm>
            <a:off x="9854184" y="2787565"/>
            <a:ext cx="23432" cy="16184"/>
          </a:xfrm>
          <a:prstGeom prst="line">
            <a:avLst/>
          </a:prstGeom>
          <a:noFill/>
          <a:ln w="25400">
            <a:solidFill>
              <a:srgbClr val="EA002C"/>
            </a:solidFill>
            <a:prstDash val="solid"/>
          </a:ln>
        </p:spPr>
      </p:sp>
      <p:sp>
        <p:nvSpPr>
          <p:cNvPr id="1396" name="Shape 1394"/>
          <p:cNvSpPr/>
          <p:nvPr/>
        </p:nvSpPr>
        <p:spPr>
          <a:xfrm>
            <a:off x="9877616" y="2803749"/>
            <a:ext cx="23432" cy="13311"/>
          </a:xfrm>
          <a:prstGeom prst="line">
            <a:avLst/>
          </a:prstGeom>
          <a:noFill/>
          <a:ln w="25400">
            <a:solidFill>
              <a:srgbClr val="EA002C"/>
            </a:solidFill>
            <a:prstDash val="solid"/>
          </a:ln>
        </p:spPr>
      </p:sp>
      <p:sp>
        <p:nvSpPr>
          <p:cNvPr id="1397" name="Shape 1395"/>
          <p:cNvSpPr/>
          <p:nvPr/>
        </p:nvSpPr>
        <p:spPr>
          <a:xfrm>
            <a:off x="9901047" y="2817059"/>
            <a:ext cx="23432" cy="10165"/>
          </a:xfrm>
          <a:prstGeom prst="line">
            <a:avLst/>
          </a:prstGeom>
          <a:noFill/>
          <a:ln w="25400">
            <a:solidFill>
              <a:srgbClr val="EA002C"/>
            </a:solidFill>
            <a:prstDash val="solid"/>
          </a:ln>
        </p:spPr>
      </p:sp>
      <p:sp>
        <p:nvSpPr>
          <p:cNvPr id="1398" name="Shape 1396"/>
          <p:cNvSpPr/>
          <p:nvPr/>
        </p:nvSpPr>
        <p:spPr>
          <a:xfrm>
            <a:off x="9924479" y="2827224"/>
            <a:ext cx="23432" cy="6874"/>
          </a:xfrm>
          <a:prstGeom prst="line">
            <a:avLst/>
          </a:prstGeom>
          <a:noFill/>
          <a:ln w="25400">
            <a:solidFill>
              <a:srgbClr val="EA002C"/>
            </a:solidFill>
            <a:prstDash val="solid"/>
          </a:ln>
        </p:spPr>
      </p:sp>
      <p:sp>
        <p:nvSpPr>
          <p:cNvPr id="1399" name="Shape 1397"/>
          <p:cNvSpPr/>
          <p:nvPr/>
        </p:nvSpPr>
        <p:spPr>
          <a:xfrm>
            <a:off x="9947910" y="2834098"/>
            <a:ext cx="23431" cy="3600"/>
          </a:xfrm>
          <a:prstGeom prst="line">
            <a:avLst/>
          </a:prstGeom>
          <a:noFill/>
          <a:ln w="25400">
            <a:solidFill>
              <a:srgbClr val="EA002C"/>
            </a:solidFill>
            <a:prstDash val="solid"/>
          </a:ln>
        </p:spPr>
      </p:sp>
      <p:sp>
        <p:nvSpPr>
          <p:cNvPr id="1400" name="Shape 1398"/>
          <p:cNvSpPr/>
          <p:nvPr/>
        </p:nvSpPr>
        <p:spPr>
          <a:xfrm>
            <a:off x="9971342" y="2837698"/>
            <a:ext cx="23432" cy="473"/>
          </a:xfrm>
          <a:prstGeom prst="line">
            <a:avLst/>
          </a:prstGeom>
          <a:noFill/>
          <a:ln w="25400">
            <a:solidFill>
              <a:srgbClr val="EA002C"/>
            </a:solidFill>
            <a:prstDash val="solid"/>
          </a:ln>
        </p:spPr>
      </p:sp>
      <p:sp>
        <p:nvSpPr>
          <p:cNvPr id="1401" name="Shape 1399"/>
          <p:cNvSpPr/>
          <p:nvPr/>
        </p:nvSpPr>
        <p:spPr>
          <a:xfrm flipV="1">
            <a:off x="9994773" y="2835753"/>
            <a:ext cx="23432" cy="2418"/>
          </a:xfrm>
          <a:prstGeom prst="line">
            <a:avLst/>
          </a:prstGeom>
          <a:noFill/>
          <a:ln w="25400">
            <a:solidFill>
              <a:srgbClr val="EA002C"/>
            </a:solidFill>
            <a:prstDash val="solid"/>
          </a:ln>
        </p:spPr>
      </p:sp>
      <p:sp>
        <p:nvSpPr>
          <p:cNvPr id="1402" name="Shape 1400"/>
          <p:cNvSpPr/>
          <p:nvPr/>
        </p:nvSpPr>
        <p:spPr>
          <a:xfrm flipV="1">
            <a:off x="10018205" y="2830825"/>
            <a:ext cx="23432" cy="4928"/>
          </a:xfrm>
          <a:prstGeom prst="line">
            <a:avLst/>
          </a:prstGeom>
          <a:noFill/>
          <a:ln w="25400">
            <a:solidFill>
              <a:srgbClr val="EA002C"/>
            </a:solidFill>
            <a:prstDash val="solid"/>
          </a:ln>
        </p:spPr>
      </p:sp>
      <p:sp>
        <p:nvSpPr>
          <p:cNvPr id="1403" name="Shape 1401"/>
          <p:cNvSpPr/>
          <p:nvPr/>
        </p:nvSpPr>
        <p:spPr>
          <a:xfrm flipV="1">
            <a:off x="10041636" y="2823824"/>
            <a:ext cx="23432" cy="7001"/>
          </a:xfrm>
          <a:prstGeom prst="line">
            <a:avLst/>
          </a:prstGeom>
          <a:noFill/>
          <a:ln w="25400">
            <a:solidFill>
              <a:srgbClr val="EA002C"/>
            </a:solidFill>
            <a:prstDash val="solid"/>
          </a:ln>
        </p:spPr>
      </p:sp>
      <p:sp>
        <p:nvSpPr>
          <p:cNvPr id="1404" name="Shape 1402"/>
          <p:cNvSpPr/>
          <p:nvPr/>
        </p:nvSpPr>
        <p:spPr>
          <a:xfrm flipV="1">
            <a:off x="10065068" y="2815241"/>
            <a:ext cx="23432" cy="8583"/>
          </a:xfrm>
          <a:prstGeom prst="line">
            <a:avLst/>
          </a:prstGeom>
          <a:noFill/>
          <a:ln w="25400">
            <a:solidFill>
              <a:srgbClr val="EA002C"/>
            </a:solidFill>
            <a:prstDash val="solid"/>
          </a:ln>
        </p:spPr>
      </p:sp>
      <p:sp>
        <p:nvSpPr>
          <p:cNvPr id="1405" name="Shape 1403"/>
          <p:cNvSpPr/>
          <p:nvPr/>
        </p:nvSpPr>
        <p:spPr>
          <a:xfrm flipV="1">
            <a:off x="10088499" y="2805640"/>
            <a:ext cx="23431" cy="9601"/>
          </a:xfrm>
          <a:prstGeom prst="line">
            <a:avLst/>
          </a:prstGeom>
          <a:noFill/>
          <a:ln w="25400">
            <a:solidFill>
              <a:srgbClr val="EA002C"/>
            </a:solidFill>
            <a:prstDash val="solid"/>
          </a:ln>
        </p:spPr>
      </p:sp>
      <p:sp>
        <p:nvSpPr>
          <p:cNvPr id="1406" name="Shape 1404"/>
          <p:cNvSpPr/>
          <p:nvPr/>
        </p:nvSpPr>
        <p:spPr>
          <a:xfrm flipV="1">
            <a:off x="10111930" y="2795511"/>
            <a:ext cx="23432" cy="10129"/>
          </a:xfrm>
          <a:prstGeom prst="line">
            <a:avLst/>
          </a:prstGeom>
          <a:noFill/>
          <a:ln w="25400">
            <a:solidFill>
              <a:srgbClr val="EA002C"/>
            </a:solidFill>
            <a:prstDash val="solid"/>
          </a:ln>
        </p:spPr>
      </p:sp>
      <p:sp>
        <p:nvSpPr>
          <p:cNvPr id="1407" name="Shape 1405"/>
          <p:cNvSpPr/>
          <p:nvPr/>
        </p:nvSpPr>
        <p:spPr>
          <a:xfrm flipV="1">
            <a:off x="10135362" y="2785365"/>
            <a:ext cx="23432" cy="10147"/>
          </a:xfrm>
          <a:prstGeom prst="line">
            <a:avLst/>
          </a:prstGeom>
          <a:noFill/>
          <a:ln w="25400">
            <a:solidFill>
              <a:srgbClr val="EA002C"/>
            </a:solidFill>
            <a:prstDash val="solid"/>
          </a:ln>
        </p:spPr>
      </p:sp>
      <p:sp>
        <p:nvSpPr>
          <p:cNvPr id="1408" name="Shape 1406"/>
          <p:cNvSpPr/>
          <p:nvPr/>
        </p:nvSpPr>
        <p:spPr>
          <a:xfrm flipV="1">
            <a:off x="10158794" y="2775691"/>
            <a:ext cx="23432" cy="9674"/>
          </a:xfrm>
          <a:prstGeom prst="line">
            <a:avLst/>
          </a:prstGeom>
          <a:noFill/>
          <a:ln w="25400">
            <a:solidFill>
              <a:srgbClr val="EA002C"/>
            </a:solidFill>
            <a:prstDash val="solid"/>
          </a:ln>
        </p:spPr>
      </p:sp>
      <p:sp>
        <p:nvSpPr>
          <p:cNvPr id="1409" name="Shape 1407"/>
          <p:cNvSpPr/>
          <p:nvPr/>
        </p:nvSpPr>
        <p:spPr>
          <a:xfrm flipV="1">
            <a:off x="10182225" y="2766871"/>
            <a:ext cx="23432" cy="8819"/>
          </a:xfrm>
          <a:prstGeom prst="line">
            <a:avLst/>
          </a:prstGeom>
          <a:noFill/>
          <a:ln w="25400">
            <a:solidFill>
              <a:srgbClr val="EA002C"/>
            </a:solidFill>
            <a:prstDash val="solid"/>
          </a:ln>
        </p:spPr>
      </p:sp>
      <p:sp>
        <p:nvSpPr>
          <p:cNvPr id="1410" name="Shape 1408"/>
          <p:cNvSpPr/>
          <p:nvPr/>
        </p:nvSpPr>
        <p:spPr>
          <a:xfrm flipV="1">
            <a:off x="10205657" y="2759198"/>
            <a:ext cx="23432" cy="7674"/>
          </a:xfrm>
          <a:prstGeom prst="line">
            <a:avLst/>
          </a:prstGeom>
          <a:noFill/>
          <a:ln w="25400">
            <a:solidFill>
              <a:srgbClr val="EA002C"/>
            </a:solidFill>
            <a:prstDash val="solid"/>
          </a:ln>
        </p:spPr>
      </p:sp>
      <p:sp>
        <p:nvSpPr>
          <p:cNvPr id="1411" name="Shape 1409"/>
          <p:cNvSpPr/>
          <p:nvPr/>
        </p:nvSpPr>
        <p:spPr>
          <a:xfrm flipV="1">
            <a:off x="10229088" y="2752870"/>
            <a:ext cx="23432" cy="6328"/>
          </a:xfrm>
          <a:prstGeom prst="line">
            <a:avLst/>
          </a:prstGeom>
          <a:noFill/>
          <a:ln w="25400">
            <a:solidFill>
              <a:srgbClr val="EA002C"/>
            </a:solidFill>
            <a:prstDash val="solid"/>
          </a:ln>
        </p:spPr>
      </p:sp>
      <p:sp>
        <p:nvSpPr>
          <p:cNvPr id="1412" name="Shape 1410"/>
          <p:cNvSpPr/>
          <p:nvPr/>
        </p:nvSpPr>
        <p:spPr>
          <a:xfrm flipV="1">
            <a:off x="10252520" y="2748051"/>
            <a:ext cx="23431" cy="4819"/>
          </a:xfrm>
          <a:prstGeom prst="line">
            <a:avLst/>
          </a:prstGeom>
          <a:noFill/>
          <a:ln w="25400">
            <a:solidFill>
              <a:srgbClr val="EA002C"/>
            </a:solidFill>
            <a:prstDash val="solid"/>
          </a:ln>
        </p:spPr>
      </p:sp>
      <p:sp>
        <p:nvSpPr>
          <p:cNvPr id="1413" name="Shape 1411"/>
          <p:cNvSpPr/>
          <p:nvPr/>
        </p:nvSpPr>
        <p:spPr>
          <a:xfrm flipV="1">
            <a:off x="10275951" y="2744705"/>
            <a:ext cx="23432" cy="3346"/>
          </a:xfrm>
          <a:prstGeom prst="line">
            <a:avLst/>
          </a:prstGeom>
          <a:noFill/>
          <a:ln w="25400">
            <a:solidFill>
              <a:srgbClr val="EA002C"/>
            </a:solidFill>
            <a:prstDash val="solid"/>
          </a:ln>
        </p:spPr>
      </p:sp>
      <p:sp>
        <p:nvSpPr>
          <p:cNvPr id="1414" name="Shape 1412"/>
          <p:cNvSpPr/>
          <p:nvPr/>
        </p:nvSpPr>
        <p:spPr>
          <a:xfrm flipV="1">
            <a:off x="10299383" y="2742759"/>
            <a:ext cx="23432" cy="1946"/>
          </a:xfrm>
          <a:prstGeom prst="line">
            <a:avLst/>
          </a:prstGeom>
          <a:noFill/>
          <a:ln w="25400">
            <a:solidFill>
              <a:srgbClr val="EA002C"/>
            </a:solidFill>
            <a:prstDash val="solid"/>
          </a:ln>
        </p:spPr>
      </p:sp>
      <p:sp>
        <p:nvSpPr>
          <p:cNvPr id="1415" name="Shape 1413"/>
          <p:cNvSpPr/>
          <p:nvPr/>
        </p:nvSpPr>
        <p:spPr>
          <a:xfrm flipV="1">
            <a:off x="10322814" y="2742050"/>
            <a:ext cx="23432" cy="709"/>
          </a:xfrm>
          <a:prstGeom prst="line">
            <a:avLst/>
          </a:prstGeom>
          <a:noFill/>
          <a:ln w="25400">
            <a:solidFill>
              <a:srgbClr val="EA002C"/>
            </a:solidFill>
            <a:prstDash val="solid"/>
          </a:ln>
        </p:spPr>
      </p:sp>
      <p:sp>
        <p:nvSpPr>
          <p:cNvPr id="1416" name="Shape 1414"/>
          <p:cNvSpPr/>
          <p:nvPr/>
        </p:nvSpPr>
        <p:spPr>
          <a:xfrm>
            <a:off x="10346246" y="2742050"/>
            <a:ext cx="23432" cy="255"/>
          </a:xfrm>
          <a:prstGeom prst="line">
            <a:avLst/>
          </a:prstGeom>
          <a:noFill/>
          <a:ln w="25400">
            <a:solidFill>
              <a:srgbClr val="EA002C"/>
            </a:solidFill>
            <a:prstDash val="solid"/>
          </a:ln>
        </p:spPr>
      </p:sp>
      <p:sp>
        <p:nvSpPr>
          <p:cNvPr id="1417" name="Shape 1415"/>
          <p:cNvSpPr/>
          <p:nvPr/>
        </p:nvSpPr>
        <p:spPr>
          <a:xfrm>
            <a:off x="10369677" y="2742305"/>
            <a:ext cx="23432" cy="927"/>
          </a:xfrm>
          <a:prstGeom prst="line">
            <a:avLst/>
          </a:prstGeom>
          <a:noFill/>
          <a:ln w="25400">
            <a:solidFill>
              <a:srgbClr val="EA002C"/>
            </a:solidFill>
            <a:prstDash val="solid"/>
          </a:ln>
        </p:spPr>
      </p:sp>
      <p:sp>
        <p:nvSpPr>
          <p:cNvPr id="1418" name="Shape 1416"/>
          <p:cNvSpPr/>
          <p:nvPr/>
        </p:nvSpPr>
        <p:spPr>
          <a:xfrm>
            <a:off x="10393109" y="2743232"/>
            <a:ext cx="23431" cy="1218"/>
          </a:xfrm>
          <a:prstGeom prst="line">
            <a:avLst/>
          </a:prstGeom>
          <a:noFill/>
          <a:ln w="25400">
            <a:solidFill>
              <a:srgbClr val="EA002C"/>
            </a:solidFill>
            <a:prstDash val="solid"/>
          </a:ln>
        </p:spPr>
      </p:sp>
      <p:sp>
        <p:nvSpPr>
          <p:cNvPr id="1419" name="Shape 1417"/>
          <p:cNvSpPr/>
          <p:nvPr/>
        </p:nvSpPr>
        <p:spPr>
          <a:xfrm>
            <a:off x="10416540" y="2744450"/>
            <a:ext cx="23432" cy="1109"/>
          </a:xfrm>
          <a:prstGeom prst="line">
            <a:avLst/>
          </a:prstGeom>
          <a:noFill/>
          <a:ln w="25400">
            <a:solidFill>
              <a:srgbClr val="EA002C"/>
            </a:solidFill>
            <a:prstDash val="solid"/>
          </a:ln>
        </p:spPr>
      </p:sp>
      <p:sp>
        <p:nvSpPr>
          <p:cNvPr id="1420" name="Shape 1418"/>
          <p:cNvSpPr/>
          <p:nvPr/>
        </p:nvSpPr>
        <p:spPr>
          <a:xfrm>
            <a:off x="10439971" y="2745560"/>
            <a:ext cx="23432" cy="636"/>
          </a:xfrm>
          <a:prstGeom prst="line">
            <a:avLst/>
          </a:prstGeom>
          <a:noFill/>
          <a:ln w="25400">
            <a:solidFill>
              <a:srgbClr val="EA002C"/>
            </a:solidFill>
            <a:prstDash val="solid"/>
          </a:ln>
        </p:spPr>
      </p:sp>
      <p:sp>
        <p:nvSpPr>
          <p:cNvPr id="1421" name="Shape 1419"/>
          <p:cNvSpPr/>
          <p:nvPr/>
        </p:nvSpPr>
        <p:spPr>
          <a:xfrm flipV="1">
            <a:off x="10463403" y="2745941"/>
            <a:ext cx="23432" cy="255"/>
          </a:xfrm>
          <a:prstGeom prst="line">
            <a:avLst/>
          </a:prstGeom>
          <a:noFill/>
          <a:ln w="25400">
            <a:solidFill>
              <a:srgbClr val="EA002C"/>
            </a:solidFill>
            <a:prstDash val="solid"/>
          </a:ln>
        </p:spPr>
      </p:sp>
      <p:sp>
        <p:nvSpPr>
          <p:cNvPr id="1422" name="Shape 1420"/>
          <p:cNvSpPr/>
          <p:nvPr/>
        </p:nvSpPr>
        <p:spPr>
          <a:xfrm flipV="1">
            <a:off x="10486835" y="2744450"/>
            <a:ext cx="23432" cy="1491"/>
          </a:xfrm>
          <a:prstGeom prst="line">
            <a:avLst/>
          </a:prstGeom>
          <a:noFill/>
          <a:ln w="25400">
            <a:solidFill>
              <a:srgbClr val="EA002C"/>
            </a:solidFill>
            <a:prstDash val="solid"/>
          </a:ln>
        </p:spPr>
      </p:sp>
      <p:sp>
        <p:nvSpPr>
          <p:cNvPr id="1423" name="Shape 1421"/>
          <p:cNvSpPr/>
          <p:nvPr/>
        </p:nvSpPr>
        <p:spPr>
          <a:xfrm flipV="1">
            <a:off x="10510266" y="2741395"/>
            <a:ext cx="23432" cy="3055"/>
          </a:xfrm>
          <a:prstGeom prst="line">
            <a:avLst/>
          </a:prstGeom>
          <a:noFill/>
          <a:ln w="25400">
            <a:solidFill>
              <a:srgbClr val="EA002C"/>
            </a:solidFill>
            <a:prstDash val="solid"/>
          </a:ln>
        </p:spPr>
      </p:sp>
      <p:sp>
        <p:nvSpPr>
          <p:cNvPr id="1424" name="Shape 1422"/>
          <p:cNvSpPr/>
          <p:nvPr/>
        </p:nvSpPr>
        <p:spPr>
          <a:xfrm flipV="1">
            <a:off x="10533698" y="2736540"/>
            <a:ext cx="23431" cy="4855"/>
          </a:xfrm>
          <a:prstGeom prst="line">
            <a:avLst/>
          </a:prstGeom>
          <a:noFill/>
          <a:ln w="25400">
            <a:solidFill>
              <a:srgbClr val="EA002C"/>
            </a:solidFill>
            <a:prstDash val="solid"/>
          </a:ln>
        </p:spPr>
      </p:sp>
      <p:sp>
        <p:nvSpPr>
          <p:cNvPr id="1425" name="Shape 1423"/>
          <p:cNvSpPr/>
          <p:nvPr/>
        </p:nvSpPr>
        <p:spPr>
          <a:xfrm flipV="1">
            <a:off x="10557129" y="2729703"/>
            <a:ext cx="23432" cy="6837"/>
          </a:xfrm>
          <a:prstGeom prst="line">
            <a:avLst/>
          </a:prstGeom>
          <a:noFill/>
          <a:ln w="25400">
            <a:solidFill>
              <a:srgbClr val="EA002C"/>
            </a:solidFill>
            <a:prstDash val="solid"/>
          </a:ln>
        </p:spPr>
      </p:sp>
      <p:sp>
        <p:nvSpPr>
          <p:cNvPr id="1426" name="Shape 1424"/>
          <p:cNvSpPr/>
          <p:nvPr/>
        </p:nvSpPr>
        <p:spPr>
          <a:xfrm flipV="1">
            <a:off x="10580561" y="2720829"/>
            <a:ext cx="23432" cy="8874"/>
          </a:xfrm>
          <a:prstGeom prst="line">
            <a:avLst/>
          </a:prstGeom>
          <a:noFill/>
          <a:ln w="25400">
            <a:solidFill>
              <a:srgbClr val="EA002C"/>
            </a:solidFill>
            <a:prstDash val="solid"/>
          </a:ln>
        </p:spPr>
      </p:sp>
      <p:sp>
        <p:nvSpPr>
          <p:cNvPr id="1427" name="Shape 1425"/>
          <p:cNvSpPr/>
          <p:nvPr/>
        </p:nvSpPr>
        <p:spPr>
          <a:xfrm flipV="1">
            <a:off x="10603992" y="2709919"/>
            <a:ext cx="23432" cy="10910"/>
          </a:xfrm>
          <a:prstGeom prst="line">
            <a:avLst/>
          </a:prstGeom>
          <a:noFill/>
          <a:ln w="25400">
            <a:solidFill>
              <a:srgbClr val="EA002C"/>
            </a:solidFill>
            <a:prstDash val="solid"/>
          </a:ln>
        </p:spPr>
      </p:sp>
      <p:sp>
        <p:nvSpPr>
          <p:cNvPr id="1428" name="Shape 1426"/>
          <p:cNvSpPr/>
          <p:nvPr/>
        </p:nvSpPr>
        <p:spPr>
          <a:xfrm flipV="1">
            <a:off x="10627424" y="2697081"/>
            <a:ext cx="23432" cy="12838"/>
          </a:xfrm>
          <a:prstGeom prst="line">
            <a:avLst/>
          </a:prstGeom>
          <a:noFill/>
          <a:ln w="25400">
            <a:solidFill>
              <a:srgbClr val="EA002C"/>
            </a:solidFill>
            <a:prstDash val="solid"/>
          </a:ln>
        </p:spPr>
      </p:sp>
      <p:sp>
        <p:nvSpPr>
          <p:cNvPr id="1429" name="Shape 1427"/>
          <p:cNvSpPr/>
          <p:nvPr/>
        </p:nvSpPr>
        <p:spPr>
          <a:xfrm flipV="1">
            <a:off x="10650855" y="2682534"/>
            <a:ext cx="23432" cy="14547"/>
          </a:xfrm>
          <a:prstGeom prst="line">
            <a:avLst/>
          </a:prstGeom>
          <a:noFill/>
          <a:ln w="25400">
            <a:solidFill>
              <a:srgbClr val="EA002C"/>
            </a:solidFill>
            <a:prstDash val="solid"/>
          </a:ln>
        </p:spPr>
      </p:sp>
      <p:sp>
        <p:nvSpPr>
          <p:cNvPr id="1430" name="Shape 1428"/>
          <p:cNvSpPr/>
          <p:nvPr/>
        </p:nvSpPr>
        <p:spPr>
          <a:xfrm flipV="1">
            <a:off x="10674287" y="2666586"/>
            <a:ext cx="23431" cy="15947"/>
          </a:xfrm>
          <a:prstGeom prst="line">
            <a:avLst/>
          </a:prstGeom>
          <a:noFill/>
          <a:ln w="25400">
            <a:solidFill>
              <a:srgbClr val="EA002C"/>
            </a:solidFill>
            <a:prstDash val="solid"/>
          </a:ln>
        </p:spPr>
      </p:sp>
      <p:sp>
        <p:nvSpPr>
          <p:cNvPr id="1431" name="Shape 1429"/>
          <p:cNvSpPr/>
          <p:nvPr/>
        </p:nvSpPr>
        <p:spPr>
          <a:xfrm flipV="1">
            <a:off x="10697718" y="2649639"/>
            <a:ext cx="23432" cy="16948"/>
          </a:xfrm>
          <a:prstGeom prst="line">
            <a:avLst/>
          </a:prstGeom>
          <a:noFill/>
          <a:ln w="25400">
            <a:solidFill>
              <a:srgbClr val="EA002C"/>
            </a:solidFill>
            <a:prstDash val="solid"/>
          </a:ln>
        </p:spPr>
      </p:sp>
      <p:sp>
        <p:nvSpPr>
          <p:cNvPr id="1432" name="Shape 1430"/>
          <p:cNvSpPr/>
          <p:nvPr/>
        </p:nvSpPr>
        <p:spPr>
          <a:xfrm flipV="1">
            <a:off x="10721150" y="2632145"/>
            <a:ext cx="23432" cy="17493"/>
          </a:xfrm>
          <a:prstGeom prst="line">
            <a:avLst/>
          </a:prstGeom>
          <a:noFill/>
          <a:ln w="25400">
            <a:solidFill>
              <a:srgbClr val="EA002C"/>
            </a:solidFill>
            <a:prstDash val="solid"/>
          </a:ln>
        </p:spPr>
      </p:sp>
      <p:sp>
        <p:nvSpPr>
          <p:cNvPr id="1433" name="Shape 1431"/>
          <p:cNvSpPr/>
          <p:nvPr/>
        </p:nvSpPr>
        <p:spPr>
          <a:xfrm flipV="1">
            <a:off x="10744581" y="2614634"/>
            <a:ext cx="23432" cy="17511"/>
          </a:xfrm>
          <a:prstGeom prst="line">
            <a:avLst/>
          </a:prstGeom>
          <a:noFill/>
          <a:ln w="25400">
            <a:solidFill>
              <a:srgbClr val="EA002C"/>
            </a:solidFill>
            <a:prstDash val="solid"/>
          </a:ln>
        </p:spPr>
      </p:sp>
      <p:sp>
        <p:nvSpPr>
          <p:cNvPr id="1434" name="Shape 1432"/>
          <p:cNvSpPr/>
          <p:nvPr/>
        </p:nvSpPr>
        <p:spPr>
          <a:xfrm flipV="1">
            <a:off x="10768013" y="2597668"/>
            <a:ext cx="23432" cy="16966"/>
          </a:xfrm>
          <a:prstGeom prst="line">
            <a:avLst/>
          </a:prstGeom>
          <a:noFill/>
          <a:ln w="25400">
            <a:solidFill>
              <a:srgbClr val="EA002C"/>
            </a:solidFill>
            <a:prstDash val="solid"/>
          </a:ln>
        </p:spPr>
      </p:sp>
      <p:sp>
        <p:nvSpPr>
          <p:cNvPr id="1435" name="Shape 1433"/>
          <p:cNvSpPr/>
          <p:nvPr/>
        </p:nvSpPr>
        <p:spPr>
          <a:xfrm flipV="1">
            <a:off x="10791444" y="2581830"/>
            <a:ext cx="23432" cy="15838"/>
          </a:xfrm>
          <a:prstGeom prst="line">
            <a:avLst/>
          </a:prstGeom>
          <a:noFill/>
          <a:ln w="25400">
            <a:solidFill>
              <a:srgbClr val="EA002C"/>
            </a:solidFill>
            <a:prstDash val="solid"/>
          </a:ln>
        </p:spPr>
      </p:sp>
      <p:sp>
        <p:nvSpPr>
          <p:cNvPr id="1436" name="Shape 1434"/>
          <p:cNvSpPr/>
          <p:nvPr/>
        </p:nvSpPr>
        <p:spPr>
          <a:xfrm flipV="1">
            <a:off x="10814876" y="2567665"/>
            <a:ext cx="23432" cy="14165"/>
          </a:xfrm>
          <a:prstGeom prst="line">
            <a:avLst/>
          </a:prstGeom>
          <a:noFill/>
          <a:ln w="25400">
            <a:solidFill>
              <a:srgbClr val="EA002C"/>
            </a:solidFill>
            <a:prstDash val="solid"/>
          </a:ln>
        </p:spPr>
      </p:sp>
      <p:sp>
        <p:nvSpPr>
          <p:cNvPr id="1437" name="Shape 1435"/>
          <p:cNvSpPr/>
          <p:nvPr/>
        </p:nvSpPr>
        <p:spPr>
          <a:xfrm flipV="1">
            <a:off x="10838307" y="2555718"/>
            <a:ext cx="23431" cy="11947"/>
          </a:xfrm>
          <a:prstGeom prst="line">
            <a:avLst/>
          </a:prstGeom>
          <a:noFill/>
          <a:ln w="25400">
            <a:solidFill>
              <a:srgbClr val="EA002C"/>
            </a:solidFill>
            <a:prstDash val="solid"/>
          </a:ln>
        </p:spPr>
      </p:sp>
      <p:sp>
        <p:nvSpPr>
          <p:cNvPr id="1438" name="Shape 1436"/>
          <p:cNvSpPr/>
          <p:nvPr/>
        </p:nvSpPr>
        <p:spPr>
          <a:xfrm flipV="1">
            <a:off x="10861738" y="2546444"/>
            <a:ext cx="23432" cy="9274"/>
          </a:xfrm>
          <a:prstGeom prst="line">
            <a:avLst/>
          </a:prstGeom>
          <a:noFill/>
          <a:ln w="25400">
            <a:solidFill>
              <a:srgbClr val="EA002C"/>
            </a:solidFill>
            <a:prstDash val="solid"/>
          </a:ln>
        </p:spPr>
      </p:sp>
      <p:sp>
        <p:nvSpPr>
          <p:cNvPr id="1439" name="Shape 1437"/>
          <p:cNvSpPr/>
          <p:nvPr/>
        </p:nvSpPr>
        <p:spPr>
          <a:xfrm flipV="1">
            <a:off x="10885170" y="2540261"/>
            <a:ext cx="23432" cy="6183"/>
          </a:xfrm>
          <a:prstGeom prst="line">
            <a:avLst/>
          </a:prstGeom>
          <a:noFill/>
          <a:ln w="25400">
            <a:solidFill>
              <a:srgbClr val="EA002C"/>
            </a:solidFill>
            <a:prstDash val="solid"/>
          </a:ln>
        </p:spPr>
      </p:sp>
      <p:sp>
        <p:nvSpPr>
          <p:cNvPr id="1440" name="Shape 1438"/>
          <p:cNvSpPr/>
          <p:nvPr/>
        </p:nvSpPr>
        <p:spPr>
          <a:xfrm flipV="1">
            <a:off x="10908602" y="2537461"/>
            <a:ext cx="23432" cy="2800"/>
          </a:xfrm>
          <a:prstGeom prst="line">
            <a:avLst/>
          </a:prstGeom>
          <a:noFill/>
          <a:ln w="25400">
            <a:solidFill>
              <a:srgbClr val="EA002C"/>
            </a:solidFill>
            <a:prstDash val="solid"/>
          </a:ln>
        </p:spPr>
      </p:sp>
      <p:sp>
        <p:nvSpPr>
          <p:cNvPr id="1441" name="Shape 1439"/>
          <p:cNvSpPr/>
          <p:nvPr/>
        </p:nvSpPr>
        <p:spPr>
          <a:xfrm>
            <a:off x="10932033" y="2537461"/>
            <a:ext cx="23432" cy="800"/>
          </a:xfrm>
          <a:prstGeom prst="line">
            <a:avLst/>
          </a:prstGeom>
          <a:noFill/>
          <a:ln w="25400">
            <a:solidFill>
              <a:srgbClr val="EA002C"/>
            </a:solidFill>
            <a:prstDash val="solid"/>
          </a:ln>
        </p:spPr>
      </p:sp>
      <p:sp>
        <p:nvSpPr>
          <p:cNvPr id="1442" name="Shape 1440"/>
          <p:cNvSpPr/>
          <p:nvPr/>
        </p:nvSpPr>
        <p:spPr>
          <a:xfrm>
            <a:off x="10955465" y="2538261"/>
            <a:ext cx="23432" cy="4437"/>
          </a:xfrm>
          <a:prstGeom prst="line">
            <a:avLst/>
          </a:prstGeom>
          <a:noFill/>
          <a:ln w="25400">
            <a:solidFill>
              <a:srgbClr val="EA002C"/>
            </a:solidFill>
            <a:prstDash val="solid"/>
          </a:ln>
        </p:spPr>
      </p:sp>
      <p:sp>
        <p:nvSpPr>
          <p:cNvPr id="1443" name="Shape 1441"/>
          <p:cNvSpPr/>
          <p:nvPr/>
        </p:nvSpPr>
        <p:spPr>
          <a:xfrm>
            <a:off x="10978896" y="2542698"/>
            <a:ext cx="23431" cy="8074"/>
          </a:xfrm>
          <a:prstGeom prst="line">
            <a:avLst/>
          </a:prstGeom>
          <a:noFill/>
          <a:ln w="25400">
            <a:solidFill>
              <a:srgbClr val="EA002C"/>
            </a:solidFill>
            <a:prstDash val="solid"/>
          </a:ln>
        </p:spPr>
      </p:sp>
      <p:sp>
        <p:nvSpPr>
          <p:cNvPr id="1444" name="Shape 1442"/>
          <p:cNvSpPr/>
          <p:nvPr/>
        </p:nvSpPr>
        <p:spPr>
          <a:xfrm>
            <a:off x="11002328" y="2550772"/>
            <a:ext cx="23432" cy="11529"/>
          </a:xfrm>
          <a:prstGeom prst="line">
            <a:avLst/>
          </a:prstGeom>
          <a:noFill/>
          <a:ln w="25400">
            <a:solidFill>
              <a:srgbClr val="EA002C"/>
            </a:solidFill>
            <a:prstDash val="solid"/>
          </a:ln>
        </p:spPr>
      </p:sp>
      <p:sp>
        <p:nvSpPr>
          <p:cNvPr id="1445" name="Shape 1443"/>
          <p:cNvSpPr/>
          <p:nvPr/>
        </p:nvSpPr>
        <p:spPr>
          <a:xfrm>
            <a:off x="11025759" y="2562300"/>
            <a:ext cx="23432" cy="14693"/>
          </a:xfrm>
          <a:prstGeom prst="line">
            <a:avLst/>
          </a:prstGeom>
          <a:noFill/>
          <a:ln w="25400">
            <a:solidFill>
              <a:srgbClr val="EA002C"/>
            </a:solidFill>
            <a:prstDash val="solid"/>
          </a:ln>
        </p:spPr>
      </p:sp>
      <p:sp>
        <p:nvSpPr>
          <p:cNvPr id="1446" name="Shape 1444"/>
          <p:cNvSpPr/>
          <p:nvPr/>
        </p:nvSpPr>
        <p:spPr>
          <a:xfrm>
            <a:off x="11049191" y="2576993"/>
            <a:ext cx="23432" cy="17511"/>
          </a:xfrm>
          <a:prstGeom prst="line">
            <a:avLst/>
          </a:prstGeom>
          <a:noFill/>
          <a:ln w="25400">
            <a:solidFill>
              <a:srgbClr val="EA002C"/>
            </a:solidFill>
            <a:prstDash val="solid"/>
          </a:ln>
        </p:spPr>
      </p:sp>
      <p:sp>
        <p:nvSpPr>
          <p:cNvPr id="1447" name="Shape 1445"/>
          <p:cNvSpPr/>
          <p:nvPr/>
        </p:nvSpPr>
        <p:spPr>
          <a:xfrm>
            <a:off x="11072622" y="2594504"/>
            <a:ext cx="23432" cy="19839"/>
          </a:xfrm>
          <a:prstGeom prst="line">
            <a:avLst/>
          </a:prstGeom>
          <a:noFill/>
          <a:ln w="25400">
            <a:solidFill>
              <a:srgbClr val="EA002C"/>
            </a:solidFill>
            <a:prstDash val="solid"/>
          </a:ln>
        </p:spPr>
      </p:sp>
      <p:sp>
        <p:nvSpPr>
          <p:cNvPr id="1448" name="Shape 1446"/>
          <p:cNvSpPr/>
          <p:nvPr/>
        </p:nvSpPr>
        <p:spPr>
          <a:xfrm>
            <a:off x="11096054" y="2614343"/>
            <a:ext cx="23432" cy="21657"/>
          </a:xfrm>
          <a:prstGeom prst="line">
            <a:avLst/>
          </a:prstGeom>
          <a:noFill/>
          <a:ln w="25400">
            <a:solidFill>
              <a:srgbClr val="EA002C"/>
            </a:solidFill>
            <a:prstDash val="solid"/>
          </a:ln>
        </p:spPr>
      </p:sp>
      <p:sp>
        <p:nvSpPr>
          <p:cNvPr id="1449" name="Shape 1447"/>
          <p:cNvSpPr/>
          <p:nvPr/>
        </p:nvSpPr>
        <p:spPr>
          <a:xfrm>
            <a:off x="11119485" y="2636000"/>
            <a:ext cx="23431" cy="22857"/>
          </a:xfrm>
          <a:prstGeom prst="line">
            <a:avLst/>
          </a:prstGeom>
          <a:noFill/>
          <a:ln w="25400">
            <a:solidFill>
              <a:srgbClr val="EA002C"/>
            </a:solidFill>
            <a:prstDash val="solid"/>
          </a:ln>
        </p:spPr>
      </p:sp>
      <p:sp>
        <p:nvSpPr>
          <p:cNvPr id="1450" name="Shape 1448"/>
          <p:cNvSpPr/>
          <p:nvPr/>
        </p:nvSpPr>
        <p:spPr>
          <a:xfrm>
            <a:off x="11142917" y="2658858"/>
            <a:ext cx="23432" cy="23512"/>
          </a:xfrm>
          <a:prstGeom prst="line">
            <a:avLst/>
          </a:prstGeom>
          <a:noFill/>
          <a:ln w="25400">
            <a:solidFill>
              <a:srgbClr val="EA002C"/>
            </a:solidFill>
            <a:prstDash val="solid"/>
          </a:ln>
        </p:spPr>
      </p:sp>
      <p:sp>
        <p:nvSpPr>
          <p:cNvPr id="1451" name="Shape 1449"/>
          <p:cNvSpPr/>
          <p:nvPr/>
        </p:nvSpPr>
        <p:spPr>
          <a:xfrm>
            <a:off x="11166348" y="2682370"/>
            <a:ext cx="23432" cy="23530"/>
          </a:xfrm>
          <a:prstGeom prst="line">
            <a:avLst/>
          </a:prstGeom>
          <a:noFill/>
          <a:ln w="25400">
            <a:solidFill>
              <a:srgbClr val="EA002C"/>
            </a:solidFill>
            <a:prstDash val="solid"/>
          </a:ln>
        </p:spPr>
      </p:sp>
      <p:sp>
        <p:nvSpPr>
          <p:cNvPr id="1452" name="Shape 1450"/>
          <p:cNvSpPr/>
          <p:nvPr/>
        </p:nvSpPr>
        <p:spPr>
          <a:xfrm>
            <a:off x="11189780" y="2705900"/>
            <a:ext cx="23432" cy="22967"/>
          </a:xfrm>
          <a:prstGeom prst="line">
            <a:avLst/>
          </a:prstGeom>
          <a:noFill/>
          <a:ln w="25400">
            <a:solidFill>
              <a:srgbClr val="EA002C"/>
            </a:solidFill>
            <a:prstDash val="solid"/>
          </a:ln>
        </p:spPr>
      </p:sp>
      <p:sp>
        <p:nvSpPr>
          <p:cNvPr id="1453" name="Shape 1451"/>
          <p:cNvSpPr/>
          <p:nvPr/>
        </p:nvSpPr>
        <p:spPr>
          <a:xfrm>
            <a:off x="11213211" y="2728867"/>
            <a:ext cx="23432" cy="21912"/>
          </a:xfrm>
          <a:prstGeom prst="line">
            <a:avLst/>
          </a:prstGeom>
          <a:noFill/>
          <a:ln w="25400">
            <a:solidFill>
              <a:srgbClr val="EA002C"/>
            </a:solidFill>
            <a:prstDash val="solid"/>
          </a:ln>
        </p:spPr>
      </p:sp>
      <p:sp>
        <p:nvSpPr>
          <p:cNvPr id="1454" name="Shape 1452"/>
          <p:cNvSpPr/>
          <p:nvPr/>
        </p:nvSpPr>
        <p:spPr>
          <a:xfrm>
            <a:off x="11236643" y="2750778"/>
            <a:ext cx="23432" cy="20330"/>
          </a:xfrm>
          <a:prstGeom prst="line">
            <a:avLst/>
          </a:prstGeom>
          <a:noFill/>
          <a:ln w="25400">
            <a:solidFill>
              <a:srgbClr val="EA002C"/>
            </a:solidFill>
            <a:prstDash val="solid"/>
          </a:ln>
        </p:spPr>
      </p:sp>
      <p:sp>
        <p:nvSpPr>
          <p:cNvPr id="1455" name="Shape 1453"/>
          <p:cNvSpPr/>
          <p:nvPr/>
        </p:nvSpPr>
        <p:spPr>
          <a:xfrm>
            <a:off x="11260074" y="2771108"/>
            <a:ext cx="23431" cy="18384"/>
          </a:xfrm>
          <a:prstGeom prst="line">
            <a:avLst/>
          </a:prstGeom>
          <a:noFill/>
          <a:ln w="25400">
            <a:solidFill>
              <a:srgbClr val="EA002C"/>
            </a:solidFill>
            <a:prstDash val="solid"/>
          </a:ln>
        </p:spPr>
      </p:sp>
      <p:sp>
        <p:nvSpPr>
          <p:cNvPr id="1456" name="Shape 1454"/>
          <p:cNvSpPr/>
          <p:nvPr/>
        </p:nvSpPr>
        <p:spPr>
          <a:xfrm>
            <a:off x="11283505" y="2789492"/>
            <a:ext cx="23432" cy="16111"/>
          </a:xfrm>
          <a:prstGeom prst="line">
            <a:avLst/>
          </a:prstGeom>
          <a:noFill/>
          <a:ln w="25400">
            <a:solidFill>
              <a:srgbClr val="EA002C"/>
            </a:solidFill>
            <a:prstDash val="solid"/>
          </a:ln>
        </p:spPr>
      </p:sp>
      <p:sp>
        <p:nvSpPr>
          <p:cNvPr id="1457" name="Shape 1455"/>
          <p:cNvSpPr/>
          <p:nvPr/>
        </p:nvSpPr>
        <p:spPr>
          <a:xfrm>
            <a:off x="11306937" y="2805603"/>
            <a:ext cx="23432" cy="13602"/>
          </a:xfrm>
          <a:prstGeom prst="line">
            <a:avLst/>
          </a:prstGeom>
          <a:noFill/>
          <a:ln w="25400">
            <a:solidFill>
              <a:srgbClr val="EA002C"/>
            </a:solidFill>
            <a:prstDash val="solid"/>
          </a:ln>
        </p:spPr>
      </p:sp>
      <p:sp>
        <p:nvSpPr>
          <p:cNvPr id="1458" name="Shape 1456"/>
          <p:cNvSpPr/>
          <p:nvPr/>
        </p:nvSpPr>
        <p:spPr>
          <a:xfrm>
            <a:off x="11330369" y="2819205"/>
            <a:ext cx="23432" cy="10965"/>
          </a:xfrm>
          <a:prstGeom prst="line">
            <a:avLst/>
          </a:prstGeom>
          <a:noFill/>
          <a:ln w="25400">
            <a:solidFill>
              <a:srgbClr val="EA002C"/>
            </a:solidFill>
            <a:prstDash val="solid"/>
          </a:ln>
        </p:spPr>
      </p:sp>
      <p:sp>
        <p:nvSpPr>
          <p:cNvPr id="1459" name="Shape 1457"/>
          <p:cNvSpPr/>
          <p:nvPr/>
        </p:nvSpPr>
        <p:spPr>
          <a:xfrm>
            <a:off x="9058085" y="2639726"/>
            <a:ext cx="45720" cy="45720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460" name="Shape 1458"/>
          <p:cNvSpPr/>
          <p:nvPr/>
        </p:nvSpPr>
        <p:spPr>
          <a:xfrm>
            <a:off x="9175242" y="2536349"/>
            <a:ext cx="45720" cy="45720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461" name="Shape 1459"/>
          <p:cNvSpPr/>
          <p:nvPr/>
        </p:nvSpPr>
        <p:spPr>
          <a:xfrm>
            <a:off x="9292400" y="2543059"/>
            <a:ext cx="45720" cy="45720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462" name="Shape 1460"/>
          <p:cNvSpPr/>
          <p:nvPr/>
        </p:nvSpPr>
        <p:spPr>
          <a:xfrm>
            <a:off x="9409557" y="2532767"/>
            <a:ext cx="45720" cy="45720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463" name="Shape 1461"/>
          <p:cNvSpPr/>
          <p:nvPr/>
        </p:nvSpPr>
        <p:spPr>
          <a:xfrm>
            <a:off x="9526715" y="2535640"/>
            <a:ext cx="45720" cy="45720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464" name="Shape 1462"/>
          <p:cNvSpPr/>
          <p:nvPr/>
        </p:nvSpPr>
        <p:spPr>
          <a:xfrm>
            <a:off x="9643872" y="2535494"/>
            <a:ext cx="45720" cy="45720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465" name="Shape 1463"/>
          <p:cNvSpPr/>
          <p:nvPr/>
        </p:nvSpPr>
        <p:spPr>
          <a:xfrm>
            <a:off x="9761030" y="2746430"/>
            <a:ext cx="45720" cy="45720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466" name="Shape 1464"/>
          <p:cNvSpPr/>
          <p:nvPr/>
        </p:nvSpPr>
        <p:spPr>
          <a:xfrm>
            <a:off x="9878187" y="2796982"/>
            <a:ext cx="45720" cy="45720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467" name="Shape 1465"/>
          <p:cNvSpPr/>
          <p:nvPr/>
        </p:nvSpPr>
        <p:spPr>
          <a:xfrm>
            <a:off x="9995344" y="2804237"/>
            <a:ext cx="45720" cy="45720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468" name="Shape 1466"/>
          <p:cNvSpPr/>
          <p:nvPr/>
        </p:nvSpPr>
        <p:spPr>
          <a:xfrm>
            <a:off x="10768584" y="2586810"/>
            <a:ext cx="45720" cy="45720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469" name="Shape 1467"/>
          <p:cNvSpPr/>
          <p:nvPr/>
        </p:nvSpPr>
        <p:spPr>
          <a:xfrm>
            <a:off x="10909173" y="2494635"/>
            <a:ext cx="45720" cy="45720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470" name="Shape 1468"/>
          <p:cNvSpPr/>
          <p:nvPr/>
        </p:nvSpPr>
        <p:spPr>
          <a:xfrm>
            <a:off x="11049762" y="2574972"/>
            <a:ext cx="45720" cy="45720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471" name="Shape 1469"/>
          <p:cNvSpPr/>
          <p:nvPr/>
        </p:nvSpPr>
        <p:spPr>
          <a:xfrm>
            <a:off x="11213783" y="2733683"/>
            <a:ext cx="45720" cy="45720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472" name="Text 1470"/>
          <p:cNvSpPr txBox="1"/>
          <p:nvPr/>
        </p:nvSpPr>
        <p:spPr>
          <a:xfrm>
            <a:off x="8934450" y="3295650"/>
            <a:ext cx="2495550" cy="2933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조금 떨어진 점까지 값이 비슷하다고 봅니다.</a:t>
            </a:r>
            <a:endParaRPr lang="en-US" sz="825" dirty="0"/>
          </a:p>
        </p:txBody>
      </p:sp>
      <p:sp>
        <p:nvSpPr>
          <p:cNvPr id="1473" name="Text 1471"/>
          <p:cNvSpPr txBox="1"/>
          <p:nvPr/>
        </p:nvSpPr>
        <p:spPr>
          <a:xfrm>
            <a:off x="8934450" y="3733800"/>
            <a:ext cx="4953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50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좋은 점</a:t>
            </a:r>
            <a:endParaRPr lang="en-US" sz="750" dirty="0"/>
          </a:p>
        </p:txBody>
      </p:sp>
      <p:sp>
        <p:nvSpPr>
          <p:cNvPr id="1474" name="Text 1472"/>
          <p:cNvSpPr txBox="1"/>
          <p:nvPr/>
        </p:nvSpPr>
        <p:spPr>
          <a:xfrm>
            <a:off x="9486900" y="3733800"/>
            <a:ext cx="19431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점이 없는 구간도 무리 없이 이어 줍니다</a:t>
            </a:r>
            <a:endParaRPr lang="en-US" sz="788" dirty="0"/>
          </a:p>
        </p:txBody>
      </p:sp>
      <p:sp>
        <p:nvSpPr>
          <p:cNvPr id="1475" name="Text 1473"/>
          <p:cNvSpPr txBox="1"/>
          <p:nvPr/>
        </p:nvSpPr>
        <p:spPr>
          <a:xfrm>
            <a:off x="8934450" y="4095750"/>
            <a:ext cx="5334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50" b="1" dirty="0">
                <a:solidFill>
                  <a:srgbClr val="FF6F0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아쉬운 점</a:t>
            </a:r>
            <a:endParaRPr lang="en-US" sz="750" dirty="0"/>
          </a:p>
        </p:txBody>
      </p:sp>
      <p:sp>
        <p:nvSpPr>
          <p:cNvPr id="1476" name="Text 1474"/>
          <p:cNvSpPr txBox="1"/>
          <p:nvPr/>
        </p:nvSpPr>
        <p:spPr>
          <a:xfrm>
            <a:off x="9505950" y="4095750"/>
            <a:ext cx="1924050" cy="3900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값이 갑자기 꺾이는 곳은 놓칩니다</a:t>
            </a:r>
            <a:endParaRPr lang="en-US" sz="788" dirty="0"/>
          </a:p>
        </p:txBody>
      </p:sp>
      <p:sp>
        <p:nvSpPr>
          <p:cNvPr id="1477" name="Shape 1475"/>
          <p:cNvSpPr/>
          <p:nvPr/>
        </p:nvSpPr>
        <p:spPr>
          <a:xfrm>
            <a:off x="685800" y="4867275"/>
            <a:ext cx="10820400" cy="80962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1478" name="Shape 1476"/>
          <p:cNvSpPr/>
          <p:nvPr/>
        </p:nvSpPr>
        <p:spPr>
          <a:xfrm>
            <a:off x="685800" y="4743450"/>
            <a:ext cx="2619375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1479" name="Text 1477"/>
          <p:cNvSpPr txBox="1"/>
          <p:nvPr/>
        </p:nvSpPr>
        <p:spPr>
          <a:xfrm>
            <a:off x="819150" y="48006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38" dirty="0"/>
          </a:p>
        </p:txBody>
      </p:sp>
      <p:sp>
        <p:nvSpPr>
          <p:cNvPr id="1480" name="Text 1478"/>
          <p:cNvSpPr txBox="1"/>
          <p:nvPr/>
        </p:nvSpPr>
        <p:spPr>
          <a:xfrm>
            <a:off x="1009650" y="4800600"/>
            <a:ext cx="218122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연한 띠가 있는 둘이 GP 입니다</a:t>
            </a:r>
            <a:endParaRPr lang="en-US" sz="1013" dirty="0"/>
          </a:p>
        </p:txBody>
      </p:sp>
      <p:sp>
        <p:nvSpPr>
          <p:cNvPr id="1481" name="Text 1479"/>
          <p:cNvSpPr txBox="1"/>
          <p:nvPr/>
        </p:nvSpPr>
        <p:spPr>
          <a:xfrm>
            <a:off x="8477250" y="4933950"/>
            <a:ext cx="29146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가우시안 프로세스 · 앞의 두 방법과 갈라지는 지점</a:t>
            </a:r>
            <a:endParaRPr lang="en-US" sz="825" dirty="0"/>
          </a:p>
        </p:txBody>
      </p:sp>
      <p:sp>
        <p:nvSpPr>
          <p:cNvPr id="1482" name="Shape 1480"/>
          <p:cNvSpPr/>
          <p:nvPr/>
        </p:nvSpPr>
        <p:spPr>
          <a:xfrm>
            <a:off x="876300" y="5124450"/>
            <a:ext cx="28575" cy="3619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1483" name="Text 1481"/>
          <p:cNvSpPr txBox="1"/>
          <p:nvPr/>
        </p:nvSpPr>
        <p:spPr>
          <a:xfrm>
            <a:off x="1009650" y="5105400"/>
            <a:ext cx="3143250" cy="148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2"/>
              </a:lnSpc>
              <a:buNone/>
            </a:pPr>
            <a:r>
              <a:rPr lang="en-US" sz="93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선을 하나만 긋지 않습니다</a:t>
            </a:r>
            <a:endParaRPr lang="en-US" sz="938" dirty="0"/>
          </a:p>
        </p:txBody>
      </p:sp>
      <p:sp>
        <p:nvSpPr>
          <p:cNvPr id="1484" name="Text 1482"/>
          <p:cNvSpPr txBox="1"/>
          <p:nvPr/>
        </p:nvSpPr>
        <p:spPr>
          <a:xfrm>
            <a:off x="1009650" y="5314950"/>
            <a:ext cx="3143250" cy="4382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81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점을 지나는 선을 여러 개 그리고, 그 평균을 답으로 냅니다.</a:t>
            </a:r>
            <a:endParaRPr lang="en-US" sz="810" dirty="0"/>
          </a:p>
        </p:txBody>
      </p:sp>
      <p:sp>
        <p:nvSpPr>
          <p:cNvPr id="1485" name="Shape 1483"/>
          <p:cNvSpPr/>
          <p:nvPr/>
        </p:nvSpPr>
        <p:spPr>
          <a:xfrm>
            <a:off x="4419600" y="5124450"/>
            <a:ext cx="28575" cy="3619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1486" name="Text 1484"/>
          <p:cNvSpPr txBox="1"/>
          <p:nvPr/>
        </p:nvSpPr>
        <p:spPr>
          <a:xfrm>
            <a:off x="4552950" y="5105400"/>
            <a:ext cx="3143250" cy="148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2"/>
              </a:lnSpc>
              <a:buNone/>
            </a:pPr>
            <a:r>
              <a:rPr lang="en-US" sz="93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범위가 같이 나옵니다</a:t>
            </a:r>
            <a:endParaRPr lang="en-US" sz="938" dirty="0"/>
          </a:p>
        </p:txBody>
      </p:sp>
      <p:sp>
        <p:nvSpPr>
          <p:cNvPr id="1487" name="Text 1485"/>
          <p:cNvSpPr txBox="1"/>
          <p:nvPr/>
        </p:nvSpPr>
        <p:spPr>
          <a:xfrm>
            <a:off x="4552950" y="5314950"/>
            <a:ext cx="3143250" cy="4382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81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선이 여러 개니 위아래로 범위가 생깁니다. 그것이 연한 띠입니다.</a:t>
            </a:r>
            <a:endParaRPr lang="en-US" sz="810" dirty="0"/>
          </a:p>
        </p:txBody>
      </p:sp>
      <p:sp>
        <p:nvSpPr>
          <p:cNvPr id="1488" name="Shape 1486"/>
          <p:cNvSpPr/>
          <p:nvPr/>
        </p:nvSpPr>
        <p:spPr>
          <a:xfrm>
            <a:off x="7962900" y="5124450"/>
            <a:ext cx="28575" cy="3619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1489" name="Text 1487"/>
          <p:cNvSpPr txBox="1"/>
          <p:nvPr/>
        </p:nvSpPr>
        <p:spPr>
          <a:xfrm>
            <a:off x="8096250" y="5105400"/>
            <a:ext cx="3143250" cy="148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2"/>
              </a:lnSpc>
              <a:buNone/>
            </a:pPr>
            <a:r>
              <a:rPr lang="en-US" sz="93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커널이 선의 성격을 정합니다</a:t>
            </a:r>
            <a:endParaRPr lang="en-US" sz="938" dirty="0"/>
          </a:p>
        </p:txBody>
      </p:sp>
      <p:sp>
        <p:nvSpPr>
          <p:cNvPr id="1490" name="Text 1488"/>
          <p:cNvSpPr txBox="1"/>
          <p:nvPr/>
        </p:nvSpPr>
        <p:spPr>
          <a:xfrm>
            <a:off x="8096250" y="5314950"/>
            <a:ext cx="3143250" cy="4382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81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얼마나 떨어진 점까지 비슷하게 볼지를 정하는 것이 커널입니다.</a:t>
            </a:r>
            <a:endParaRPr lang="en-US" sz="810" dirty="0"/>
          </a:p>
        </p:txBody>
      </p:sp>
      <p:sp>
        <p:nvSpPr>
          <p:cNvPr id="1491" name="Shape 1489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1492" name="Shape 1490"/>
          <p:cNvSpPr/>
          <p:nvPr/>
        </p:nvSpPr>
        <p:spPr>
          <a:xfrm>
            <a:off x="685800" y="6296025"/>
            <a:ext cx="438150" cy="190500"/>
          </a:xfrm>
          <a:prstGeom prst="rect">
            <a:avLst>
              <a:gd name="adj" fmla="val 96000"/>
            </a:avLst>
          </a:prstGeom>
          <a:solidFill>
            <a:srgbClr val="EA002C"/>
          </a:solidFill>
          <a:ln/>
        </p:spPr>
      </p:sp>
      <p:sp>
        <p:nvSpPr>
          <p:cNvPr id="1493" name="Text 1491"/>
          <p:cNvSpPr txBox="1"/>
          <p:nvPr/>
        </p:nvSpPr>
        <p:spPr>
          <a:xfrm>
            <a:off x="685800" y="6324600"/>
            <a:ext cx="4381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825" dirty="0"/>
          </a:p>
        </p:txBody>
      </p:sp>
      <p:sp>
        <p:nvSpPr>
          <p:cNvPr id="1494" name="Text 1492"/>
          <p:cNvSpPr txBox="1"/>
          <p:nvPr/>
        </p:nvSpPr>
        <p:spPr>
          <a:xfrm>
            <a:off x="1238250" y="6305550"/>
            <a:ext cx="9601200" cy="20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우리는 이 넷을 포함한 일곱 가지를 같은 데이터로 시험해 보고 골랐습니다.</a:t>
            </a:r>
            <a:endParaRPr lang="en-US" sz="1163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나래에너지서비스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x04_models</dc:title>
  <dc:subject>PptxGenJS Presentation</dc:subject>
  <dc:creator>주현M, 정상우M</dc:creator>
  <cp:lastModifiedBy>주현M, 정상우M</cp:lastModifiedBy>
  <cp:revision>1</cp:revision>
  <dcterms:created xsi:type="dcterms:W3CDTF">2026-09-22T14:00:17Z</dcterms:created>
  <dcterms:modified xsi:type="dcterms:W3CDTF">2026-09-22T14:00:17Z</dcterms:modified>
</cp:coreProperties>
</file>