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323850"/>
            <a:ext cx="76200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2900"/>
            <a:ext cx="6667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spc="60" kern="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· 회귀 모델</a:t>
            </a:r>
            <a:endParaRPr lang="en-US" sz="975" dirty="0"/>
          </a:p>
        </p:txBody>
      </p:sp>
      <p:sp>
        <p:nvSpPr>
          <p:cNvPr id="4" name="Text 2"/>
          <p:cNvSpPr txBox="1"/>
          <p:nvPr/>
        </p:nvSpPr>
        <p:spPr>
          <a:xfrm>
            <a:off x="7696200" y="36195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spc="16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FRONTIER  ·  위례사업소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00100"/>
            <a:ext cx="10287000" cy="39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9"/>
              </a:lnSpc>
              <a:buNone/>
            </a:pPr>
            <a:r>
              <a:rPr lang="en-US" sz="24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사이로 선을 긋는 네 가지 방법</a:t>
            </a:r>
            <a:endParaRPr lang="en-US" sz="24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76350"/>
            <a:ext cx="10287000" cy="25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점에 방법만 바꿔 그렸습니다. 단순한 것부터 봅니다. 점은 예시 데이터입니다.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685800" y="1724025"/>
            <a:ext cx="10820400" cy="27527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244792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9150" y="16573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38" dirty="0"/>
          </a:p>
        </p:txBody>
      </p:sp>
      <p:sp>
        <p:nvSpPr>
          <p:cNvPr id="10" name="Text 8"/>
          <p:cNvSpPr txBox="1"/>
          <p:nvPr/>
        </p:nvSpPr>
        <p:spPr>
          <a:xfrm>
            <a:off x="1009650" y="1657350"/>
            <a:ext cx="200977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것부터 정교한 것까지</a:t>
            </a:r>
            <a:endParaRPr lang="en-US" sz="1013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1790700"/>
            <a:ext cx="270510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참값 · 검은 점 관측 · 연한 띠 예측 범위</a:t>
            </a:r>
            <a:endParaRPr lang="en-US" sz="825" dirty="0"/>
          </a:p>
        </p:txBody>
      </p:sp>
      <p:sp>
        <p:nvSpPr>
          <p:cNvPr id="12" name="Text 10"/>
          <p:cNvSpPr txBox="1"/>
          <p:nvPr/>
        </p:nvSpPr>
        <p:spPr>
          <a:xfrm>
            <a:off x="876300" y="1962150"/>
            <a:ext cx="14287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구간평균</a:t>
            </a:r>
            <a:endParaRPr lang="en-US" sz="1125" dirty="0"/>
          </a:p>
        </p:txBody>
      </p:sp>
      <p:sp>
        <p:nvSpPr>
          <p:cNvPr id="13" name="Text 11"/>
          <p:cNvSpPr txBox="1"/>
          <p:nvPr/>
        </p:nvSpPr>
        <p:spPr>
          <a:xfrm>
            <a:off x="2305050" y="2000250"/>
            <a:ext cx="106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76300" y="2209800"/>
            <a:ext cx="249555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2500" y="270510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52500" y="2673078"/>
            <a:ext cx="23431" cy="32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975931" y="2642565"/>
            <a:ext cx="23432" cy="30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999363" y="2614925"/>
            <a:ext cx="23431" cy="276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1022794" y="2591286"/>
            <a:ext cx="23432" cy="236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046226" y="2572465"/>
            <a:ext cx="23431" cy="18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V="1">
            <a:off x="1069658" y="2558845"/>
            <a:ext cx="23432" cy="13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1093089" y="2550408"/>
            <a:ext cx="23431" cy="84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1116521" y="2546735"/>
            <a:ext cx="23432" cy="3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39952" y="2546735"/>
            <a:ext cx="23431" cy="2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163384" y="2547008"/>
            <a:ext cx="23431" cy="31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186815" y="2550190"/>
            <a:ext cx="23432" cy="4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210247" y="2555099"/>
            <a:ext cx="23432" cy="5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233678" y="2560464"/>
            <a:ext cx="23431" cy="4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257110" y="2565173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280541" y="2568247"/>
            <a:ext cx="23432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1303973" y="2567410"/>
            <a:ext cx="23432" cy="1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1327404" y="2563355"/>
            <a:ext cx="23431" cy="40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1350836" y="2557409"/>
            <a:ext cx="23432" cy="59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1374267" y="2550444"/>
            <a:ext cx="23432" cy="69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 flipV="1">
            <a:off x="1397699" y="2543534"/>
            <a:ext cx="23431" cy="6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1421130" y="2537915"/>
            <a:ext cx="23432" cy="5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flipV="1">
            <a:off x="1444562" y="2534842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67993" y="2534842"/>
            <a:ext cx="23431" cy="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491424" y="2535442"/>
            <a:ext cx="23432" cy="52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514856" y="2540661"/>
            <a:ext cx="23432" cy="10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538288" y="2551063"/>
            <a:ext cx="23432" cy="1580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561719" y="2566865"/>
            <a:ext cx="23432" cy="2098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585151" y="2587849"/>
            <a:ext cx="23431" cy="255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608582" y="2613379"/>
            <a:ext cx="23431" cy="290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632013" y="2642438"/>
            <a:ext cx="23432" cy="31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1655445" y="2673787"/>
            <a:ext cx="23431" cy="321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678877" y="2705918"/>
            <a:ext cx="23432" cy="31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702308" y="2737322"/>
            <a:ext cx="23432" cy="292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725740" y="2766562"/>
            <a:ext cx="23431" cy="25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749171" y="2792384"/>
            <a:ext cx="23432" cy="214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772603" y="2813859"/>
            <a:ext cx="23432" cy="165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1796034" y="2830407"/>
            <a:ext cx="23431" cy="11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819465" y="2841881"/>
            <a:ext cx="23432" cy="66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842897" y="2848536"/>
            <a:ext cx="23431" cy="24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1866329" y="2850245"/>
            <a:ext cx="23432" cy="7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 flipV="1">
            <a:off x="1889760" y="2847391"/>
            <a:ext cx="23432" cy="28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 flipV="1">
            <a:off x="1913192" y="2843663"/>
            <a:ext cx="23431" cy="37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 flipV="1">
            <a:off x="1936623" y="2840262"/>
            <a:ext cx="23432" cy="34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 flipV="1">
            <a:off x="1960055" y="2838189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983486" y="2838189"/>
            <a:ext cx="2343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006918" y="2838189"/>
            <a:ext cx="23432" cy="2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2030349" y="2840681"/>
            <a:ext cx="23432" cy="49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2053781" y="2845663"/>
            <a:ext cx="23431" cy="70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2077212" y="2852755"/>
            <a:ext cx="23432" cy="84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2100644" y="2861247"/>
            <a:ext cx="23431" cy="8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2124075" y="2870084"/>
            <a:ext cx="23432" cy="80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2147507" y="2878085"/>
            <a:ext cx="23432" cy="58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2170938" y="2883959"/>
            <a:ext cx="23431" cy="25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 flipV="1">
            <a:off x="2194370" y="2884650"/>
            <a:ext cx="23432" cy="1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 flipV="1">
            <a:off x="2217801" y="2877667"/>
            <a:ext cx="23432" cy="69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V="1">
            <a:off x="2241233" y="2865193"/>
            <a:ext cx="23431" cy="12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V="1">
            <a:off x="2264664" y="2847263"/>
            <a:ext cx="23432" cy="17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V="1">
            <a:off x="2288096" y="2824315"/>
            <a:ext cx="23431" cy="229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V="1">
            <a:off x="2311527" y="2797221"/>
            <a:ext cx="23432" cy="270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V="1">
            <a:off x="2334959" y="2767144"/>
            <a:ext cx="23431" cy="30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 flipV="1">
            <a:off x="2358390" y="2735486"/>
            <a:ext cx="23432" cy="316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 flipV="1">
            <a:off x="2381822" y="2703754"/>
            <a:ext cx="23432" cy="317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 flipV="1">
            <a:off x="2405253" y="2673441"/>
            <a:ext cx="23431" cy="303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 flipV="1">
            <a:off x="2428685" y="2645893"/>
            <a:ext cx="23432" cy="275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flipV="1">
            <a:off x="2452116" y="2622181"/>
            <a:ext cx="23431" cy="237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 flipV="1">
            <a:off x="2475548" y="2603033"/>
            <a:ext cx="23432" cy="19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2498979" y="2588776"/>
            <a:ext cx="23432" cy="14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2522411" y="2579321"/>
            <a:ext cx="23431" cy="94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2545842" y="2574211"/>
            <a:ext cx="23432" cy="51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2569274" y="2572593"/>
            <a:ext cx="23431" cy="16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>
            <a:off x="2592705" y="2572593"/>
            <a:ext cx="23431" cy="8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2616137" y="2573393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2639568" y="2575466"/>
            <a:ext cx="23431" cy="20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2663000" y="2577557"/>
            <a:ext cx="23431" cy="1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2686431" y="2577793"/>
            <a:ext cx="23432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2709863" y="2574556"/>
            <a:ext cx="23432" cy="3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V="1">
            <a:off x="2733294" y="2568738"/>
            <a:ext cx="23431" cy="58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V="1">
            <a:off x="2756726" y="2560573"/>
            <a:ext cx="23431" cy="8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V="1">
            <a:off x="2780157" y="2550699"/>
            <a:ext cx="23432" cy="9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V="1">
            <a:off x="2803589" y="2540043"/>
            <a:ext cx="23431" cy="1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V="1">
            <a:off x="2827020" y="2529769"/>
            <a:ext cx="23431" cy="102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 flipV="1">
            <a:off x="2850452" y="2521150"/>
            <a:ext cx="23432" cy="8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V="1">
            <a:off x="2873883" y="2515476"/>
            <a:ext cx="23431" cy="5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V="1">
            <a:off x="2897315" y="2513876"/>
            <a:ext cx="23431" cy="1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2920746" y="2513876"/>
            <a:ext cx="23432" cy="33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2944178" y="2517258"/>
            <a:ext cx="23431" cy="8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2967609" y="2526132"/>
            <a:ext cx="23431" cy="145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2991041" y="2540698"/>
            <a:ext cx="23432" cy="19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>
            <a:off x="3014472" y="2560627"/>
            <a:ext cx="23431" cy="246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>
            <a:off x="3037904" y="2585249"/>
            <a:ext cx="23431" cy="282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>
            <a:off x="3061335" y="2613543"/>
            <a:ext cx="23432" cy="306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3084767" y="2644147"/>
            <a:ext cx="23431" cy="31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3108198" y="2675624"/>
            <a:ext cx="23431" cy="308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3131629" y="2706446"/>
            <a:ext cx="23432" cy="2876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3155061" y="2735213"/>
            <a:ext cx="23431" cy="255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3178493" y="2760725"/>
            <a:ext cx="23431" cy="213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2" name="Shape 110"/>
          <p:cNvSpPr/>
          <p:nvPr/>
        </p:nvSpPr>
        <p:spPr>
          <a:xfrm>
            <a:off x="3201924" y="2782091"/>
            <a:ext cx="23432" cy="167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3" name="Shape 111"/>
          <p:cNvSpPr/>
          <p:nvPr/>
        </p:nvSpPr>
        <p:spPr>
          <a:xfrm>
            <a:off x="3225356" y="2798839"/>
            <a:ext cx="23432" cy="120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4" name="Shape 112"/>
          <p:cNvSpPr/>
          <p:nvPr/>
        </p:nvSpPr>
        <p:spPr>
          <a:xfrm>
            <a:off x="3248787" y="2810859"/>
            <a:ext cx="23431" cy="7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3272218" y="2818478"/>
            <a:ext cx="23432" cy="3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952500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75931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99363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22794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46226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69658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93089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16521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139952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63384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186815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210247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233678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257110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280541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303973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327404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350836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374267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397699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421130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444562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467993" y="2580357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491424" y="2580357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14856" y="2580357"/>
            <a:ext cx="23432" cy="16329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538288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61719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85151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608582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632013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655445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678877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702308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725740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749171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772603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796034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819465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842897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866329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889760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913192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936623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960055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983486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006918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030349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053781" y="274365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077212" y="274365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709863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733294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756726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780157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803589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827020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850452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873883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897315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920746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944178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967609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991041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014472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037904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061335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084767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108198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131629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155061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178493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201924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225356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248787" y="2620380"/>
            <a:ext cx="23431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272218" y="2620380"/>
            <a:ext cx="23432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99935" y="263972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117092" y="253634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1234249" y="254305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1351407" y="2532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4" name="Shape 192"/>
          <p:cNvSpPr/>
          <p:nvPr/>
        </p:nvSpPr>
        <p:spPr>
          <a:xfrm>
            <a:off x="1468564" y="25356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5" name="Shape 193"/>
          <p:cNvSpPr/>
          <p:nvPr/>
        </p:nvSpPr>
        <p:spPr>
          <a:xfrm>
            <a:off x="1585722" y="253549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702880" y="27464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7" name="Shape 195"/>
          <p:cNvSpPr/>
          <p:nvPr/>
        </p:nvSpPr>
        <p:spPr>
          <a:xfrm>
            <a:off x="1820037" y="279698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937195" y="28042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9" name="Shape 197"/>
          <p:cNvSpPr/>
          <p:nvPr/>
        </p:nvSpPr>
        <p:spPr>
          <a:xfrm>
            <a:off x="2710434" y="25868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2851023" y="24946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1" name="Shape 199"/>
          <p:cNvSpPr/>
          <p:nvPr/>
        </p:nvSpPr>
        <p:spPr>
          <a:xfrm>
            <a:off x="2991612" y="25749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2" name="Shape 200"/>
          <p:cNvSpPr/>
          <p:nvPr/>
        </p:nvSpPr>
        <p:spPr>
          <a:xfrm>
            <a:off x="3155633" y="27336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876300" y="3295650"/>
            <a:ext cx="249555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구간을 나누고 그 안의 평균을 씁니다.</a:t>
            </a:r>
            <a:endParaRPr lang="en-US" sz="825" dirty="0"/>
          </a:p>
        </p:txBody>
      </p:sp>
      <p:sp>
        <p:nvSpPr>
          <p:cNvPr id="204" name="Text 202"/>
          <p:cNvSpPr txBox="1"/>
          <p:nvPr/>
        </p:nvSpPr>
        <p:spPr>
          <a:xfrm>
            <a:off x="876300" y="373380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205" name="Text 203"/>
          <p:cNvSpPr txBox="1"/>
          <p:nvPr/>
        </p:nvSpPr>
        <p:spPr>
          <a:xfrm>
            <a:off x="1428750" y="3733800"/>
            <a:ext cx="19431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바로 이해합니다</a:t>
            </a:r>
            <a:endParaRPr lang="en-US" sz="788" dirty="0"/>
          </a:p>
        </p:txBody>
      </p:sp>
      <p:sp>
        <p:nvSpPr>
          <p:cNvPr id="206" name="Text 204"/>
          <p:cNvSpPr txBox="1"/>
          <p:nvPr/>
        </p:nvSpPr>
        <p:spPr>
          <a:xfrm>
            <a:off x="876300" y="4095750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207" name="Text 205"/>
          <p:cNvSpPr txBox="1"/>
          <p:nvPr/>
        </p:nvSpPr>
        <p:spPr>
          <a:xfrm>
            <a:off x="1447800" y="4095750"/>
            <a:ext cx="1924050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경계에서 값이 튀고, 빈 구간은 답이 없습니다</a:t>
            </a:r>
            <a:endParaRPr lang="en-US" sz="788" dirty="0"/>
          </a:p>
        </p:txBody>
      </p:sp>
      <p:sp>
        <p:nvSpPr>
          <p:cNvPr id="208" name="Shape 206"/>
          <p:cNvSpPr/>
          <p:nvPr/>
        </p:nvSpPr>
        <p:spPr>
          <a:xfrm>
            <a:off x="3467100" y="1924050"/>
            <a:ext cx="0" cy="24193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3562350" y="1962150"/>
            <a:ext cx="14287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6E7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커널회귀</a:t>
            </a:r>
            <a:endParaRPr lang="en-US" sz="1125" dirty="0"/>
          </a:p>
        </p:txBody>
      </p:sp>
      <p:sp>
        <p:nvSpPr>
          <p:cNvPr id="210" name="Text 208"/>
          <p:cNvSpPr txBox="1"/>
          <p:nvPr/>
        </p:nvSpPr>
        <p:spPr>
          <a:xfrm>
            <a:off x="4991100" y="2000250"/>
            <a:ext cx="106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가중평균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3562350" y="2209800"/>
            <a:ext cx="249555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638550" y="270510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flipV="1">
            <a:off x="3638550" y="2673078"/>
            <a:ext cx="23431" cy="32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4" name="Shape 212"/>
          <p:cNvSpPr/>
          <p:nvPr/>
        </p:nvSpPr>
        <p:spPr>
          <a:xfrm flipV="1">
            <a:off x="3661982" y="2642565"/>
            <a:ext cx="23432" cy="30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5" name="Shape 213"/>
          <p:cNvSpPr/>
          <p:nvPr/>
        </p:nvSpPr>
        <p:spPr>
          <a:xfrm flipV="1">
            <a:off x="3685413" y="2614925"/>
            <a:ext cx="23431" cy="276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6" name="Shape 214"/>
          <p:cNvSpPr/>
          <p:nvPr/>
        </p:nvSpPr>
        <p:spPr>
          <a:xfrm flipV="1">
            <a:off x="3708844" y="2591286"/>
            <a:ext cx="23431" cy="236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7" name="Shape 215"/>
          <p:cNvSpPr/>
          <p:nvPr/>
        </p:nvSpPr>
        <p:spPr>
          <a:xfrm flipV="1">
            <a:off x="3732276" y="2572465"/>
            <a:ext cx="23432" cy="18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8" name="Shape 216"/>
          <p:cNvSpPr/>
          <p:nvPr/>
        </p:nvSpPr>
        <p:spPr>
          <a:xfrm flipV="1">
            <a:off x="3755708" y="2558845"/>
            <a:ext cx="23431" cy="13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19" name="Shape 217"/>
          <p:cNvSpPr/>
          <p:nvPr/>
        </p:nvSpPr>
        <p:spPr>
          <a:xfrm flipV="1">
            <a:off x="3779139" y="2550408"/>
            <a:ext cx="23432" cy="84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0" name="Shape 218"/>
          <p:cNvSpPr/>
          <p:nvPr/>
        </p:nvSpPr>
        <p:spPr>
          <a:xfrm flipV="1">
            <a:off x="3802571" y="2546735"/>
            <a:ext cx="23431" cy="3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1" name="Shape 219"/>
          <p:cNvSpPr/>
          <p:nvPr/>
        </p:nvSpPr>
        <p:spPr>
          <a:xfrm>
            <a:off x="3826002" y="2546735"/>
            <a:ext cx="23431" cy="2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2" name="Shape 220"/>
          <p:cNvSpPr/>
          <p:nvPr/>
        </p:nvSpPr>
        <p:spPr>
          <a:xfrm>
            <a:off x="3849434" y="2547008"/>
            <a:ext cx="23432" cy="31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3" name="Shape 221"/>
          <p:cNvSpPr/>
          <p:nvPr/>
        </p:nvSpPr>
        <p:spPr>
          <a:xfrm>
            <a:off x="3872865" y="2550190"/>
            <a:ext cx="23431" cy="4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4" name="Shape 222"/>
          <p:cNvSpPr/>
          <p:nvPr/>
        </p:nvSpPr>
        <p:spPr>
          <a:xfrm>
            <a:off x="3896296" y="2555099"/>
            <a:ext cx="23431" cy="5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5" name="Shape 223"/>
          <p:cNvSpPr/>
          <p:nvPr/>
        </p:nvSpPr>
        <p:spPr>
          <a:xfrm>
            <a:off x="3919728" y="2560464"/>
            <a:ext cx="23432" cy="4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6" name="Shape 224"/>
          <p:cNvSpPr/>
          <p:nvPr/>
        </p:nvSpPr>
        <p:spPr>
          <a:xfrm>
            <a:off x="3943160" y="2565173"/>
            <a:ext cx="23431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7" name="Shape 225"/>
          <p:cNvSpPr/>
          <p:nvPr/>
        </p:nvSpPr>
        <p:spPr>
          <a:xfrm>
            <a:off x="3966591" y="2568247"/>
            <a:ext cx="23431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8" name="Shape 226"/>
          <p:cNvSpPr/>
          <p:nvPr/>
        </p:nvSpPr>
        <p:spPr>
          <a:xfrm flipV="1">
            <a:off x="3990023" y="2567410"/>
            <a:ext cx="23432" cy="1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29" name="Shape 227"/>
          <p:cNvSpPr/>
          <p:nvPr/>
        </p:nvSpPr>
        <p:spPr>
          <a:xfrm flipV="1">
            <a:off x="4013454" y="2563355"/>
            <a:ext cx="23431" cy="40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0" name="Shape 228"/>
          <p:cNvSpPr/>
          <p:nvPr/>
        </p:nvSpPr>
        <p:spPr>
          <a:xfrm flipV="1">
            <a:off x="4036886" y="2557409"/>
            <a:ext cx="23431" cy="59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1" name="Shape 229"/>
          <p:cNvSpPr/>
          <p:nvPr/>
        </p:nvSpPr>
        <p:spPr>
          <a:xfrm flipV="1">
            <a:off x="4060317" y="2550444"/>
            <a:ext cx="23432" cy="69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2" name="Shape 230"/>
          <p:cNvSpPr/>
          <p:nvPr/>
        </p:nvSpPr>
        <p:spPr>
          <a:xfrm flipV="1">
            <a:off x="4083749" y="2543534"/>
            <a:ext cx="23431" cy="6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3" name="Shape 231"/>
          <p:cNvSpPr/>
          <p:nvPr/>
        </p:nvSpPr>
        <p:spPr>
          <a:xfrm flipV="1">
            <a:off x="4107180" y="2537915"/>
            <a:ext cx="23432" cy="5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4" name="Shape 232"/>
          <p:cNvSpPr/>
          <p:nvPr/>
        </p:nvSpPr>
        <p:spPr>
          <a:xfrm flipV="1">
            <a:off x="4130612" y="2534842"/>
            <a:ext cx="23431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5" name="Shape 233"/>
          <p:cNvSpPr/>
          <p:nvPr/>
        </p:nvSpPr>
        <p:spPr>
          <a:xfrm>
            <a:off x="4154043" y="2534842"/>
            <a:ext cx="23431" cy="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6" name="Shape 234"/>
          <p:cNvSpPr/>
          <p:nvPr/>
        </p:nvSpPr>
        <p:spPr>
          <a:xfrm>
            <a:off x="4177475" y="2535442"/>
            <a:ext cx="23432" cy="52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7" name="Shape 235"/>
          <p:cNvSpPr/>
          <p:nvPr/>
        </p:nvSpPr>
        <p:spPr>
          <a:xfrm>
            <a:off x="4200906" y="2540661"/>
            <a:ext cx="23431" cy="10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8" name="Shape 236"/>
          <p:cNvSpPr/>
          <p:nvPr/>
        </p:nvSpPr>
        <p:spPr>
          <a:xfrm>
            <a:off x="4224338" y="2551063"/>
            <a:ext cx="23431" cy="1580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39" name="Shape 237"/>
          <p:cNvSpPr/>
          <p:nvPr/>
        </p:nvSpPr>
        <p:spPr>
          <a:xfrm>
            <a:off x="4247769" y="2566865"/>
            <a:ext cx="23432" cy="2098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0" name="Shape 238"/>
          <p:cNvSpPr/>
          <p:nvPr/>
        </p:nvSpPr>
        <p:spPr>
          <a:xfrm>
            <a:off x="4271201" y="2587849"/>
            <a:ext cx="23431" cy="255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1" name="Shape 239"/>
          <p:cNvSpPr/>
          <p:nvPr/>
        </p:nvSpPr>
        <p:spPr>
          <a:xfrm>
            <a:off x="4294632" y="2613379"/>
            <a:ext cx="23431" cy="290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2" name="Shape 240"/>
          <p:cNvSpPr/>
          <p:nvPr/>
        </p:nvSpPr>
        <p:spPr>
          <a:xfrm>
            <a:off x="4318063" y="2642438"/>
            <a:ext cx="23432" cy="31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3" name="Shape 241"/>
          <p:cNvSpPr/>
          <p:nvPr/>
        </p:nvSpPr>
        <p:spPr>
          <a:xfrm>
            <a:off x="4341495" y="2673787"/>
            <a:ext cx="23431" cy="321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4" name="Shape 242"/>
          <p:cNvSpPr/>
          <p:nvPr/>
        </p:nvSpPr>
        <p:spPr>
          <a:xfrm>
            <a:off x="4364927" y="2705918"/>
            <a:ext cx="23432" cy="31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5" name="Shape 243"/>
          <p:cNvSpPr/>
          <p:nvPr/>
        </p:nvSpPr>
        <p:spPr>
          <a:xfrm>
            <a:off x="4388358" y="2737322"/>
            <a:ext cx="23431" cy="292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6" name="Shape 244"/>
          <p:cNvSpPr/>
          <p:nvPr/>
        </p:nvSpPr>
        <p:spPr>
          <a:xfrm>
            <a:off x="4411790" y="2766562"/>
            <a:ext cx="23431" cy="25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7" name="Shape 245"/>
          <p:cNvSpPr/>
          <p:nvPr/>
        </p:nvSpPr>
        <p:spPr>
          <a:xfrm>
            <a:off x="4435221" y="2792384"/>
            <a:ext cx="23432" cy="214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8" name="Shape 246"/>
          <p:cNvSpPr/>
          <p:nvPr/>
        </p:nvSpPr>
        <p:spPr>
          <a:xfrm>
            <a:off x="4458653" y="2813859"/>
            <a:ext cx="23431" cy="165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49" name="Shape 247"/>
          <p:cNvSpPr/>
          <p:nvPr/>
        </p:nvSpPr>
        <p:spPr>
          <a:xfrm>
            <a:off x="4482084" y="2830407"/>
            <a:ext cx="23431" cy="11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0" name="Shape 248"/>
          <p:cNvSpPr/>
          <p:nvPr/>
        </p:nvSpPr>
        <p:spPr>
          <a:xfrm>
            <a:off x="4505516" y="2841881"/>
            <a:ext cx="23432" cy="66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1" name="Shape 249"/>
          <p:cNvSpPr/>
          <p:nvPr/>
        </p:nvSpPr>
        <p:spPr>
          <a:xfrm>
            <a:off x="4528947" y="2848536"/>
            <a:ext cx="23431" cy="24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2" name="Shape 250"/>
          <p:cNvSpPr/>
          <p:nvPr/>
        </p:nvSpPr>
        <p:spPr>
          <a:xfrm flipV="1">
            <a:off x="4552379" y="2850245"/>
            <a:ext cx="23431" cy="7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3" name="Shape 251"/>
          <p:cNvSpPr/>
          <p:nvPr/>
        </p:nvSpPr>
        <p:spPr>
          <a:xfrm flipV="1">
            <a:off x="4575810" y="2847391"/>
            <a:ext cx="23432" cy="28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4" name="Shape 252"/>
          <p:cNvSpPr/>
          <p:nvPr/>
        </p:nvSpPr>
        <p:spPr>
          <a:xfrm flipV="1">
            <a:off x="4599242" y="2843663"/>
            <a:ext cx="23431" cy="37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5" name="Shape 253"/>
          <p:cNvSpPr/>
          <p:nvPr/>
        </p:nvSpPr>
        <p:spPr>
          <a:xfrm flipV="1">
            <a:off x="4622673" y="2840262"/>
            <a:ext cx="23431" cy="34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6" name="Shape 254"/>
          <p:cNvSpPr/>
          <p:nvPr/>
        </p:nvSpPr>
        <p:spPr>
          <a:xfrm flipV="1">
            <a:off x="4646105" y="2838189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7" name="Shape 255"/>
          <p:cNvSpPr/>
          <p:nvPr/>
        </p:nvSpPr>
        <p:spPr>
          <a:xfrm>
            <a:off x="4669536" y="2838189"/>
            <a:ext cx="23431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8" name="Shape 256"/>
          <p:cNvSpPr/>
          <p:nvPr/>
        </p:nvSpPr>
        <p:spPr>
          <a:xfrm>
            <a:off x="4692968" y="2838189"/>
            <a:ext cx="23431" cy="2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59" name="Shape 257"/>
          <p:cNvSpPr/>
          <p:nvPr/>
        </p:nvSpPr>
        <p:spPr>
          <a:xfrm>
            <a:off x="4716399" y="2840681"/>
            <a:ext cx="23432" cy="49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0" name="Shape 258"/>
          <p:cNvSpPr/>
          <p:nvPr/>
        </p:nvSpPr>
        <p:spPr>
          <a:xfrm>
            <a:off x="4739831" y="2845663"/>
            <a:ext cx="23431" cy="70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1" name="Shape 259"/>
          <p:cNvSpPr/>
          <p:nvPr/>
        </p:nvSpPr>
        <p:spPr>
          <a:xfrm>
            <a:off x="4763262" y="2852755"/>
            <a:ext cx="23432" cy="84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2" name="Shape 260"/>
          <p:cNvSpPr/>
          <p:nvPr/>
        </p:nvSpPr>
        <p:spPr>
          <a:xfrm>
            <a:off x="4786694" y="2861247"/>
            <a:ext cx="23431" cy="8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3" name="Shape 261"/>
          <p:cNvSpPr/>
          <p:nvPr/>
        </p:nvSpPr>
        <p:spPr>
          <a:xfrm>
            <a:off x="4810125" y="2870084"/>
            <a:ext cx="23432" cy="80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4" name="Shape 262"/>
          <p:cNvSpPr/>
          <p:nvPr/>
        </p:nvSpPr>
        <p:spPr>
          <a:xfrm>
            <a:off x="4833557" y="2878085"/>
            <a:ext cx="23431" cy="58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5" name="Shape 263"/>
          <p:cNvSpPr/>
          <p:nvPr/>
        </p:nvSpPr>
        <p:spPr>
          <a:xfrm>
            <a:off x="4856988" y="2883959"/>
            <a:ext cx="23431" cy="25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6" name="Shape 264"/>
          <p:cNvSpPr/>
          <p:nvPr/>
        </p:nvSpPr>
        <p:spPr>
          <a:xfrm flipV="1">
            <a:off x="4880420" y="2884650"/>
            <a:ext cx="23432" cy="1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7" name="Shape 265"/>
          <p:cNvSpPr/>
          <p:nvPr/>
        </p:nvSpPr>
        <p:spPr>
          <a:xfrm flipV="1">
            <a:off x="4903851" y="2877667"/>
            <a:ext cx="23431" cy="69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8" name="Shape 266"/>
          <p:cNvSpPr/>
          <p:nvPr/>
        </p:nvSpPr>
        <p:spPr>
          <a:xfrm flipV="1">
            <a:off x="4927282" y="2865193"/>
            <a:ext cx="23432" cy="12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69" name="Shape 267"/>
          <p:cNvSpPr/>
          <p:nvPr/>
        </p:nvSpPr>
        <p:spPr>
          <a:xfrm flipV="1">
            <a:off x="4950714" y="2847263"/>
            <a:ext cx="23432" cy="17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0" name="Shape 268"/>
          <p:cNvSpPr/>
          <p:nvPr/>
        </p:nvSpPr>
        <p:spPr>
          <a:xfrm flipV="1">
            <a:off x="4974146" y="2824315"/>
            <a:ext cx="23431" cy="229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1" name="Shape 269"/>
          <p:cNvSpPr/>
          <p:nvPr/>
        </p:nvSpPr>
        <p:spPr>
          <a:xfrm flipV="1">
            <a:off x="4997577" y="2797221"/>
            <a:ext cx="23432" cy="270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2" name="Shape 270"/>
          <p:cNvSpPr/>
          <p:nvPr/>
        </p:nvSpPr>
        <p:spPr>
          <a:xfrm flipV="1">
            <a:off x="5021009" y="2767144"/>
            <a:ext cx="23432" cy="30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3" name="Shape 271"/>
          <p:cNvSpPr/>
          <p:nvPr/>
        </p:nvSpPr>
        <p:spPr>
          <a:xfrm flipV="1">
            <a:off x="5044440" y="2735486"/>
            <a:ext cx="23431" cy="316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4" name="Shape 272"/>
          <p:cNvSpPr/>
          <p:nvPr/>
        </p:nvSpPr>
        <p:spPr>
          <a:xfrm flipV="1">
            <a:off x="5067872" y="2703754"/>
            <a:ext cx="23432" cy="317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5" name="Shape 273"/>
          <p:cNvSpPr/>
          <p:nvPr/>
        </p:nvSpPr>
        <p:spPr>
          <a:xfrm flipV="1">
            <a:off x="5091303" y="2673441"/>
            <a:ext cx="23432" cy="303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6" name="Shape 274"/>
          <p:cNvSpPr/>
          <p:nvPr/>
        </p:nvSpPr>
        <p:spPr>
          <a:xfrm flipV="1">
            <a:off x="5114735" y="2645893"/>
            <a:ext cx="23432" cy="275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7" name="Shape 275"/>
          <p:cNvSpPr/>
          <p:nvPr/>
        </p:nvSpPr>
        <p:spPr>
          <a:xfrm flipV="1">
            <a:off x="5138166" y="2622181"/>
            <a:ext cx="23431" cy="237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8" name="Shape 276"/>
          <p:cNvSpPr/>
          <p:nvPr/>
        </p:nvSpPr>
        <p:spPr>
          <a:xfrm flipV="1">
            <a:off x="5161598" y="2603033"/>
            <a:ext cx="23432" cy="19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79" name="Shape 277"/>
          <p:cNvSpPr/>
          <p:nvPr/>
        </p:nvSpPr>
        <p:spPr>
          <a:xfrm flipV="1">
            <a:off x="5185029" y="2588776"/>
            <a:ext cx="23432" cy="14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0" name="Shape 278"/>
          <p:cNvSpPr/>
          <p:nvPr/>
        </p:nvSpPr>
        <p:spPr>
          <a:xfrm flipV="1">
            <a:off x="5208461" y="2579321"/>
            <a:ext cx="23431" cy="94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1" name="Shape 279"/>
          <p:cNvSpPr/>
          <p:nvPr/>
        </p:nvSpPr>
        <p:spPr>
          <a:xfrm flipV="1">
            <a:off x="5231892" y="2574211"/>
            <a:ext cx="23432" cy="51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2" name="Shape 280"/>
          <p:cNvSpPr/>
          <p:nvPr/>
        </p:nvSpPr>
        <p:spPr>
          <a:xfrm flipV="1">
            <a:off x="5255324" y="2572593"/>
            <a:ext cx="23432" cy="16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3" name="Shape 281"/>
          <p:cNvSpPr/>
          <p:nvPr/>
        </p:nvSpPr>
        <p:spPr>
          <a:xfrm>
            <a:off x="5278755" y="2572593"/>
            <a:ext cx="23431" cy="8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4" name="Shape 282"/>
          <p:cNvSpPr/>
          <p:nvPr/>
        </p:nvSpPr>
        <p:spPr>
          <a:xfrm>
            <a:off x="5302186" y="2573393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5" name="Shape 283"/>
          <p:cNvSpPr/>
          <p:nvPr/>
        </p:nvSpPr>
        <p:spPr>
          <a:xfrm>
            <a:off x="5325618" y="2575466"/>
            <a:ext cx="23431" cy="20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6" name="Shape 284"/>
          <p:cNvSpPr/>
          <p:nvPr/>
        </p:nvSpPr>
        <p:spPr>
          <a:xfrm>
            <a:off x="5349049" y="2577557"/>
            <a:ext cx="23432" cy="1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7" name="Shape 285"/>
          <p:cNvSpPr/>
          <p:nvPr/>
        </p:nvSpPr>
        <p:spPr>
          <a:xfrm flipV="1">
            <a:off x="5372481" y="2577793"/>
            <a:ext cx="23432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8" name="Shape 286"/>
          <p:cNvSpPr/>
          <p:nvPr/>
        </p:nvSpPr>
        <p:spPr>
          <a:xfrm flipV="1">
            <a:off x="5395913" y="2574556"/>
            <a:ext cx="23432" cy="3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89" name="Shape 287"/>
          <p:cNvSpPr/>
          <p:nvPr/>
        </p:nvSpPr>
        <p:spPr>
          <a:xfrm flipV="1">
            <a:off x="5419344" y="2568738"/>
            <a:ext cx="23432" cy="58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0" name="Shape 288"/>
          <p:cNvSpPr/>
          <p:nvPr/>
        </p:nvSpPr>
        <p:spPr>
          <a:xfrm flipV="1">
            <a:off x="5442776" y="2560573"/>
            <a:ext cx="23431" cy="8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1" name="Shape 289"/>
          <p:cNvSpPr/>
          <p:nvPr/>
        </p:nvSpPr>
        <p:spPr>
          <a:xfrm flipV="1">
            <a:off x="5466207" y="2550699"/>
            <a:ext cx="23432" cy="9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2" name="Shape 290"/>
          <p:cNvSpPr/>
          <p:nvPr/>
        </p:nvSpPr>
        <p:spPr>
          <a:xfrm flipV="1">
            <a:off x="5489639" y="2540043"/>
            <a:ext cx="23431" cy="1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3" name="Shape 291"/>
          <p:cNvSpPr/>
          <p:nvPr/>
        </p:nvSpPr>
        <p:spPr>
          <a:xfrm flipV="1">
            <a:off x="5513070" y="2529769"/>
            <a:ext cx="23432" cy="102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4" name="Shape 292"/>
          <p:cNvSpPr/>
          <p:nvPr/>
        </p:nvSpPr>
        <p:spPr>
          <a:xfrm flipV="1">
            <a:off x="5536502" y="2521150"/>
            <a:ext cx="23432" cy="8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5" name="Shape 293"/>
          <p:cNvSpPr/>
          <p:nvPr/>
        </p:nvSpPr>
        <p:spPr>
          <a:xfrm flipV="1">
            <a:off x="5559933" y="2515476"/>
            <a:ext cx="23432" cy="5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6" name="Shape 294"/>
          <p:cNvSpPr/>
          <p:nvPr/>
        </p:nvSpPr>
        <p:spPr>
          <a:xfrm flipV="1">
            <a:off x="5583365" y="2513876"/>
            <a:ext cx="23431" cy="1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7" name="Shape 295"/>
          <p:cNvSpPr/>
          <p:nvPr/>
        </p:nvSpPr>
        <p:spPr>
          <a:xfrm>
            <a:off x="5606796" y="2513876"/>
            <a:ext cx="23432" cy="33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8" name="Shape 296"/>
          <p:cNvSpPr/>
          <p:nvPr/>
        </p:nvSpPr>
        <p:spPr>
          <a:xfrm>
            <a:off x="5630228" y="2517258"/>
            <a:ext cx="23431" cy="8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299" name="Shape 297"/>
          <p:cNvSpPr/>
          <p:nvPr/>
        </p:nvSpPr>
        <p:spPr>
          <a:xfrm>
            <a:off x="5653659" y="2526132"/>
            <a:ext cx="23432" cy="145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0" name="Shape 298"/>
          <p:cNvSpPr/>
          <p:nvPr/>
        </p:nvSpPr>
        <p:spPr>
          <a:xfrm>
            <a:off x="5677091" y="2540698"/>
            <a:ext cx="23432" cy="19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1" name="Shape 299"/>
          <p:cNvSpPr/>
          <p:nvPr/>
        </p:nvSpPr>
        <p:spPr>
          <a:xfrm>
            <a:off x="5700522" y="2560627"/>
            <a:ext cx="23432" cy="246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2" name="Shape 300"/>
          <p:cNvSpPr/>
          <p:nvPr/>
        </p:nvSpPr>
        <p:spPr>
          <a:xfrm>
            <a:off x="5723954" y="2585249"/>
            <a:ext cx="23431" cy="282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3" name="Shape 301"/>
          <p:cNvSpPr/>
          <p:nvPr/>
        </p:nvSpPr>
        <p:spPr>
          <a:xfrm>
            <a:off x="5747385" y="2613543"/>
            <a:ext cx="23432" cy="306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4" name="Shape 302"/>
          <p:cNvSpPr/>
          <p:nvPr/>
        </p:nvSpPr>
        <p:spPr>
          <a:xfrm>
            <a:off x="5770817" y="2644147"/>
            <a:ext cx="23431" cy="31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5" name="Shape 303"/>
          <p:cNvSpPr/>
          <p:nvPr/>
        </p:nvSpPr>
        <p:spPr>
          <a:xfrm>
            <a:off x="5794248" y="2675624"/>
            <a:ext cx="23432" cy="308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6" name="Shape 304"/>
          <p:cNvSpPr/>
          <p:nvPr/>
        </p:nvSpPr>
        <p:spPr>
          <a:xfrm>
            <a:off x="5817680" y="2706446"/>
            <a:ext cx="23432" cy="2876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7" name="Shape 305"/>
          <p:cNvSpPr/>
          <p:nvPr/>
        </p:nvSpPr>
        <p:spPr>
          <a:xfrm>
            <a:off x="5841111" y="2735213"/>
            <a:ext cx="23432" cy="255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8" name="Shape 306"/>
          <p:cNvSpPr/>
          <p:nvPr/>
        </p:nvSpPr>
        <p:spPr>
          <a:xfrm>
            <a:off x="5864543" y="2760725"/>
            <a:ext cx="23431" cy="213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09" name="Shape 307"/>
          <p:cNvSpPr/>
          <p:nvPr/>
        </p:nvSpPr>
        <p:spPr>
          <a:xfrm>
            <a:off x="5887974" y="2782091"/>
            <a:ext cx="23432" cy="167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0" name="Shape 308"/>
          <p:cNvSpPr/>
          <p:nvPr/>
        </p:nvSpPr>
        <p:spPr>
          <a:xfrm>
            <a:off x="5911406" y="2798839"/>
            <a:ext cx="23432" cy="120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1" name="Shape 309"/>
          <p:cNvSpPr/>
          <p:nvPr/>
        </p:nvSpPr>
        <p:spPr>
          <a:xfrm>
            <a:off x="5934837" y="2810859"/>
            <a:ext cx="23431" cy="7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2" name="Shape 310"/>
          <p:cNvSpPr/>
          <p:nvPr/>
        </p:nvSpPr>
        <p:spPr>
          <a:xfrm>
            <a:off x="5958269" y="2818478"/>
            <a:ext cx="23432" cy="3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313" name="Shape 311"/>
          <p:cNvSpPr/>
          <p:nvPr/>
        </p:nvSpPr>
        <p:spPr>
          <a:xfrm flipV="1">
            <a:off x="3638550" y="2607651"/>
            <a:ext cx="23431" cy="29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 flipV="1">
            <a:off x="3661982" y="2604597"/>
            <a:ext cx="23432" cy="30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 flipV="1">
            <a:off x="3685413" y="2601505"/>
            <a:ext cx="23431" cy="30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 flipV="1">
            <a:off x="3708844" y="2598414"/>
            <a:ext cx="23431" cy="30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 flipV="1">
            <a:off x="3732276" y="2595323"/>
            <a:ext cx="23432" cy="30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 flipV="1">
            <a:off x="3755708" y="2592268"/>
            <a:ext cx="23431" cy="30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 flipV="1">
            <a:off x="3779139" y="2589286"/>
            <a:ext cx="23432" cy="29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 flipV="1">
            <a:off x="3802571" y="2586431"/>
            <a:ext cx="23431" cy="28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 flipV="1">
            <a:off x="3826002" y="2583721"/>
            <a:ext cx="23431" cy="27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 flipV="1">
            <a:off x="3849434" y="2581230"/>
            <a:ext cx="23432" cy="24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 flipV="1">
            <a:off x="3872865" y="2579012"/>
            <a:ext cx="23431" cy="22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 flipV="1">
            <a:off x="3896296" y="2577102"/>
            <a:ext cx="23431" cy="19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 flipV="1">
            <a:off x="3919728" y="2575593"/>
            <a:ext cx="23432" cy="15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 flipV="1">
            <a:off x="3943160" y="2574556"/>
            <a:ext cx="23431" cy="10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flipV="1">
            <a:off x="3966591" y="2574029"/>
            <a:ext cx="23431" cy="52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3990023" y="2574029"/>
            <a:ext cx="23432" cy="1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4013454" y="2574138"/>
            <a:ext cx="23431" cy="80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4036886" y="2574938"/>
            <a:ext cx="23431" cy="15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4060317" y="2576502"/>
            <a:ext cx="23432" cy="24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4083749" y="2578939"/>
            <a:ext cx="23431" cy="3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4107180" y="2582266"/>
            <a:ext cx="23432" cy="4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4130612" y="2586594"/>
            <a:ext cx="23431" cy="5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4154043" y="2591922"/>
            <a:ext cx="23431" cy="6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4177475" y="2598305"/>
            <a:ext cx="23432" cy="740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4200906" y="2605706"/>
            <a:ext cx="23431" cy="8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4224338" y="2614089"/>
            <a:ext cx="23431" cy="9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4247769" y="2623417"/>
            <a:ext cx="23432" cy="101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4271201" y="2633564"/>
            <a:ext cx="23431" cy="108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4294632" y="2644420"/>
            <a:ext cx="23431" cy="11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4318063" y="2655803"/>
            <a:ext cx="23432" cy="117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4341495" y="2667586"/>
            <a:ext cx="23431" cy="119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4364927" y="2679570"/>
            <a:ext cx="23432" cy="119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4388358" y="2691553"/>
            <a:ext cx="23431" cy="118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4411790" y="2703391"/>
            <a:ext cx="23431" cy="1152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4435221" y="2714919"/>
            <a:ext cx="23432" cy="110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4458653" y="2725994"/>
            <a:ext cx="23431" cy="1051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4482084" y="2736504"/>
            <a:ext cx="23431" cy="983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4505516" y="2746342"/>
            <a:ext cx="23432" cy="91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4528947" y="2755488"/>
            <a:ext cx="23431" cy="8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4552379" y="2763871"/>
            <a:ext cx="23431" cy="76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4575810" y="2771490"/>
            <a:ext cx="23432" cy="689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4599242" y="2778382"/>
            <a:ext cx="23431" cy="614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4622673" y="2784528"/>
            <a:ext cx="23431" cy="54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4646105" y="2790002"/>
            <a:ext cx="23432" cy="48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4669536" y="2794838"/>
            <a:ext cx="23431" cy="42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4692968" y="2799057"/>
            <a:ext cx="23431" cy="36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4716399" y="2802749"/>
            <a:ext cx="23432" cy="31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4739831" y="2805913"/>
            <a:ext cx="23431" cy="26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763262" y="2808586"/>
            <a:ext cx="23432" cy="220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4786694" y="2810786"/>
            <a:ext cx="23431" cy="16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4810125" y="2812459"/>
            <a:ext cx="23432" cy="10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4833557" y="2813495"/>
            <a:ext cx="23431" cy="2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flipV="1">
            <a:off x="4856988" y="2812786"/>
            <a:ext cx="23431" cy="94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flipV="1">
            <a:off x="4880420" y="2810022"/>
            <a:ext cx="23432" cy="27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flipV="1">
            <a:off x="4903851" y="2804494"/>
            <a:ext cx="23431" cy="55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flipV="1">
            <a:off x="4927282" y="2794875"/>
            <a:ext cx="23432" cy="96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flipV="1">
            <a:off x="4950714" y="2779618"/>
            <a:ext cx="23432" cy="1525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flipV="1">
            <a:off x="4974146" y="2757707"/>
            <a:ext cx="23431" cy="2191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flipV="1">
            <a:off x="4997577" y="2729758"/>
            <a:ext cx="23432" cy="279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flipV="1">
            <a:off x="5021009" y="2698626"/>
            <a:ext cx="23432" cy="3113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flipV="1">
            <a:off x="5044440" y="2668677"/>
            <a:ext cx="23431" cy="299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flipV="1">
            <a:off x="5067872" y="2643492"/>
            <a:ext cx="23432" cy="2518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flipV="1">
            <a:off x="5091303" y="2624526"/>
            <a:ext cx="23432" cy="1896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flipV="1">
            <a:off x="5114735" y="2611216"/>
            <a:ext cx="23432" cy="1331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flipV="1">
            <a:off x="5138166" y="2602233"/>
            <a:ext cx="23431" cy="89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flipV="1">
            <a:off x="5161598" y="2596195"/>
            <a:ext cx="23432" cy="60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flipV="1">
            <a:off x="5185029" y="2592031"/>
            <a:ext cx="23432" cy="41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flipV="1">
            <a:off x="5208461" y="2589049"/>
            <a:ext cx="23431" cy="29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flipV="1">
            <a:off x="5231892" y="2586758"/>
            <a:ext cx="23432" cy="22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flipV="1">
            <a:off x="5255324" y="2584921"/>
            <a:ext cx="23432" cy="18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flipV="1">
            <a:off x="5278755" y="2583412"/>
            <a:ext cx="23431" cy="15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flipV="1">
            <a:off x="5302186" y="2582121"/>
            <a:ext cx="23432" cy="12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flipV="1">
            <a:off x="5325618" y="2581066"/>
            <a:ext cx="23431" cy="10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flipV="1">
            <a:off x="5349049" y="2580248"/>
            <a:ext cx="23432" cy="81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flipV="1">
            <a:off x="5372481" y="2579703"/>
            <a:ext cx="23432" cy="54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flipV="1">
            <a:off x="5395913" y="2579448"/>
            <a:ext cx="23432" cy="25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419344" y="2579448"/>
            <a:ext cx="23432" cy="12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5442776" y="2579575"/>
            <a:ext cx="23431" cy="52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5466207" y="2580103"/>
            <a:ext cx="23432" cy="9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5489639" y="2581085"/>
            <a:ext cx="23431" cy="152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5513070" y="2582612"/>
            <a:ext cx="23432" cy="20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5536502" y="2584685"/>
            <a:ext cx="23432" cy="269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5559933" y="2587376"/>
            <a:ext cx="23432" cy="3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5583365" y="2590704"/>
            <a:ext cx="23431" cy="39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5606796" y="2594668"/>
            <a:ext cx="23432" cy="458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5630228" y="2599250"/>
            <a:ext cx="23431" cy="520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5653659" y="2604451"/>
            <a:ext cx="23432" cy="57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677091" y="2610215"/>
            <a:ext cx="23432" cy="623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700522" y="2616453"/>
            <a:ext cx="23432" cy="66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723954" y="2623126"/>
            <a:ext cx="23431" cy="69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5747385" y="2630109"/>
            <a:ext cx="23432" cy="72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5770817" y="2637328"/>
            <a:ext cx="23431" cy="7328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5794248" y="2644656"/>
            <a:ext cx="23432" cy="7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5817680" y="2652039"/>
            <a:ext cx="23432" cy="731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5841111" y="2659349"/>
            <a:ext cx="23432" cy="71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5864543" y="2666513"/>
            <a:ext cx="23431" cy="69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5887974" y="2673478"/>
            <a:ext cx="23432" cy="669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5911406" y="2680170"/>
            <a:ext cx="23432" cy="638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5934837" y="2686552"/>
            <a:ext cx="23431" cy="601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5958269" y="2692571"/>
            <a:ext cx="23432" cy="56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685985" y="263972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4" name="Shape 412"/>
          <p:cNvSpPr/>
          <p:nvPr/>
        </p:nvSpPr>
        <p:spPr>
          <a:xfrm>
            <a:off x="3803142" y="253634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5" name="Shape 413"/>
          <p:cNvSpPr/>
          <p:nvPr/>
        </p:nvSpPr>
        <p:spPr>
          <a:xfrm>
            <a:off x="3920300" y="254305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6" name="Shape 414"/>
          <p:cNvSpPr/>
          <p:nvPr/>
        </p:nvSpPr>
        <p:spPr>
          <a:xfrm>
            <a:off x="4037457" y="2532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7" name="Shape 415"/>
          <p:cNvSpPr/>
          <p:nvPr/>
        </p:nvSpPr>
        <p:spPr>
          <a:xfrm>
            <a:off x="4154615" y="25356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8" name="Shape 416"/>
          <p:cNvSpPr/>
          <p:nvPr/>
        </p:nvSpPr>
        <p:spPr>
          <a:xfrm>
            <a:off x="4271772" y="253549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19" name="Shape 417"/>
          <p:cNvSpPr/>
          <p:nvPr/>
        </p:nvSpPr>
        <p:spPr>
          <a:xfrm>
            <a:off x="4388930" y="27464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0" name="Shape 418"/>
          <p:cNvSpPr/>
          <p:nvPr/>
        </p:nvSpPr>
        <p:spPr>
          <a:xfrm>
            <a:off x="4506087" y="279698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1" name="Shape 419"/>
          <p:cNvSpPr/>
          <p:nvPr/>
        </p:nvSpPr>
        <p:spPr>
          <a:xfrm>
            <a:off x="4623245" y="28042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2" name="Shape 420"/>
          <p:cNvSpPr/>
          <p:nvPr/>
        </p:nvSpPr>
        <p:spPr>
          <a:xfrm>
            <a:off x="5396484" y="25868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3" name="Shape 421"/>
          <p:cNvSpPr/>
          <p:nvPr/>
        </p:nvSpPr>
        <p:spPr>
          <a:xfrm>
            <a:off x="5537073" y="24946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4" name="Shape 422"/>
          <p:cNvSpPr/>
          <p:nvPr/>
        </p:nvSpPr>
        <p:spPr>
          <a:xfrm>
            <a:off x="5677662" y="25749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5" name="Shape 423"/>
          <p:cNvSpPr/>
          <p:nvPr/>
        </p:nvSpPr>
        <p:spPr>
          <a:xfrm>
            <a:off x="5841683" y="27336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426" name="Text 424"/>
          <p:cNvSpPr txBox="1"/>
          <p:nvPr/>
        </p:nvSpPr>
        <p:spPr>
          <a:xfrm>
            <a:off x="3562350" y="3295650"/>
            <a:ext cx="249555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점일수록 무게를 크게 준 평균입니다.</a:t>
            </a:r>
            <a:endParaRPr lang="en-US" sz="825" dirty="0"/>
          </a:p>
        </p:txBody>
      </p:sp>
      <p:sp>
        <p:nvSpPr>
          <p:cNvPr id="427" name="Text 425"/>
          <p:cNvSpPr txBox="1"/>
          <p:nvPr/>
        </p:nvSpPr>
        <p:spPr>
          <a:xfrm>
            <a:off x="3562350" y="373380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428" name="Text 426"/>
          <p:cNvSpPr txBox="1"/>
          <p:nvPr/>
        </p:nvSpPr>
        <p:spPr>
          <a:xfrm>
            <a:off x="4114800" y="3733800"/>
            <a:ext cx="19431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계단이 없어지고 부드럽습니다</a:t>
            </a:r>
            <a:endParaRPr lang="en-US" sz="788" dirty="0"/>
          </a:p>
        </p:txBody>
      </p:sp>
      <p:sp>
        <p:nvSpPr>
          <p:cNvPr id="429" name="Text 427"/>
          <p:cNvSpPr txBox="1"/>
          <p:nvPr/>
        </p:nvSpPr>
        <p:spPr>
          <a:xfrm>
            <a:off x="3562350" y="4095750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430" name="Text 428"/>
          <p:cNvSpPr txBox="1"/>
          <p:nvPr/>
        </p:nvSpPr>
        <p:spPr>
          <a:xfrm>
            <a:off x="4133850" y="4095750"/>
            <a:ext cx="1924050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하나만 줍니다 · 빈 구간을 메우지 못합니다</a:t>
            </a:r>
            <a:endParaRPr lang="en-US" sz="788" dirty="0"/>
          </a:p>
        </p:txBody>
      </p:sp>
      <p:sp>
        <p:nvSpPr>
          <p:cNvPr id="431" name="Shape 429"/>
          <p:cNvSpPr/>
          <p:nvPr/>
        </p:nvSpPr>
        <p:spPr>
          <a:xfrm>
            <a:off x="6153150" y="1924050"/>
            <a:ext cx="0" cy="24193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432" name="Text 430"/>
          <p:cNvSpPr txBox="1"/>
          <p:nvPr/>
        </p:nvSpPr>
        <p:spPr>
          <a:xfrm>
            <a:off x="6248400" y="1962150"/>
            <a:ext cx="14287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지수</a:t>
            </a:r>
            <a:endParaRPr lang="en-US" sz="1125" dirty="0"/>
          </a:p>
        </p:txBody>
      </p:sp>
      <p:sp>
        <p:nvSpPr>
          <p:cNvPr id="433" name="Text 431"/>
          <p:cNvSpPr txBox="1"/>
          <p:nvPr/>
        </p:nvSpPr>
        <p:spPr>
          <a:xfrm>
            <a:off x="7677150" y="2000250"/>
            <a:ext cx="106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여기서부터 GP</a:t>
            </a:r>
            <a:endParaRPr lang="en-US" sz="750" dirty="0"/>
          </a:p>
        </p:txBody>
      </p:sp>
      <p:sp>
        <p:nvSpPr>
          <p:cNvPr id="434" name="Shape 432"/>
          <p:cNvSpPr/>
          <p:nvPr/>
        </p:nvSpPr>
        <p:spPr>
          <a:xfrm>
            <a:off x="6248400" y="2209800"/>
            <a:ext cx="249555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6324600" y="270510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flipV="1">
            <a:off x="6324600" y="2766744"/>
            <a:ext cx="23432" cy="196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37" name="Shape 435"/>
          <p:cNvSpPr/>
          <p:nvPr/>
        </p:nvSpPr>
        <p:spPr>
          <a:xfrm flipV="1">
            <a:off x="6348032" y="2739268"/>
            <a:ext cx="23431" cy="274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38" name="Shape 436"/>
          <p:cNvSpPr/>
          <p:nvPr/>
        </p:nvSpPr>
        <p:spPr>
          <a:xfrm flipV="1">
            <a:off x="6371463" y="2685879"/>
            <a:ext cx="23432" cy="533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39" name="Shape 437"/>
          <p:cNvSpPr/>
          <p:nvPr/>
        </p:nvSpPr>
        <p:spPr>
          <a:xfrm>
            <a:off x="6394895" y="2685879"/>
            <a:ext cx="23432" cy="255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0" name="Shape 438"/>
          <p:cNvSpPr/>
          <p:nvPr/>
        </p:nvSpPr>
        <p:spPr>
          <a:xfrm flipV="1">
            <a:off x="6418326" y="2705900"/>
            <a:ext cx="23431" cy="5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1" name="Shape 439"/>
          <p:cNvSpPr/>
          <p:nvPr/>
        </p:nvSpPr>
        <p:spPr>
          <a:xfrm flipV="1">
            <a:off x="6441757" y="2686298"/>
            <a:ext cx="23432" cy="196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2" name="Shape 440"/>
          <p:cNvSpPr/>
          <p:nvPr/>
        </p:nvSpPr>
        <p:spPr>
          <a:xfrm flipV="1">
            <a:off x="6465189" y="2652457"/>
            <a:ext cx="23432" cy="3384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3" name="Shape 441"/>
          <p:cNvSpPr/>
          <p:nvPr/>
        </p:nvSpPr>
        <p:spPr>
          <a:xfrm flipV="1">
            <a:off x="6488621" y="2586994"/>
            <a:ext cx="23431" cy="6546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4" name="Shape 442"/>
          <p:cNvSpPr/>
          <p:nvPr/>
        </p:nvSpPr>
        <p:spPr>
          <a:xfrm>
            <a:off x="6512052" y="2586994"/>
            <a:ext cx="23432" cy="4704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5" name="Shape 443"/>
          <p:cNvSpPr/>
          <p:nvPr/>
        </p:nvSpPr>
        <p:spPr>
          <a:xfrm>
            <a:off x="6535484" y="2634037"/>
            <a:ext cx="23432" cy="152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6" name="Shape 444"/>
          <p:cNvSpPr/>
          <p:nvPr/>
        </p:nvSpPr>
        <p:spPr>
          <a:xfrm>
            <a:off x="6558915" y="2649311"/>
            <a:ext cx="23431" cy="8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7" name="Shape 445"/>
          <p:cNvSpPr/>
          <p:nvPr/>
        </p:nvSpPr>
        <p:spPr>
          <a:xfrm flipV="1">
            <a:off x="6582347" y="2636437"/>
            <a:ext cx="23432" cy="136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8" name="Shape 446"/>
          <p:cNvSpPr/>
          <p:nvPr/>
        </p:nvSpPr>
        <p:spPr>
          <a:xfrm flipV="1">
            <a:off x="6605778" y="2591013"/>
            <a:ext cx="23432" cy="454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9" name="Shape 447"/>
          <p:cNvSpPr/>
          <p:nvPr/>
        </p:nvSpPr>
        <p:spPr>
          <a:xfrm>
            <a:off x="6629210" y="2591013"/>
            <a:ext cx="23432" cy="443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0" name="Shape 448"/>
          <p:cNvSpPr/>
          <p:nvPr/>
        </p:nvSpPr>
        <p:spPr>
          <a:xfrm>
            <a:off x="6652641" y="2635346"/>
            <a:ext cx="23431" cy="125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1" name="Shape 449"/>
          <p:cNvSpPr/>
          <p:nvPr/>
        </p:nvSpPr>
        <p:spPr>
          <a:xfrm flipV="1">
            <a:off x="6676073" y="2646002"/>
            <a:ext cx="23432" cy="19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2" name="Shape 450"/>
          <p:cNvSpPr/>
          <p:nvPr/>
        </p:nvSpPr>
        <p:spPr>
          <a:xfrm flipV="1">
            <a:off x="6699504" y="2629581"/>
            <a:ext cx="23431" cy="164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3" name="Shape 451"/>
          <p:cNvSpPr/>
          <p:nvPr/>
        </p:nvSpPr>
        <p:spPr>
          <a:xfrm flipV="1">
            <a:off x="6722935" y="2581357"/>
            <a:ext cx="23432" cy="482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4" name="Shape 452"/>
          <p:cNvSpPr/>
          <p:nvPr/>
        </p:nvSpPr>
        <p:spPr>
          <a:xfrm>
            <a:off x="6746367" y="2581357"/>
            <a:ext cx="23432" cy="4686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5" name="Shape 453"/>
          <p:cNvSpPr/>
          <p:nvPr/>
        </p:nvSpPr>
        <p:spPr>
          <a:xfrm>
            <a:off x="6769799" y="2628218"/>
            <a:ext cx="23432" cy="150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6" name="Shape 454"/>
          <p:cNvSpPr/>
          <p:nvPr/>
        </p:nvSpPr>
        <p:spPr>
          <a:xfrm>
            <a:off x="6793230" y="2643238"/>
            <a:ext cx="23431" cy="5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7" name="Shape 455"/>
          <p:cNvSpPr/>
          <p:nvPr/>
        </p:nvSpPr>
        <p:spPr>
          <a:xfrm flipV="1">
            <a:off x="6816661" y="2629781"/>
            <a:ext cx="23432" cy="139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8" name="Shape 456"/>
          <p:cNvSpPr/>
          <p:nvPr/>
        </p:nvSpPr>
        <p:spPr>
          <a:xfrm flipV="1">
            <a:off x="6840093" y="2583976"/>
            <a:ext cx="23432" cy="458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9" name="Shape 457"/>
          <p:cNvSpPr/>
          <p:nvPr/>
        </p:nvSpPr>
        <p:spPr>
          <a:xfrm>
            <a:off x="6863525" y="2583976"/>
            <a:ext cx="23431" cy="4715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0" name="Shape 458"/>
          <p:cNvSpPr/>
          <p:nvPr/>
        </p:nvSpPr>
        <p:spPr>
          <a:xfrm>
            <a:off x="6886956" y="2631127"/>
            <a:ext cx="23432" cy="153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1" name="Shape 459"/>
          <p:cNvSpPr/>
          <p:nvPr/>
        </p:nvSpPr>
        <p:spPr>
          <a:xfrm>
            <a:off x="6910388" y="2646474"/>
            <a:ext cx="23432" cy="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2" name="Shape 460"/>
          <p:cNvSpPr/>
          <p:nvPr/>
        </p:nvSpPr>
        <p:spPr>
          <a:xfrm flipV="1">
            <a:off x="6933819" y="2633709"/>
            <a:ext cx="23431" cy="136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3" name="Shape 461"/>
          <p:cNvSpPr/>
          <p:nvPr/>
        </p:nvSpPr>
        <p:spPr>
          <a:xfrm flipV="1">
            <a:off x="6957251" y="2588304"/>
            <a:ext cx="23432" cy="454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4" name="Shape 462"/>
          <p:cNvSpPr/>
          <p:nvPr/>
        </p:nvSpPr>
        <p:spPr>
          <a:xfrm>
            <a:off x="6980682" y="2588304"/>
            <a:ext cx="23432" cy="855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5" name="Shape 463"/>
          <p:cNvSpPr/>
          <p:nvPr/>
        </p:nvSpPr>
        <p:spPr>
          <a:xfrm>
            <a:off x="7004114" y="2673878"/>
            <a:ext cx="23431" cy="5407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6" name="Shape 464"/>
          <p:cNvSpPr/>
          <p:nvPr/>
        </p:nvSpPr>
        <p:spPr>
          <a:xfrm>
            <a:off x="7027545" y="2727957"/>
            <a:ext cx="23432" cy="401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7" name="Shape 465"/>
          <p:cNvSpPr/>
          <p:nvPr/>
        </p:nvSpPr>
        <p:spPr>
          <a:xfrm>
            <a:off x="7050977" y="2768126"/>
            <a:ext cx="23432" cy="265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8" name="Shape 466"/>
          <p:cNvSpPr/>
          <p:nvPr/>
        </p:nvSpPr>
        <p:spPr>
          <a:xfrm flipV="1">
            <a:off x="7074408" y="2790474"/>
            <a:ext cx="23431" cy="41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9" name="Shape 467"/>
          <p:cNvSpPr/>
          <p:nvPr/>
        </p:nvSpPr>
        <p:spPr>
          <a:xfrm>
            <a:off x="7097839" y="2790474"/>
            <a:ext cx="23432" cy="5375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0" name="Shape 468"/>
          <p:cNvSpPr/>
          <p:nvPr/>
        </p:nvSpPr>
        <p:spPr>
          <a:xfrm>
            <a:off x="7121271" y="2844226"/>
            <a:ext cx="23432" cy="234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1" name="Shape 469"/>
          <p:cNvSpPr/>
          <p:nvPr/>
        </p:nvSpPr>
        <p:spPr>
          <a:xfrm>
            <a:off x="7144703" y="2867648"/>
            <a:ext cx="23431" cy="104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2" name="Shape 470"/>
          <p:cNvSpPr/>
          <p:nvPr/>
        </p:nvSpPr>
        <p:spPr>
          <a:xfrm flipV="1">
            <a:off x="7168134" y="2875721"/>
            <a:ext cx="23432" cy="2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3" name="Shape 471"/>
          <p:cNvSpPr/>
          <p:nvPr/>
        </p:nvSpPr>
        <p:spPr>
          <a:xfrm flipV="1">
            <a:off x="7191566" y="2843208"/>
            <a:ext cx="23432" cy="325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4" name="Shape 472"/>
          <p:cNvSpPr/>
          <p:nvPr/>
        </p:nvSpPr>
        <p:spPr>
          <a:xfrm>
            <a:off x="7214997" y="2843208"/>
            <a:ext cx="23432" cy="441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5" name="Shape 473"/>
          <p:cNvSpPr/>
          <p:nvPr/>
        </p:nvSpPr>
        <p:spPr>
          <a:xfrm>
            <a:off x="7238429" y="2887341"/>
            <a:ext cx="23431" cy="141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6" name="Shape 474"/>
          <p:cNvSpPr/>
          <p:nvPr/>
        </p:nvSpPr>
        <p:spPr>
          <a:xfrm>
            <a:off x="7261860" y="2901470"/>
            <a:ext cx="23432" cy="1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7" name="Shape 475"/>
          <p:cNvSpPr/>
          <p:nvPr/>
        </p:nvSpPr>
        <p:spPr>
          <a:xfrm flipV="1">
            <a:off x="7285292" y="2891578"/>
            <a:ext cx="23432" cy="112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8" name="Shape 476"/>
          <p:cNvSpPr/>
          <p:nvPr/>
        </p:nvSpPr>
        <p:spPr>
          <a:xfrm flipV="1">
            <a:off x="7308723" y="2850427"/>
            <a:ext cx="23431" cy="4115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9" name="Shape 477"/>
          <p:cNvSpPr/>
          <p:nvPr/>
        </p:nvSpPr>
        <p:spPr>
          <a:xfrm>
            <a:off x="7332154" y="2850427"/>
            <a:ext cx="23432" cy="390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0" name="Shape 478"/>
          <p:cNvSpPr/>
          <p:nvPr/>
        </p:nvSpPr>
        <p:spPr>
          <a:xfrm>
            <a:off x="7355586" y="2889505"/>
            <a:ext cx="23432" cy="142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1" name="Shape 479"/>
          <p:cNvSpPr/>
          <p:nvPr/>
        </p:nvSpPr>
        <p:spPr>
          <a:xfrm>
            <a:off x="7379018" y="2903725"/>
            <a:ext cx="23431" cy="72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2" name="Shape 480"/>
          <p:cNvSpPr/>
          <p:nvPr/>
        </p:nvSpPr>
        <p:spPr>
          <a:xfrm>
            <a:off x="7402449" y="2910980"/>
            <a:ext cx="23432" cy="36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3" name="Shape 481"/>
          <p:cNvSpPr/>
          <p:nvPr/>
        </p:nvSpPr>
        <p:spPr>
          <a:xfrm>
            <a:off x="7425881" y="2914635"/>
            <a:ext cx="23432" cy="14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4" name="Shape 482"/>
          <p:cNvSpPr/>
          <p:nvPr/>
        </p:nvSpPr>
        <p:spPr>
          <a:xfrm flipV="1">
            <a:off x="7449312" y="2915981"/>
            <a:ext cx="23431" cy="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5" name="Shape 483"/>
          <p:cNvSpPr/>
          <p:nvPr/>
        </p:nvSpPr>
        <p:spPr>
          <a:xfrm flipV="1">
            <a:off x="7472744" y="2914890"/>
            <a:ext cx="23432" cy="10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6" name="Shape 484"/>
          <p:cNvSpPr/>
          <p:nvPr/>
        </p:nvSpPr>
        <p:spPr>
          <a:xfrm flipV="1">
            <a:off x="7496175" y="2913017"/>
            <a:ext cx="23432" cy="18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7" name="Shape 485"/>
          <p:cNvSpPr/>
          <p:nvPr/>
        </p:nvSpPr>
        <p:spPr>
          <a:xfrm flipV="1">
            <a:off x="7519607" y="2910562"/>
            <a:ext cx="23431" cy="24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8" name="Shape 486"/>
          <p:cNvSpPr/>
          <p:nvPr/>
        </p:nvSpPr>
        <p:spPr>
          <a:xfrm flipV="1">
            <a:off x="7543038" y="2907671"/>
            <a:ext cx="23432" cy="28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9" name="Shape 487"/>
          <p:cNvSpPr/>
          <p:nvPr/>
        </p:nvSpPr>
        <p:spPr>
          <a:xfrm flipV="1">
            <a:off x="7566470" y="2904434"/>
            <a:ext cx="23432" cy="3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0" name="Shape 488"/>
          <p:cNvSpPr/>
          <p:nvPr/>
        </p:nvSpPr>
        <p:spPr>
          <a:xfrm flipV="1">
            <a:off x="7589901" y="2900888"/>
            <a:ext cx="23431" cy="3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1" name="Shape 489"/>
          <p:cNvSpPr/>
          <p:nvPr/>
        </p:nvSpPr>
        <p:spPr>
          <a:xfrm flipV="1">
            <a:off x="7613333" y="2897051"/>
            <a:ext cx="23432" cy="38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2" name="Shape 490"/>
          <p:cNvSpPr/>
          <p:nvPr/>
        </p:nvSpPr>
        <p:spPr>
          <a:xfrm flipV="1">
            <a:off x="7636764" y="2892996"/>
            <a:ext cx="23432" cy="40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3" name="Shape 491"/>
          <p:cNvSpPr/>
          <p:nvPr/>
        </p:nvSpPr>
        <p:spPr>
          <a:xfrm flipV="1">
            <a:off x="7660196" y="2888668"/>
            <a:ext cx="23431" cy="4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4" name="Shape 492"/>
          <p:cNvSpPr/>
          <p:nvPr/>
        </p:nvSpPr>
        <p:spPr>
          <a:xfrm flipV="1">
            <a:off x="7683627" y="2884086"/>
            <a:ext cx="23432" cy="45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5" name="Shape 493"/>
          <p:cNvSpPr/>
          <p:nvPr/>
        </p:nvSpPr>
        <p:spPr>
          <a:xfrm flipV="1">
            <a:off x="7707058" y="2879231"/>
            <a:ext cx="23432" cy="4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6" name="Shape 494"/>
          <p:cNvSpPr/>
          <p:nvPr/>
        </p:nvSpPr>
        <p:spPr>
          <a:xfrm flipV="1">
            <a:off x="7730490" y="2874048"/>
            <a:ext cx="23431" cy="51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7" name="Shape 495"/>
          <p:cNvSpPr/>
          <p:nvPr/>
        </p:nvSpPr>
        <p:spPr>
          <a:xfrm flipV="1">
            <a:off x="7753921" y="2868502"/>
            <a:ext cx="23432" cy="5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8" name="Shape 496"/>
          <p:cNvSpPr/>
          <p:nvPr/>
        </p:nvSpPr>
        <p:spPr>
          <a:xfrm flipV="1">
            <a:off x="7777353" y="2862538"/>
            <a:ext cx="23432" cy="59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9" name="Shape 497"/>
          <p:cNvSpPr/>
          <p:nvPr/>
        </p:nvSpPr>
        <p:spPr>
          <a:xfrm flipV="1">
            <a:off x="7800785" y="2856083"/>
            <a:ext cx="23432" cy="64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0" name="Shape 498"/>
          <p:cNvSpPr/>
          <p:nvPr/>
        </p:nvSpPr>
        <p:spPr>
          <a:xfrm flipV="1">
            <a:off x="7824216" y="2849045"/>
            <a:ext cx="23431" cy="70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1" name="Shape 499"/>
          <p:cNvSpPr/>
          <p:nvPr/>
        </p:nvSpPr>
        <p:spPr>
          <a:xfrm flipV="1">
            <a:off x="7847648" y="2841317"/>
            <a:ext cx="23432" cy="77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2" name="Shape 500"/>
          <p:cNvSpPr/>
          <p:nvPr/>
        </p:nvSpPr>
        <p:spPr>
          <a:xfrm flipV="1">
            <a:off x="7871079" y="2832789"/>
            <a:ext cx="23432" cy="8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3" name="Shape 501"/>
          <p:cNvSpPr/>
          <p:nvPr/>
        </p:nvSpPr>
        <p:spPr>
          <a:xfrm flipV="1">
            <a:off x="7894511" y="2823260"/>
            <a:ext cx="23431" cy="9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4" name="Shape 502"/>
          <p:cNvSpPr/>
          <p:nvPr/>
        </p:nvSpPr>
        <p:spPr>
          <a:xfrm flipV="1">
            <a:off x="7917942" y="2812532"/>
            <a:ext cx="23432" cy="107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5" name="Shape 503"/>
          <p:cNvSpPr/>
          <p:nvPr/>
        </p:nvSpPr>
        <p:spPr>
          <a:xfrm flipV="1">
            <a:off x="7941374" y="2800330"/>
            <a:ext cx="23432" cy="122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6" name="Shape 504"/>
          <p:cNvSpPr/>
          <p:nvPr/>
        </p:nvSpPr>
        <p:spPr>
          <a:xfrm flipV="1">
            <a:off x="7964805" y="2786292"/>
            <a:ext cx="23431" cy="140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7" name="Shape 505"/>
          <p:cNvSpPr/>
          <p:nvPr/>
        </p:nvSpPr>
        <p:spPr>
          <a:xfrm flipV="1">
            <a:off x="7988237" y="2769854"/>
            <a:ext cx="23432" cy="164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8" name="Shape 506"/>
          <p:cNvSpPr/>
          <p:nvPr/>
        </p:nvSpPr>
        <p:spPr>
          <a:xfrm flipV="1">
            <a:off x="8011668" y="2750178"/>
            <a:ext cx="23431" cy="196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9" name="Shape 507"/>
          <p:cNvSpPr/>
          <p:nvPr/>
        </p:nvSpPr>
        <p:spPr>
          <a:xfrm flipV="1">
            <a:off x="8035100" y="2725793"/>
            <a:ext cx="23432" cy="243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0" name="Shape 508"/>
          <p:cNvSpPr/>
          <p:nvPr/>
        </p:nvSpPr>
        <p:spPr>
          <a:xfrm flipV="1">
            <a:off x="8058531" y="2693208"/>
            <a:ext cx="23432" cy="325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1" name="Shape 509"/>
          <p:cNvSpPr/>
          <p:nvPr/>
        </p:nvSpPr>
        <p:spPr>
          <a:xfrm flipV="1">
            <a:off x="8081962" y="2634418"/>
            <a:ext cx="23432" cy="587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2" name="Shape 510"/>
          <p:cNvSpPr/>
          <p:nvPr/>
        </p:nvSpPr>
        <p:spPr>
          <a:xfrm>
            <a:off x="8105394" y="2634418"/>
            <a:ext cx="23432" cy="330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3" name="Shape 511"/>
          <p:cNvSpPr/>
          <p:nvPr/>
        </p:nvSpPr>
        <p:spPr>
          <a:xfrm>
            <a:off x="8128826" y="2667495"/>
            <a:ext cx="23431" cy="31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4" name="Shape 512"/>
          <p:cNvSpPr/>
          <p:nvPr/>
        </p:nvSpPr>
        <p:spPr>
          <a:xfrm flipV="1">
            <a:off x="8152257" y="2661313"/>
            <a:ext cx="23432" cy="92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5" name="Shape 513"/>
          <p:cNvSpPr/>
          <p:nvPr/>
        </p:nvSpPr>
        <p:spPr>
          <a:xfrm flipV="1">
            <a:off x="8175689" y="2641565"/>
            <a:ext cx="23431" cy="197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6" name="Shape 514"/>
          <p:cNvSpPr/>
          <p:nvPr/>
        </p:nvSpPr>
        <p:spPr>
          <a:xfrm flipV="1">
            <a:off x="8199120" y="2609233"/>
            <a:ext cx="23432" cy="323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7" name="Shape 515"/>
          <p:cNvSpPr/>
          <p:nvPr/>
        </p:nvSpPr>
        <p:spPr>
          <a:xfrm flipV="1">
            <a:off x="8222552" y="2546444"/>
            <a:ext cx="23432" cy="6279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8" name="Shape 516"/>
          <p:cNvSpPr/>
          <p:nvPr/>
        </p:nvSpPr>
        <p:spPr>
          <a:xfrm>
            <a:off x="8245983" y="2546444"/>
            <a:ext cx="23432" cy="611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9" name="Shape 517"/>
          <p:cNvSpPr/>
          <p:nvPr/>
        </p:nvSpPr>
        <p:spPr>
          <a:xfrm>
            <a:off x="8269415" y="2607633"/>
            <a:ext cx="23431" cy="307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0" name="Shape 518"/>
          <p:cNvSpPr/>
          <p:nvPr/>
        </p:nvSpPr>
        <p:spPr>
          <a:xfrm>
            <a:off x="8292846" y="2638364"/>
            <a:ext cx="23432" cy="180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1" name="Shape 519"/>
          <p:cNvSpPr/>
          <p:nvPr/>
        </p:nvSpPr>
        <p:spPr>
          <a:xfrm>
            <a:off x="8316278" y="2656458"/>
            <a:ext cx="23431" cy="76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2" name="Shape 520"/>
          <p:cNvSpPr/>
          <p:nvPr/>
        </p:nvSpPr>
        <p:spPr>
          <a:xfrm flipV="1">
            <a:off x="8339709" y="2659258"/>
            <a:ext cx="23432" cy="4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3" name="Shape 521"/>
          <p:cNvSpPr/>
          <p:nvPr/>
        </p:nvSpPr>
        <p:spPr>
          <a:xfrm flipV="1">
            <a:off x="8363141" y="2624326"/>
            <a:ext cx="23432" cy="349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4" name="Shape 522"/>
          <p:cNvSpPr/>
          <p:nvPr/>
        </p:nvSpPr>
        <p:spPr>
          <a:xfrm>
            <a:off x="8386572" y="2624326"/>
            <a:ext cx="23432" cy="695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5" name="Shape 523"/>
          <p:cNvSpPr/>
          <p:nvPr/>
        </p:nvSpPr>
        <p:spPr>
          <a:xfrm>
            <a:off x="8410004" y="2693880"/>
            <a:ext cx="23431" cy="405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6" name="Shape 524"/>
          <p:cNvSpPr/>
          <p:nvPr/>
        </p:nvSpPr>
        <p:spPr>
          <a:xfrm>
            <a:off x="8433435" y="2734449"/>
            <a:ext cx="23432" cy="297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7" name="Shape 525"/>
          <p:cNvSpPr/>
          <p:nvPr/>
        </p:nvSpPr>
        <p:spPr>
          <a:xfrm>
            <a:off x="8456867" y="2764162"/>
            <a:ext cx="23431" cy="217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8" name="Shape 526"/>
          <p:cNvSpPr/>
          <p:nvPr/>
        </p:nvSpPr>
        <p:spPr>
          <a:xfrm>
            <a:off x="8480298" y="2785874"/>
            <a:ext cx="23432" cy="138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9" name="Shape 527"/>
          <p:cNvSpPr/>
          <p:nvPr/>
        </p:nvSpPr>
        <p:spPr>
          <a:xfrm>
            <a:off x="8503730" y="2799766"/>
            <a:ext cx="23432" cy="34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0" name="Shape 528"/>
          <p:cNvSpPr/>
          <p:nvPr/>
        </p:nvSpPr>
        <p:spPr>
          <a:xfrm flipV="1">
            <a:off x="8527161" y="2778600"/>
            <a:ext cx="23432" cy="246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1" name="Shape 529"/>
          <p:cNvSpPr/>
          <p:nvPr/>
        </p:nvSpPr>
        <p:spPr>
          <a:xfrm>
            <a:off x="8550593" y="2778600"/>
            <a:ext cx="23431" cy="4593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2" name="Shape 530"/>
          <p:cNvSpPr/>
          <p:nvPr/>
        </p:nvSpPr>
        <p:spPr>
          <a:xfrm>
            <a:off x="8574024" y="2824533"/>
            <a:ext cx="23432" cy="206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3" name="Shape 531"/>
          <p:cNvSpPr/>
          <p:nvPr/>
        </p:nvSpPr>
        <p:spPr>
          <a:xfrm>
            <a:off x="8597456" y="2845190"/>
            <a:ext cx="23432" cy="133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4" name="Shape 532"/>
          <p:cNvSpPr/>
          <p:nvPr/>
        </p:nvSpPr>
        <p:spPr>
          <a:xfrm>
            <a:off x="8620887" y="2858519"/>
            <a:ext cx="23431" cy="93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5" name="Shape 533"/>
          <p:cNvSpPr/>
          <p:nvPr/>
        </p:nvSpPr>
        <p:spPr>
          <a:xfrm>
            <a:off x="8644319" y="2867884"/>
            <a:ext cx="23432" cy="68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6" name="Shape 534"/>
          <p:cNvSpPr/>
          <p:nvPr/>
        </p:nvSpPr>
        <p:spPr>
          <a:xfrm>
            <a:off x="6324600" y="2554918"/>
            <a:ext cx="23432" cy="136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7" name="Shape 535"/>
          <p:cNvSpPr/>
          <p:nvPr/>
        </p:nvSpPr>
        <p:spPr>
          <a:xfrm>
            <a:off x="6348032" y="2568537"/>
            <a:ext cx="23431" cy="209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8" name="Shape 536"/>
          <p:cNvSpPr/>
          <p:nvPr/>
        </p:nvSpPr>
        <p:spPr>
          <a:xfrm>
            <a:off x="6371463" y="2589504"/>
            <a:ext cx="23432" cy="462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9" name="Shape 537"/>
          <p:cNvSpPr/>
          <p:nvPr/>
        </p:nvSpPr>
        <p:spPr>
          <a:xfrm flipV="1">
            <a:off x="6394895" y="2573029"/>
            <a:ext cx="23432" cy="6277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0" name="Shape 538"/>
          <p:cNvSpPr/>
          <p:nvPr/>
        </p:nvSpPr>
        <p:spPr>
          <a:xfrm flipV="1">
            <a:off x="6418326" y="2540498"/>
            <a:ext cx="23431" cy="325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1" name="Shape 539"/>
          <p:cNvSpPr/>
          <p:nvPr/>
        </p:nvSpPr>
        <p:spPr>
          <a:xfrm flipV="1">
            <a:off x="6441757" y="2520895"/>
            <a:ext cx="23432" cy="196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2" name="Shape 540"/>
          <p:cNvSpPr/>
          <p:nvPr/>
        </p:nvSpPr>
        <p:spPr>
          <a:xfrm flipV="1">
            <a:off x="6465189" y="2514112"/>
            <a:ext cx="23432" cy="67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3" name="Shape 541"/>
          <p:cNvSpPr/>
          <p:nvPr/>
        </p:nvSpPr>
        <p:spPr>
          <a:xfrm>
            <a:off x="6488621" y="2514112"/>
            <a:ext cx="23431" cy="231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4" name="Shape 542"/>
          <p:cNvSpPr/>
          <p:nvPr/>
        </p:nvSpPr>
        <p:spPr>
          <a:xfrm flipV="1">
            <a:off x="6512052" y="2495692"/>
            <a:ext cx="23432" cy="415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5" name="Shape 543"/>
          <p:cNvSpPr/>
          <p:nvPr/>
        </p:nvSpPr>
        <p:spPr>
          <a:xfrm flipV="1">
            <a:off x="6535484" y="2483945"/>
            <a:ext cx="23432" cy="117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6" name="Shape 544"/>
          <p:cNvSpPr/>
          <p:nvPr/>
        </p:nvSpPr>
        <p:spPr>
          <a:xfrm>
            <a:off x="6558915" y="2483945"/>
            <a:ext cx="23431" cy="8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7" name="Shape 545"/>
          <p:cNvSpPr/>
          <p:nvPr/>
        </p:nvSpPr>
        <p:spPr>
          <a:xfrm>
            <a:off x="6582347" y="2484745"/>
            <a:ext cx="23432" cy="133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8" name="Shape 546"/>
          <p:cNvSpPr/>
          <p:nvPr/>
        </p:nvSpPr>
        <p:spPr>
          <a:xfrm>
            <a:off x="6605778" y="2498092"/>
            <a:ext cx="23432" cy="432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9" name="Shape 547"/>
          <p:cNvSpPr/>
          <p:nvPr/>
        </p:nvSpPr>
        <p:spPr>
          <a:xfrm flipV="1">
            <a:off x="6629210" y="2497001"/>
            <a:ext cx="23432" cy="442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0" name="Shape 548"/>
          <p:cNvSpPr/>
          <p:nvPr/>
        </p:nvSpPr>
        <p:spPr>
          <a:xfrm flipV="1">
            <a:off x="6652641" y="2482545"/>
            <a:ext cx="23431" cy="144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1" name="Shape 549"/>
          <p:cNvSpPr/>
          <p:nvPr/>
        </p:nvSpPr>
        <p:spPr>
          <a:xfrm flipV="1">
            <a:off x="6676073" y="2480636"/>
            <a:ext cx="23432" cy="19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2" name="Shape 550"/>
          <p:cNvSpPr/>
          <p:nvPr/>
        </p:nvSpPr>
        <p:spPr>
          <a:xfrm>
            <a:off x="6699504" y="2480636"/>
            <a:ext cx="23431" cy="106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3" name="Shape 551"/>
          <p:cNvSpPr/>
          <p:nvPr/>
        </p:nvSpPr>
        <p:spPr>
          <a:xfrm>
            <a:off x="6722935" y="2491237"/>
            <a:ext cx="23432" cy="4040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4" name="Shape 552"/>
          <p:cNvSpPr/>
          <p:nvPr/>
        </p:nvSpPr>
        <p:spPr>
          <a:xfrm flipV="1">
            <a:off x="6746367" y="2489873"/>
            <a:ext cx="23432" cy="417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5" name="Shape 553"/>
          <p:cNvSpPr/>
          <p:nvPr/>
        </p:nvSpPr>
        <p:spPr>
          <a:xfrm flipV="1">
            <a:off x="6769799" y="2477872"/>
            <a:ext cx="23432" cy="120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6" name="Shape 554"/>
          <p:cNvSpPr/>
          <p:nvPr/>
        </p:nvSpPr>
        <p:spPr>
          <a:xfrm>
            <a:off x="6793230" y="2477872"/>
            <a:ext cx="23431" cy="5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7" name="Shape 555"/>
          <p:cNvSpPr/>
          <p:nvPr/>
        </p:nvSpPr>
        <p:spPr>
          <a:xfrm>
            <a:off x="6816661" y="2478399"/>
            <a:ext cx="23432" cy="130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8" name="Shape 556"/>
          <p:cNvSpPr/>
          <p:nvPr/>
        </p:nvSpPr>
        <p:spPr>
          <a:xfrm>
            <a:off x="6840093" y="2491437"/>
            <a:ext cx="23432" cy="428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9" name="Shape 557"/>
          <p:cNvSpPr/>
          <p:nvPr/>
        </p:nvSpPr>
        <p:spPr>
          <a:xfrm flipV="1">
            <a:off x="6863525" y="2492783"/>
            <a:ext cx="23431" cy="4147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0" name="Shape 558"/>
          <p:cNvSpPr/>
          <p:nvPr/>
        </p:nvSpPr>
        <p:spPr>
          <a:xfrm flipV="1">
            <a:off x="6886956" y="2481108"/>
            <a:ext cx="23432" cy="116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1" name="Shape 559"/>
          <p:cNvSpPr/>
          <p:nvPr/>
        </p:nvSpPr>
        <p:spPr>
          <a:xfrm>
            <a:off x="6910388" y="2481108"/>
            <a:ext cx="23432" cy="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2" name="Shape 560"/>
          <p:cNvSpPr/>
          <p:nvPr/>
        </p:nvSpPr>
        <p:spPr>
          <a:xfrm>
            <a:off x="6933819" y="2481963"/>
            <a:ext cx="23431" cy="134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3" name="Shape 561"/>
          <p:cNvSpPr/>
          <p:nvPr/>
        </p:nvSpPr>
        <p:spPr>
          <a:xfrm>
            <a:off x="6957251" y="2495365"/>
            <a:ext cx="23432" cy="4322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4" name="Shape 562"/>
          <p:cNvSpPr/>
          <p:nvPr/>
        </p:nvSpPr>
        <p:spPr>
          <a:xfrm flipV="1">
            <a:off x="6980682" y="2535533"/>
            <a:ext cx="23432" cy="30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5" name="Shape 563"/>
          <p:cNvSpPr/>
          <p:nvPr/>
        </p:nvSpPr>
        <p:spPr>
          <a:xfrm>
            <a:off x="7004114" y="2535533"/>
            <a:ext cx="23431" cy="270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6" name="Shape 564"/>
          <p:cNvSpPr/>
          <p:nvPr/>
        </p:nvSpPr>
        <p:spPr>
          <a:xfrm>
            <a:off x="7027545" y="2562591"/>
            <a:ext cx="23432" cy="401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7" name="Shape 565"/>
          <p:cNvSpPr/>
          <p:nvPr/>
        </p:nvSpPr>
        <p:spPr>
          <a:xfrm>
            <a:off x="7050977" y="2602760"/>
            <a:ext cx="23432" cy="535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8" name="Shape 566"/>
          <p:cNvSpPr/>
          <p:nvPr/>
        </p:nvSpPr>
        <p:spPr>
          <a:xfrm>
            <a:off x="7074408" y="2656294"/>
            <a:ext cx="23431" cy="844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9" name="Shape 567"/>
          <p:cNvSpPr/>
          <p:nvPr/>
        </p:nvSpPr>
        <p:spPr>
          <a:xfrm flipV="1">
            <a:off x="7097839" y="2705882"/>
            <a:ext cx="23432" cy="348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0" name="Shape 568"/>
          <p:cNvSpPr/>
          <p:nvPr/>
        </p:nvSpPr>
        <p:spPr>
          <a:xfrm flipV="1">
            <a:off x="7121271" y="2702281"/>
            <a:ext cx="23432" cy="36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1" name="Shape 569"/>
          <p:cNvSpPr/>
          <p:nvPr/>
        </p:nvSpPr>
        <p:spPr>
          <a:xfrm>
            <a:off x="7144703" y="2702281"/>
            <a:ext cx="23431" cy="104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2" name="Shape 570"/>
          <p:cNvSpPr/>
          <p:nvPr/>
        </p:nvSpPr>
        <p:spPr>
          <a:xfrm>
            <a:off x="7168134" y="2712756"/>
            <a:ext cx="23432" cy="246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3" name="Shape 571"/>
          <p:cNvSpPr/>
          <p:nvPr/>
        </p:nvSpPr>
        <p:spPr>
          <a:xfrm>
            <a:off x="7191566" y="2737377"/>
            <a:ext cx="23432" cy="5611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4" name="Shape 572"/>
          <p:cNvSpPr/>
          <p:nvPr/>
        </p:nvSpPr>
        <p:spPr>
          <a:xfrm flipV="1">
            <a:off x="7214997" y="2748996"/>
            <a:ext cx="23432" cy="4449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5" name="Shape 573"/>
          <p:cNvSpPr/>
          <p:nvPr/>
        </p:nvSpPr>
        <p:spPr>
          <a:xfrm flipV="1">
            <a:off x="7238429" y="2736068"/>
            <a:ext cx="23431" cy="129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6" name="Shape 574"/>
          <p:cNvSpPr/>
          <p:nvPr/>
        </p:nvSpPr>
        <p:spPr>
          <a:xfrm>
            <a:off x="7261860" y="2736068"/>
            <a:ext cx="23432" cy="1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7" name="Shape 575"/>
          <p:cNvSpPr/>
          <p:nvPr/>
        </p:nvSpPr>
        <p:spPr>
          <a:xfrm>
            <a:off x="7285292" y="2737468"/>
            <a:ext cx="23432" cy="156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8" name="Shape 576"/>
          <p:cNvSpPr/>
          <p:nvPr/>
        </p:nvSpPr>
        <p:spPr>
          <a:xfrm>
            <a:off x="7308723" y="2753161"/>
            <a:ext cx="23431" cy="4718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9" name="Shape 577"/>
          <p:cNvSpPr/>
          <p:nvPr/>
        </p:nvSpPr>
        <p:spPr>
          <a:xfrm flipV="1">
            <a:off x="7332154" y="2739813"/>
            <a:ext cx="23432" cy="6053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0" name="Shape 578"/>
          <p:cNvSpPr/>
          <p:nvPr/>
        </p:nvSpPr>
        <p:spPr>
          <a:xfrm flipV="1">
            <a:off x="7355586" y="2705664"/>
            <a:ext cx="23432" cy="3415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1" name="Shape 579"/>
          <p:cNvSpPr/>
          <p:nvPr/>
        </p:nvSpPr>
        <p:spPr>
          <a:xfrm flipV="1">
            <a:off x="7379018" y="2679860"/>
            <a:ext cx="23431" cy="258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2" name="Shape 580"/>
          <p:cNvSpPr/>
          <p:nvPr/>
        </p:nvSpPr>
        <p:spPr>
          <a:xfrm flipV="1">
            <a:off x="7402449" y="2658931"/>
            <a:ext cx="23432" cy="209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3" name="Shape 581"/>
          <p:cNvSpPr/>
          <p:nvPr/>
        </p:nvSpPr>
        <p:spPr>
          <a:xfrm flipV="1">
            <a:off x="7425881" y="2641328"/>
            <a:ext cx="23432" cy="176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4" name="Shape 582"/>
          <p:cNvSpPr/>
          <p:nvPr/>
        </p:nvSpPr>
        <p:spPr>
          <a:xfrm flipV="1">
            <a:off x="7449312" y="2626272"/>
            <a:ext cx="23431" cy="150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5" name="Shape 583"/>
          <p:cNvSpPr/>
          <p:nvPr/>
        </p:nvSpPr>
        <p:spPr>
          <a:xfrm flipV="1">
            <a:off x="7472744" y="2613179"/>
            <a:ext cx="23432" cy="130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6" name="Shape 584"/>
          <p:cNvSpPr/>
          <p:nvPr/>
        </p:nvSpPr>
        <p:spPr>
          <a:xfrm flipV="1">
            <a:off x="7496175" y="2601633"/>
            <a:ext cx="23432" cy="115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7" name="Shape 585"/>
          <p:cNvSpPr/>
          <p:nvPr/>
        </p:nvSpPr>
        <p:spPr>
          <a:xfrm flipV="1">
            <a:off x="7519607" y="2591431"/>
            <a:ext cx="23431" cy="102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8" name="Shape 586"/>
          <p:cNvSpPr/>
          <p:nvPr/>
        </p:nvSpPr>
        <p:spPr>
          <a:xfrm flipV="1">
            <a:off x="7543038" y="2582285"/>
            <a:ext cx="23432" cy="91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9" name="Shape 587"/>
          <p:cNvSpPr/>
          <p:nvPr/>
        </p:nvSpPr>
        <p:spPr>
          <a:xfrm flipV="1">
            <a:off x="7566470" y="2574065"/>
            <a:ext cx="23432" cy="82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0" name="Shape 588"/>
          <p:cNvSpPr/>
          <p:nvPr/>
        </p:nvSpPr>
        <p:spPr>
          <a:xfrm flipV="1">
            <a:off x="7589901" y="2566592"/>
            <a:ext cx="23431" cy="74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1" name="Shape 589"/>
          <p:cNvSpPr/>
          <p:nvPr/>
        </p:nvSpPr>
        <p:spPr>
          <a:xfrm flipV="1">
            <a:off x="7613333" y="2559809"/>
            <a:ext cx="23432" cy="67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2" name="Shape 590"/>
          <p:cNvSpPr/>
          <p:nvPr/>
        </p:nvSpPr>
        <p:spPr>
          <a:xfrm flipV="1">
            <a:off x="7636764" y="2553608"/>
            <a:ext cx="23432" cy="62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3" name="Shape 591"/>
          <p:cNvSpPr/>
          <p:nvPr/>
        </p:nvSpPr>
        <p:spPr>
          <a:xfrm flipV="1">
            <a:off x="7660196" y="2547899"/>
            <a:ext cx="23431" cy="5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4" name="Shape 592"/>
          <p:cNvSpPr/>
          <p:nvPr/>
        </p:nvSpPr>
        <p:spPr>
          <a:xfrm flipV="1">
            <a:off x="7683627" y="2542625"/>
            <a:ext cx="23432" cy="52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5" name="Shape 593"/>
          <p:cNvSpPr/>
          <p:nvPr/>
        </p:nvSpPr>
        <p:spPr>
          <a:xfrm flipV="1">
            <a:off x="7707058" y="2537770"/>
            <a:ext cx="23432" cy="4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6" name="Shape 594"/>
          <p:cNvSpPr/>
          <p:nvPr/>
        </p:nvSpPr>
        <p:spPr>
          <a:xfrm flipV="1">
            <a:off x="7730490" y="2533279"/>
            <a:ext cx="23431" cy="44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7" name="Shape 595"/>
          <p:cNvSpPr/>
          <p:nvPr/>
        </p:nvSpPr>
        <p:spPr>
          <a:xfrm flipV="1">
            <a:off x="7753921" y="2529114"/>
            <a:ext cx="23432" cy="41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8" name="Shape 596"/>
          <p:cNvSpPr/>
          <p:nvPr/>
        </p:nvSpPr>
        <p:spPr>
          <a:xfrm flipV="1">
            <a:off x="7777353" y="2525296"/>
            <a:ext cx="23432" cy="3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9" name="Shape 597"/>
          <p:cNvSpPr/>
          <p:nvPr/>
        </p:nvSpPr>
        <p:spPr>
          <a:xfrm flipV="1">
            <a:off x="7800785" y="2521786"/>
            <a:ext cx="23432" cy="35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0" name="Shape 598"/>
          <p:cNvSpPr/>
          <p:nvPr/>
        </p:nvSpPr>
        <p:spPr>
          <a:xfrm flipV="1">
            <a:off x="7824216" y="2518677"/>
            <a:ext cx="23431" cy="31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1" name="Shape 599"/>
          <p:cNvSpPr/>
          <p:nvPr/>
        </p:nvSpPr>
        <p:spPr>
          <a:xfrm flipV="1">
            <a:off x="7847648" y="2515931"/>
            <a:ext cx="23432" cy="27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2" name="Shape 600"/>
          <p:cNvSpPr/>
          <p:nvPr/>
        </p:nvSpPr>
        <p:spPr>
          <a:xfrm flipV="1">
            <a:off x="7871079" y="2513622"/>
            <a:ext cx="23432" cy="23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3" name="Shape 601"/>
          <p:cNvSpPr/>
          <p:nvPr/>
        </p:nvSpPr>
        <p:spPr>
          <a:xfrm flipV="1">
            <a:off x="7894511" y="2511876"/>
            <a:ext cx="23431" cy="17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4" name="Shape 602"/>
          <p:cNvSpPr/>
          <p:nvPr/>
        </p:nvSpPr>
        <p:spPr>
          <a:xfrm flipV="1">
            <a:off x="7917942" y="2510821"/>
            <a:ext cx="23432" cy="10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5" name="Shape 603"/>
          <p:cNvSpPr/>
          <p:nvPr/>
        </p:nvSpPr>
        <p:spPr>
          <a:xfrm flipV="1">
            <a:off x="7941374" y="2510621"/>
            <a:ext cx="23432" cy="2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6" name="Shape 604"/>
          <p:cNvSpPr/>
          <p:nvPr/>
        </p:nvSpPr>
        <p:spPr>
          <a:xfrm>
            <a:off x="7964805" y="2510621"/>
            <a:ext cx="23431" cy="9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7" name="Shape 605"/>
          <p:cNvSpPr/>
          <p:nvPr/>
        </p:nvSpPr>
        <p:spPr>
          <a:xfrm>
            <a:off x="7988237" y="2511567"/>
            <a:ext cx="23432" cy="25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8" name="Shape 606"/>
          <p:cNvSpPr/>
          <p:nvPr/>
        </p:nvSpPr>
        <p:spPr>
          <a:xfrm>
            <a:off x="8011668" y="2514149"/>
            <a:ext cx="23431" cy="49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9" name="Shape 607"/>
          <p:cNvSpPr/>
          <p:nvPr/>
        </p:nvSpPr>
        <p:spPr>
          <a:xfrm>
            <a:off x="8035100" y="2519059"/>
            <a:ext cx="23432" cy="86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0" name="Shape 608"/>
          <p:cNvSpPr/>
          <p:nvPr/>
        </p:nvSpPr>
        <p:spPr>
          <a:xfrm>
            <a:off x="8058531" y="2527732"/>
            <a:ext cx="23432" cy="157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1" name="Shape 609"/>
          <p:cNvSpPr/>
          <p:nvPr/>
        </p:nvSpPr>
        <p:spPr>
          <a:xfrm>
            <a:off x="8081962" y="2543480"/>
            <a:ext cx="23432" cy="4078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2" name="Shape 610"/>
          <p:cNvSpPr/>
          <p:nvPr/>
        </p:nvSpPr>
        <p:spPr>
          <a:xfrm flipV="1">
            <a:off x="8105394" y="2526278"/>
            <a:ext cx="23432" cy="579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3" name="Shape 611"/>
          <p:cNvSpPr/>
          <p:nvPr/>
        </p:nvSpPr>
        <p:spPr>
          <a:xfrm flipV="1">
            <a:off x="8128826" y="2496801"/>
            <a:ext cx="23431" cy="294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4" name="Shape 612"/>
          <p:cNvSpPr/>
          <p:nvPr/>
        </p:nvSpPr>
        <p:spPr>
          <a:xfrm flipV="1">
            <a:off x="8152257" y="2478017"/>
            <a:ext cx="23432" cy="187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5" name="Shape 613"/>
          <p:cNvSpPr/>
          <p:nvPr/>
        </p:nvSpPr>
        <p:spPr>
          <a:xfrm flipV="1">
            <a:off x="8175689" y="2467798"/>
            <a:ext cx="23431" cy="102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6" name="Shape 614"/>
          <p:cNvSpPr/>
          <p:nvPr/>
        </p:nvSpPr>
        <p:spPr>
          <a:xfrm>
            <a:off x="8199120" y="2467798"/>
            <a:ext cx="23432" cy="2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7" name="Shape 615"/>
          <p:cNvSpPr/>
          <p:nvPr/>
        </p:nvSpPr>
        <p:spPr>
          <a:xfrm>
            <a:off x="8222552" y="2468089"/>
            <a:ext cx="23432" cy="284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8" name="Shape 616"/>
          <p:cNvSpPr/>
          <p:nvPr/>
        </p:nvSpPr>
        <p:spPr>
          <a:xfrm flipV="1">
            <a:off x="8245983" y="2466488"/>
            <a:ext cx="23432" cy="300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9" name="Shape 617"/>
          <p:cNvSpPr/>
          <p:nvPr/>
        </p:nvSpPr>
        <p:spPr>
          <a:xfrm flipV="1">
            <a:off x="8269415" y="2464597"/>
            <a:ext cx="23431" cy="18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0" name="Shape 618"/>
          <p:cNvSpPr/>
          <p:nvPr/>
        </p:nvSpPr>
        <p:spPr>
          <a:xfrm>
            <a:off x="8292846" y="2464597"/>
            <a:ext cx="23432" cy="86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1" name="Shape 619"/>
          <p:cNvSpPr/>
          <p:nvPr/>
        </p:nvSpPr>
        <p:spPr>
          <a:xfrm>
            <a:off x="8316278" y="2473198"/>
            <a:ext cx="23431" cy="171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2" name="Shape 620"/>
          <p:cNvSpPr/>
          <p:nvPr/>
        </p:nvSpPr>
        <p:spPr>
          <a:xfrm>
            <a:off x="8339709" y="2490310"/>
            <a:ext cx="23432" cy="278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3" name="Shape 621"/>
          <p:cNvSpPr/>
          <p:nvPr/>
        </p:nvSpPr>
        <p:spPr>
          <a:xfrm>
            <a:off x="8363141" y="2518113"/>
            <a:ext cx="23432" cy="5628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4" name="Shape 622"/>
          <p:cNvSpPr/>
          <p:nvPr/>
        </p:nvSpPr>
        <p:spPr>
          <a:xfrm flipV="1">
            <a:off x="8386572" y="2550808"/>
            <a:ext cx="23432" cy="23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5" name="Shape 623"/>
          <p:cNvSpPr/>
          <p:nvPr/>
        </p:nvSpPr>
        <p:spPr>
          <a:xfrm>
            <a:off x="8410004" y="2550808"/>
            <a:ext cx="23431" cy="4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6" name="Shape 624"/>
          <p:cNvSpPr/>
          <p:nvPr/>
        </p:nvSpPr>
        <p:spPr>
          <a:xfrm>
            <a:off x="8433435" y="2555045"/>
            <a:ext cx="23432" cy="142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7" name="Shape 625"/>
          <p:cNvSpPr/>
          <p:nvPr/>
        </p:nvSpPr>
        <p:spPr>
          <a:xfrm>
            <a:off x="8456867" y="2569301"/>
            <a:ext cx="23431" cy="217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8" name="Shape 626"/>
          <p:cNvSpPr/>
          <p:nvPr/>
        </p:nvSpPr>
        <p:spPr>
          <a:xfrm>
            <a:off x="8480298" y="2591013"/>
            <a:ext cx="23432" cy="293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9" name="Shape 627"/>
          <p:cNvSpPr/>
          <p:nvPr/>
        </p:nvSpPr>
        <p:spPr>
          <a:xfrm>
            <a:off x="8503730" y="2620326"/>
            <a:ext cx="23432" cy="3976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0" name="Shape 628"/>
          <p:cNvSpPr/>
          <p:nvPr/>
        </p:nvSpPr>
        <p:spPr>
          <a:xfrm>
            <a:off x="8527161" y="2660094"/>
            <a:ext cx="23432" cy="682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1" name="Shape 629"/>
          <p:cNvSpPr/>
          <p:nvPr/>
        </p:nvSpPr>
        <p:spPr>
          <a:xfrm flipV="1">
            <a:off x="8550593" y="2674733"/>
            <a:ext cx="23431" cy="5364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2" name="Shape 630"/>
          <p:cNvSpPr/>
          <p:nvPr/>
        </p:nvSpPr>
        <p:spPr>
          <a:xfrm flipV="1">
            <a:off x="8574024" y="2646947"/>
            <a:ext cx="23432" cy="277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3" name="Shape 631"/>
          <p:cNvSpPr/>
          <p:nvPr/>
        </p:nvSpPr>
        <p:spPr>
          <a:xfrm flipV="1">
            <a:off x="8597456" y="2627072"/>
            <a:ext cx="23432" cy="198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4" name="Shape 632"/>
          <p:cNvSpPr/>
          <p:nvPr/>
        </p:nvSpPr>
        <p:spPr>
          <a:xfrm flipV="1">
            <a:off x="8620887" y="2611670"/>
            <a:ext cx="23431" cy="154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5" name="Shape 633"/>
          <p:cNvSpPr/>
          <p:nvPr/>
        </p:nvSpPr>
        <p:spPr>
          <a:xfrm flipV="1">
            <a:off x="8644319" y="2599269"/>
            <a:ext cx="23432" cy="124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6" name="Shape 634"/>
          <p:cNvSpPr/>
          <p:nvPr/>
        </p:nvSpPr>
        <p:spPr>
          <a:xfrm>
            <a:off x="6324600" y="2554918"/>
            <a:ext cx="29147" cy="2314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37" name="Shape 635"/>
          <p:cNvSpPr/>
          <p:nvPr/>
        </p:nvSpPr>
        <p:spPr>
          <a:xfrm>
            <a:off x="6348032" y="2568537"/>
            <a:ext cx="29146" cy="19820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38" name="Shape 636"/>
          <p:cNvSpPr/>
          <p:nvPr/>
        </p:nvSpPr>
        <p:spPr>
          <a:xfrm>
            <a:off x="6371463" y="2589504"/>
            <a:ext cx="29147" cy="14976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39" name="Shape 637"/>
          <p:cNvSpPr/>
          <p:nvPr/>
        </p:nvSpPr>
        <p:spPr>
          <a:xfrm>
            <a:off x="6394895" y="2635800"/>
            <a:ext cx="29147" cy="500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0" name="Shape 638"/>
          <p:cNvSpPr/>
          <p:nvPr/>
        </p:nvSpPr>
        <p:spPr>
          <a:xfrm>
            <a:off x="6418326" y="2573029"/>
            <a:ext cx="29146" cy="1384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1" name="Shape 639"/>
          <p:cNvSpPr/>
          <p:nvPr/>
        </p:nvSpPr>
        <p:spPr>
          <a:xfrm>
            <a:off x="6441757" y="2540498"/>
            <a:ext cx="29147" cy="1654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2" name="Shape 640"/>
          <p:cNvSpPr/>
          <p:nvPr/>
        </p:nvSpPr>
        <p:spPr>
          <a:xfrm>
            <a:off x="6465189" y="2520895"/>
            <a:ext cx="29147" cy="1654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3" name="Shape 641"/>
          <p:cNvSpPr/>
          <p:nvPr/>
        </p:nvSpPr>
        <p:spPr>
          <a:xfrm>
            <a:off x="6488621" y="2514112"/>
            <a:ext cx="29146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4" name="Shape 642"/>
          <p:cNvSpPr/>
          <p:nvPr/>
        </p:nvSpPr>
        <p:spPr>
          <a:xfrm>
            <a:off x="6512052" y="2537279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5" name="Shape 643"/>
          <p:cNvSpPr/>
          <p:nvPr/>
        </p:nvSpPr>
        <p:spPr>
          <a:xfrm>
            <a:off x="6535484" y="2495692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6" name="Shape 644"/>
          <p:cNvSpPr/>
          <p:nvPr/>
        </p:nvSpPr>
        <p:spPr>
          <a:xfrm>
            <a:off x="6558915" y="2483945"/>
            <a:ext cx="29146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7" name="Shape 645"/>
          <p:cNvSpPr/>
          <p:nvPr/>
        </p:nvSpPr>
        <p:spPr>
          <a:xfrm>
            <a:off x="6582347" y="2484745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8" name="Shape 646"/>
          <p:cNvSpPr/>
          <p:nvPr/>
        </p:nvSpPr>
        <p:spPr>
          <a:xfrm>
            <a:off x="6605778" y="2498092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49" name="Shape 647"/>
          <p:cNvSpPr/>
          <p:nvPr/>
        </p:nvSpPr>
        <p:spPr>
          <a:xfrm>
            <a:off x="6629210" y="2541298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0" name="Shape 648"/>
          <p:cNvSpPr/>
          <p:nvPr/>
        </p:nvSpPr>
        <p:spPr>
          <a:xfrm>
            <a:off x="6652641" y="2497001"/>
            <a:ext cx="29146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1" name="Shape 649"/>
          <p:cNvSpPr/>
          <p:nvPr/>
        </p:nvSpPr>
        <p:spPr>
          <a:xfrm>
            <a:off x="6676073" y="2482545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2" name="Shape 650"/>
          <p:cNvSpPr/>
          <p:nvPr/>
        </p:nvSpPr>
        <p:spPr>
          <a:xfrm>
            <a:off x="6699504" y="2480636"/>
            <a:ext cx="29146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3" name="Shape 651"/>
          <p:cNvSpPr/>
          <p:nvPr/>
        </p:nvSpPr>
        <p:spPr>
          <a:xfrm>
            <a:off x="6722935" y="2491237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4" name="Shape 652"/>
          <p:cNvSpPr/>
          <p:nvPr/>
        </p:nvSpPr>
        <p:spPr>
          <a:xfrm>
            <a:off x="6746367" y="2531642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5" name="Shape 653"/>
          <p:cNvSpPr/>
          <p:nvPr/>
        </p:nvSpPr>
        <p:spPr>
          <a:xfrm>
            <a:off x="6769799" y="2489873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6" name="Shape 654"/>
          <p:cNvSpPr/>
          <p:nvPr/>
        </p:nvSpPr>
        <p:spPr>
          <a:xfrm>
            <a:off x="6793230" y="2477872"/>
            <a:ext cx="29146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7" name="Shape 655"/>
          <p:cNvSpPr/>
          <p:nvPr/>
        </p:nvSpPr>
        <p:spPr>
          <a:xfrm>
            <a:off x="6816661" y="2478399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8" name="Shape 656"/>
          <p:cNvSpPr/>
          <p:nvPr/>
        </p:nvSpPr>
        <p:spPr>
          <a:xfrm>
            <a:off x="6840093" y="2491437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59" name="Shape 657"/>
          <p:cNvSpPr/>
          <p:nvPr/>
        </p:nvSpPr>
        <p:spPr>
          <a:xfrm>
            <a:off x="6863525" y="2534260"/>
            <a:ext cx="29146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0" name="Shape 658"/>
          <p:cNvSpPr/>
          <p:nvPr/>
        </p:nvSpPr>
        <p:spPr>
          <a:xfrm>
            <a:off x="6886956" y="2492783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1" name="Shape 659"/>
          <p:cNvSpPr/>
          <p:nvPr/>
        </p:nvSpPr>
        <p:spPr>
          <a:xfrm>
            <a:off x="6910388" y="2481108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2" name="Shape 660"/>
          <p:cNvSpPr/>
          <p:nvPr/>
        </p:nvSpPr>
        <p:spPr>
          <a:xfrm>
            <a:off x="6933819" y="2481963"/>
            <a:ext cx="29146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3" name="Shape 661"/>
          <p:cNvSpPr/>
          <p:nvPr/>
        </p:nvSpPr>
        <p:spPr>
          <a:xfrm>
            <a:off x="6957251" y="2495365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4" name="Shape 662"/>
          <p:cNvSpPr/>
          <p:nvPr/>
        </p:nvSpPr>
        <p:spPr>
          <a:xfrm>
            <a:off x="6980682" y="2538588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5" name="Shape 663"/>
          <p:cNvSpPr/>
          <p:nvPr/>
        </p:nvSpPr>
        <p:spPr>
          <a:xfrm>
            <a:off x="7004114" y="2535533"/>
            <a:ext cx="29146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6" name="Shape 664"/>
          <p:cNvSpPr/>
          <p:nvPr/>
        </p:nvSpPr>
        <p:spPr>
          <a:xfrm>
            <a:off x="7027545" y="2562591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7" name="Shape 665"/>
          <p:cNvSpPr/>
          <p:nvPr/>
        </p:nvSpPr>
        <p:spPr>
          <a:xfrm>
            <a:off x="7050977" y="2602760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8" name="Shape 666"/>
          <p:cNvSpPr/>
          <p:nvPr/>
        </p:nvSpPr>
        <p:spPr>
          <a:xfrm>
            <a:off x="7074408" y="2656294"/>
            <a:ext cx="29146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69" name="Shape 667"/>
          <p:cNvSpPr/>
          <p:nvPr/>
        </p:nvSpPr>
        <p:spPr>
          <a:xfrm>
            <a:off x="7097839" y="2740759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0" name="Shape 668"/>
          <p:cNvSpPr/>
          <p:nvPr/>
        </p:nvSpPr>
        <p:spPr>
          <a:xfrm>
            <a:off x="7121271" y="2705882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1" name="Shape 669"/>
          <p:cNvSpPr/>
          <p:nvPr/>
        </p:nvSpPr>
        <p:spPr>
          <a:xfrm>
            <a:off x="7144703" y="2702281"/>
            <a:ext cx="29146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2" name="Shape 670"/>
          <p:cNvSpPr/>
          <p:nvPr/>
        </p:nvSpPr>
        <p:spPr>
          <a:xfrm>
            <a:off x="7168134" y="2712756"/>
            <a:ext cx="29147" cy="1653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3" name="Shape 671"/>
          <p:cNvSpPr/>
          <p:nvPr/>
        </p:nvSpPr>
        <p:spPr>
          <a:xfrm>
            <a:off x="7191566" y="2737377"/>
            <a:ext cx="29147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4" name="Shape 672"/>
          <p:cNvSpPr/>
          <p:nvPr/>
        </p:nvSpPr>
        <p:spPr>
          <a:xfrm>
            <a:off x="7214997" y="2793493"/>
            <a:ext cx="29147" cy="49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5" name="Shape 673"/>
          <p:cNvSpPr/>
          <p:nvPr/>
        </p:nvSpPr>
        <p:spPr>
          <a:xfrm>
            <a:off x="7238429" y="2748996"/>
            <a:ext cx="29146" cy="1383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6" name="Shape 674"/>
          <p:cNvSpPr/>
          <p:nvPr/>
        </p:nvSpPr>
        <p:spPr>
          <a:xfrm>
            <a:off x="7261860" y="2736068"/>
            <a:ext cx="29147" cy="1654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7" name="Shape 675"/>
          <p:cNvSpPr/>
          <p:nvPr/>
        </p:nvSpPr>
        <p:spPr>
          <a:xfrm>
            <a:off x="7285292" y="2737468"/>
            <a:ext cx="29147" cy="16540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8" name="Shape 676"/>
          <p:cNvSpPr/>
          <p:nvPr/>
        </p:nvSpPr>
        <p:spPr>
          <a:xfrm>
            <a:off x="7308723" y="2753161"/>
            <a:ext cx="29146" cy="13841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79" name="Shape 677"/>
          <p:cNvSpPr/>
          <p:nvPr/>
        </p:nvSpPr>
        <p:spPr>
          <a:xfrm>
            <a:off x="7332154" y="2800348"/>
            <a:ext cx="29147" cy="5007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0" name="Shape 678"/>
          <p:cNvSpPr/>
          <p:nvPr/>
        </p:nvSpPr>
        <p:spPr>
          <a:xfrm>
            <a:off x="7355586" y="2739813"/>
            <a:ext cx="29147" cy="14969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1" name="Shape 679"/>
          <p:cNvSpPr/>
          <p:nvPr/>
        </p:nvSpPr>
        <p:spPr>
          <a:xfrm>
            <a:off x="7379018" y="2705664"/>
            <a:ext cx="29146" cy="1980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2" name="Shape 680"/>
          <p:cNvSpPr/>
          <p:nvPr/>
        </p:nvSpPr>
        <p:spPr>
          <a:xfrm>
            <a:off x="7402449" y="2679860"/>
            <a:ext cx="29147" cy="2311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3" name="Shape 681"/>
          <p:cNvSpPr/>
          <p:nvPr/>
        </p:nvSpPr>
        <p:spPr>
          <a:xfrm>
            <a:off x="7425881" y="2658931"/>
            <a:ext cx="29147" cy="2557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4" name="Shape 682"/>
          <p:cNvSpPr/>
          <p:nvPr/>
        </p:nvSpPr>
        <p:spPr>
          <a:xfrm>
            <a:off x="7449312" y="2641328"/>
            <a:ext cx="29146" cy="27472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5" name="Shape 683"/>
          <p:cNvSpPr/>
          <p:nvPr/>
        </p:nvSpPr>
        <p:spPr>
          <a:xfrm>
            <a:off x="7472744" y="2626272"/>
            <a:ext cx="29147" cy="2897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6" name="Shape 684"/>
          <p:cNvSpPr/>
          <p:nvPr/>
        </p:nvSpPr>
        <p:spPr>
          <a:xfrm>
            <a:off x="7496175" y="2613179"/>
            <a:ext cx="29147" cy="30171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7" name="Shape 685"/>
          <p:cNvSpPr/>
          <p:nvPr/>
        </p:nvSpPr>
        <p:spPr>
          <a:xfrm>
            <a:off x="7519607" y="2601633"/>
            <a:ext cx="29146" cy="31138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8" name="Shape 686"/>
          <p:cNvSpPr/>
          <p:nvPr/>
        </p:nvSpPr>
        <p:spPr>
          <a:xfrm>
            <a:off x="7543038" y="2591431"/>
            <a:ext cx="29147" cy="31913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89" name="Shape 687"/>
          <p:cNvSpPr/>
          <p:nvPr/>
        </p:nvSpPr>
        <p:spPr>
          <a:xfrm>
            <a:off x="7566470" y="2582285"/>
            <a:ext cx="29147" cy="3253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0" name="Shape 688"/>
          <p:cNvSpPr/>
          <p:nvPr/>
        </p:nvSpPr>
        <p:spPr>
          <a:xfrm>
            <a:off x="7589901" y="2574065"/>
            <a:ext cx="29146" cy="3303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1" name="Shape 689"/>
          <p:cNvSpPr/>
          <p:nvPr/>
        </p:nvSpPr>
        <p:spPr>
          <a:xfrm>
            <a:off x="7613333" y="2566592"/>
            <a:ext cx="29147" cy="3342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2" name="Shape 690"/>
          <p:cNvSpPr/>
          <p:nvPr/>
        </p:nvSpPr>
        <p:spPr>
          <a:xfrm>
            <a:off x="7636764" y="2559809"/>
            <a:ext cx="29147" cy="3372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3" name="Shape 691"/>
          <p:cNvSpPr/>
          <p:nvPr/>
        </p:nvSpPr>
        <p:spPr>
          <a:xfrm>
            <a:off x="7660196" y="2553608"/>
            <a:ext cx="29146" cy="3393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4" name="Shape 692"/>
          <p:cNvSpPr/>
          <p:nvPr/>
        </p:nvSpPr>
        <p:spPr>
          <a:xfrm>
            <a:off x="7683627" y="2547899"/>
            <a:ext cx="29147" cy="34077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5" name="Shape 693"/>
          <p:cNvSpPr/>
          <p:nvPr/>
        </p:nvSpPr>
        <p:spPr>
          <a:xfrm>
            <a:off x="7707058" y="2542625"/>
            <a:ext cx="29147" cy="3414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6" name="Shape 694"/>
          <p:cNvSpPr/>
          <p:nvPr/>
        </p:nvSpPr>
        <p:spPr>
          <a:xfrm>
            <a:off x="7730490" y="2537770"/>
            <a:ext cx="29146" cy="3414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7" name="Shape 695"/>
          <p:cNvSpPr/>
          <p:nvPr/>
        </p:nvSpPr>
        <p:spPr>
          <a:xfrm>
            <a:off x="7753921" y="2533279"/>
            <a:ext cx="29147" cy="34077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8" name="Shape 696"/>
          <p:cNvSpPr/>
          <p:nvPr/>
        </p:nvSpPr>
        <p:spPr>
          <a:xfrm>
            <a:off x="7777353" y="2529114"/>
            <a:ext cx="29147" cy="3393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699" name="Shape 697"/>
          <p:cNvSpPr/>
          <p:nvPr/>
        </p:nvSpPr>
        <p:spPr>
          <a:xfrm>
            <a:off x="7800785" y="2525296"/>
            <a:ext cx="29147" cy="3372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0" name="Shape 698"/>
          <p:cNvSpPr/>
          <p:nvPr/>
        </p:nvSpPr>
        <p:spPr>
          <a:xfrm>
            <a:off x="7824216" y="2521786"/>
            <a:ext cx="29146" cy="3342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1" name="Shape 699"/>
          <p:cNvSpPr/>
          <p:nvPr/>
        </p:nvSpPr>
        <p:spPr>
          <a:xfrm>
            <a:off x="7847648" y="2518677"/>
            <a:ext cx="29147" cy="3303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2" name="Shape 700"/>
          <p:cNvSpPr/>
          <p:nvPr/>
        </p:nvSpPr>
        <p:spPr>
          <a:xfrm>
            <a:off x="7871079" y="2515931"/>
            <a:ext cx="29147" cy="3253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3" name="Shape 701"/>
          <p:cNvSpPr/>
          <p:nvPr/>
        </p:nvSpPr>
        <p:spPr>
          <a:xfrm>
            <a:off x="7894511" y="2513622"/>
            <a:ext cx="29146" cy="3191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4" name="Shape 702"/>
          <p:cNvSpPr/>
          <p:nvPr/>
        </p:nvSpPr>
        <p:spPr>
          <a:xfrm>
            <a:off x="7917942" y="2511876"/>
            <a:ext cx="29147" cy="31138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5" name="Shape 703"/>
          <p:cNvSpPr/>
          <p:nvPr/>
        </p:nvSpPr>
        <p:spPr>
          <a:xfrm>
            <a:off x="7941374" y="2510821"/>
            <a:ext cx="29147" cy="30171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6" name="Shape 704"/>
          <p:cNvSpPr/>
          <p:nvPr/>
        </p:nvSpPr>
        <p:spPr>
          <a:xfrm>
            <a:off x="7964805" y="2510621"/>
            <a:ext cx="29146" cy="28970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7" name="Shape 705"/>
          <p:cNvSpPr/>
          <p:nvPr/>
        </p:nvSpPr>
        <p:spPr>
          <a:xfrm>
            <a:off x="7988237" y="2511567"/>
            <a:ext cx="29147" cy="27472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8" name="Shape 706"/>
          <p:cNvSpPr/>
          <p:nvPr/>
        </p:nvSpPr>
        <p:spPr>
          <a:xfrm>
            <a:off x="8011668" y="2514149"/>
            <a:ext cx="29146" cy="2557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09" name="Shape 707"/>
          <p:cNvSpPr/>
          <p:nvPr/>
        </p:nvSpPr>
        <p:spPr>
          <a:xfrm>
            <a:off x="8035100" y="2519059"/>
            <a:ext cx="29147" cy="2311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0" name="Shape 708"/>
          <p:cNvSpPr/>
          <p:nvPr/>
        </p:nvSpPr>
        <p:spPr>
          <a:xfrm>
            <a:off x="8058531" y="2527732"/>
            <a:ext cx="29147" cy="1980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1" name="Shape 709"/>
          <p:cNvSpPr/>
          <p:nvPr/>
        </p:nvSpPr>
        <p:spPr>
          <a:xfrm>
            <a:off x="8081962" y="2543480"/>
            <a:ext cx="29147" cy="14972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2" name="Shape 710"/>
          <p:cNvSpPr/>
          <p:nvPr/>
        </p:nvSpPr>
        <p:spPr>
          <a:xfrm>
            <a:off x="8105394" y="2584267"/>
            <a:ext cx="29147" cy="5015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3" name="Shape 711"/>
          <p:cNvSpPr/>
          <p:nvPr/>
        </p:nvSpPr>
        <p:spPr>
          <a:xfrm>
            <a:off x="8128826" y="2526278"/>
            <a:ext cx="29146" cy="14121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4" name="Shape 712"/>
          <p:cNvSpPr/>
          <p:nvPr/>
        </p:nvSpPr>
        <p:spPr>
          <a:xfrm>
            <a:off x="8152257" y="2496801"/>
            <a:ext cx="29147" cy="1738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5" name="Shape 713"/>
          <p:cNvSpPr/>
          <p:nvPr/>
        </p:nvSpPr>
        <p:spPr>
          <a:xfrm>
            <a:off x="8175689" y="2478017"/>
            <a:ext cx="29146" cy="1832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6" name="Shape 714"/>
          <p:cNvSpPr/>
          <p:nvPr/>
        </p:nvSpPr>
        <p:spPr>
          <a:xfrm>
            <a:off x="8199120" y="2467798"/>
            <a:ext cx="29147" cy="1737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7" name="Shape 715"/>
          <p:cNvSpPr/>
          <p:nvPr/>
        </p:nvSpPr>
        <p:spPr>
          <a:xfrm>
            <a:off x="8222552" y="2468089"/>
            <a:ext cx="29147" cy="1411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8" name="Shape 716"/>
          <p:cNvSpPr/>
          <p:nvPr/>
        </p:nvSpPr>
        <p:spPr>
          <a:xfrm>
            <a:off x="8245983" y="2496547"/>
            <a:ext cx="29147" cy="4989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19" name="Shape 717"/>
          <p:cNvSpPr/>
          <p:nvPr/>
        </p:nvSpPr>
        <p:spPr>
          <a:xfrm>
            <a:off x="8269415" y="2466488"/>
            <a:ext cx="29146" cy="1411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0" name="Shape 718"/>
          <p:cNvSpPr/>
          <p:nvPr/>
        </p:nvSpPr>
        <p:spPr>
          <a:xfrm>
            <a:off x="8292846" y="2464597"/>
            <a:ext cx="29147" cy="1737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1" name="Shape 719"/>
          <p:cNvSpPr/>
          <p:nvPr/>
        </p:nvSpPr>
        <p:spPr>
          <a:xfrm>
            <a:off x="8316278" y="2473198"/>
            <a:ext cx="29146" cy="1832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2" name="Shape 720"/>
          <p:cNvSpPr/>
          <p:nvPr/>
        </p:nvSpPr>
        <p:spPr>
          <a:xfrm>
            <a:off x="8339709" y="2490310"/>
            <a:ext cx="29147" cy="17376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3" name="Shape 721"/>
          <p:cNvSpPr/>
          <p:nvPr/>
        </p:nvSpPr>
        <p:spPr>
          <a:xfrm>
            <a:off x="8363141" y="2518113"/>
            <a:ext cx="29147" cy="1411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4" name="Shape 722"/>
          <p:cNvSpPr/>
          <p:nvPr/>
        </p:nvSpPr>
        <p:spPr>
          <a:xfrm>
            <a:off x="8386572" y="2574393"/>
            <a:ext cx="29147" cy="499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5" name="Shape 723"/>
          <p:cNvSpPr/>
          <p:nvPr/>
        </p:nvSpPr>
        <p:spPr>
          <a:xfrm>
            <a:off x="8410004" y="2550808"/>
            <a:ext cx="29146" cy="14307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6" name="Shape 724"/>
          <p:cNvSpPr/>
          <p:nvPr/>
        </p:nvSpPr>
        <p:spPr>
          <a:xfrm>
            <a:off x="8433435" y="2555045"/>
            <a:ext cx="29147" cy="1794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7" name="Shape 725"/>
          <p:cNvSpPr/>
          <p:nvPr/>
        </p:nvSpPr>
        <p:spPr>
          <a:xfrm>
            <a:off x="8456867" y="2569301"/>
            <a:ext cx="29146" cy="1948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8" name="Shape 726"/>
          <p:cNvSpPr/>
          <p:nvPr/>
        </p:nvSpPr>
        <p:spPr>
          <a:xfrm>
            <a:off x="8480298" y="2591013"/>
            <a:ext cx="29147" cy="19486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29" name="Shape 727"/>
          <p:cNvSpPr/>
          <p:nvPr/>
        </p:nvSpPr>
        <p:spPr>
          <a:xfrm>
            <a:off x="8503730" y="2620326"/>
            <a:ext cx="29147" cy="1794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0" name="Shape 728"/>
          <p:cNvSpPr/>
          <p:nvPr/>
        </p:nvSpPr>
        <p:spPr>
          <a:xfrm>
            <a:off x="8527161" y="2660094"/>
            <a:ext cx="29147" cy="14314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1" name="Shape 729"/>
          <p:cNvSpPr/>
          <p:nvPr/>
        </p:nvSpPr>
        <p:spPr>
          <a:xfrm>
            <a:off x="8550593" y="2728376"/>
            <a:ext cx="29146" cy="5022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2" name="Shape 730"/>
          <p:cNvSpPr/>
          <p:nvPr/>
        </p:nvSpPr>
        <p:spPr>
          <a:xfrm>
            <a:off x="8574024" y="2674733"/>
            <a:ext cx="29147" cy="14980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3" name="Shape 731"/>
          <p:cNvSpPr/>
          <p:nvPr/>
        </p:nvSpPr>
        <p:spPr>
          <a:xfrm>
            <a:off x="8597456" y="2646947"/>
            <a:ext cx="29147" cy="1982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4" name="Shape 732"/>
          <p:cNvSpPr/>
          <p:nvPr/>
        </p:nvSpPr>
        <p:spPr>
          <a:xfrm>
            <a:off x="8620887" y="2627072"/>
            <a:ext cx="29146" cy="23144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5" name="Shape 733"/>
          <p:cNvSpPr/>
          <p:nvPr/>
        </p:nvSpPr>
        <p:spPr>
          <a:xfrm>
            <a:off x="8644319" y="2611670"/>
            <a:ext cx="29147" cy="2562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736" name="Shape 734"/>
          <p:cNvSpPr/>
          <p:nvPr/>
        </p:nvSpPr>
        <p:spPr>
          <a:xfrm flipV="1">
            <a:off x="6324600" y="2673078"/>
            <a:ext cx="23432" cy="32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37" name="Shape 735"/>
          <p:cNvSpPr/>
          <p:nvPr/>
        </p:nvSpPr>
        <p:spPr>
          <a:xfrm flipV="1">
            <a:off x="6348032" y="2642565"/>
            <a:ext cx="23431" cy="30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38" name="Shape 736"/>
          <p:cNvSpPr/>
          <p:nvPr/>
        </p:nvSpPr>
        <p:spPr>
          <a:xfrm flipV="1">
            <a:off x="6371463" y="2614925"/>
            <a:ext cx="23432" cy="276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39" name="Shape 737"/>
          <p:cNvSpPr/>
          <p:nvPr/>
        </p:nvSpPr>
        <p:spPr>
          <a:xfrm flipV="1">
            <a:off x="6394895" y="2591286"/>
            <a:ext cx="23432" cy="236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0" name="Shape 738"/>
          <p:cNvSpPr/>
          <p:nvPr/>
        </p:nvSpPr>
        <p:spPr>
          <a:xfrm flipV="1">
            <a:off x="6418326" y="2572465"/>
            <a:ext cx="23431" cy="18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1" name="Shape 739"/>
          <p:cNvSpPr/>
          <p:nvPr/>
        </p:nvSpPr>
        <p:spPr>
          <a:xfrm flipV="1">
            <a:off x="6441757" y="2558845"/>
            <a:ext cx="23432" cy="13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2" name="Shape 740"/>
          <p:cNvSpPr/>
          <p:nvPr/>
        </p:nvSpPr>
        <p:spPr>
          <a:xfrm flipV="1">
            <a:off x="6465189" y="2550408"/>
            <a:ext cx="23432" cy="84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3" name="Shape 741"/>
          <p:cNvSpPr/>
          <p:nvPr/>
        </p:nvSpPr>
        <p:spPr>
          <a:xfrm flipV="1">
            <a:off x="6488621" y="2546735"/>
            <a:ext cx="23431" cy="3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4" name="Shape 742"/>
          <p:cNvSpPr/>
          <p:nvPr/>
        </p:nvSpPr>
        <p:spPr>
          <a:xfrm>
            <a:off x="6512052" y="2546735"/>
            <a:ext cx="23432" cy="2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5" name="Shape 743"/>
          <p:cNvSpPr/>
          <p:nvPr/>
        </p:nvSpPr>
        <p:spPr>
          <a:xfrm>
            <a:off x="6535484" y="2547008"/>
            <a:ext cx="23432" cy="31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6" name="Shape 744"/>
          <p:cNvSpPr/>
          <p:nvPr/>
        </p:nvSpPr>
        <p:spPr>
          <a:xfrm>
            <a:off x="6558915" y="2550190"/>
            <a:ext cx="23431" cy="4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7" name="Shape 745"/>
          <p:cNvSpPr/>
          <p:nvPr/>
        </p:nvSpPr>
        <p:spPr>
          <a:xfrm>
            <a:off x="6582347" y="2555099"/>
            <a:ext cx="23432" cy="5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8" name="Shape 746"/>
          <p:cNvSpPr/>
          <p:nvPr/>
        </p:nvSpPr>
        <p:spPr>
          <a:xfrm>
            <a:off x="6605778" y="2560464"/>
            <a:ext cx="23432" cy="4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49" name="Shape 747"/>
          <p:cNvSpPr/>
          <p:nvPr/>
        </p:nvSpPr>
        <p:spPr>
          <a:xfrm>
            <a:off x="6629210" y="2565173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0" name="Shape 748"/>
          <p:cNvSpPr/>
          <p:nvPr/>
        </p:nvSpPr>
        <p:spPr>
          <a:xfrm>
            <a:off x="6652641" y="2568247"/>
            <a:ext cx="23431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1" name="Shape 749"/>
          <p:cNvSpPr/>
          <p:nvPr/>
        </p:nvSpPr>
        <p:spPr>
          <a:xfrm flipV="1">
            <a:off x="6676073" y="2567410"/>
            <a:ext cx="23432" cy="1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2" name="Shape 750"/>
          <p:cNvSpPr/>
          <p:nvPr/>
        </p:nvSpPr>
        <p:spPr>
          <a:xfrm flipV="1">
            <a:off x="6699504" y="2563355"/>
            <a:ext cx="23431" cy="40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3" name="Shape 751"/>
          <p:cNvSpPr/>
          <p:nvPr/>
        </p:nvSpPr>
        <p:spPr>
          <a:xfrm flipV="1">
            <a:off x="6722935" y="2557409"/>
            <a:ext cx="23432" cy="59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4" name="Shape 752"/>
          <p:cNvSpPr/>
          <p:nvPr/>
        </p:nvSpPr>
        <p:spPr>
          <a:xfrm flipV="1">
            <a:off x="6746367" y="2550444"/>
            <a:ext cx="23432" cy="69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5" name="Shape 753"/>
          <p:cNvSpPr/>
          <p:nvPr/>
        </p:nvSpPr>
        <p:spPr>
          <a:xfrm flipV="1">
            <a:off x="6769799" y="2543534"/>
            <a:ext cx="23432" cy="6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6" name="Shape 754"/>
          <p:cNvSpPr/>
          <p:nvPr/>
        </p:nvSpPr>
        <p:spPr>
          <a:xfrm flipV="1">
            <a:off x="6793230" y="2537915"/>
            <a:ext cx="23431" cy="5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7" name="Shape 755"/>
          <p:cNvSpPr/>
          <p:nvPr/>
        </p:nvSpPr>
        <p:spPr>
          <a:xfrm flipV="1">
            <a:off x="6816661" y="2534842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8" name="Shape 756"/>
          <p:cNvSpPr/>
          <p:nvPr/>
        </p:nvSpPr>
        <p:spPr>
          <a:xfrm>
            <a:off x="6840093" y="2534842"/>
            <a:ext cx="23432" cy="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59" name="Shape 757"/>
          <p:cNvSpPr/>
          <p:nvPr/>
        </p:nvSpPr>
        <p:spPr>
          <a:xfrm>
            <a:off x="6863525" y="2535442"/>
            <a:ext cx="23431" cy="52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0" name="Shape 758"/>
          <p:cNvSpPr/>
          <p:nvPr/>
        </p:nvSpPr>
        <p:spPr>
          <a:xfrm>
            <a:off x="6886956" y="2540661"/>
            <a:ext cx="23432" cy="10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1" name="Shape 759"/>
          <p:cNvSpPr/>
          <p:nvPr/>
        </p:nvSpPr>
        <p:spPr>
          <a:xfrm>
            <a:off x="6910388" y="2551063"/>
            <a:ext cx="23432" cy="1580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2" name="Shape 760"/>
          <p:cNvSpPr/>
          <p:nvPr/>
        </p:nvSpPr>
        <p:spPr>
          <a:xfrm>
            <a:off x="6933819" y="2566865"/>
            <a:ext cx="23431" cy="2098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3" name="Shape 761"/>
          <p:cNvSpPr/>
          <p:nvPr/>
        </p:nvSpPr>
        <p:spPr>
          <a:xfrm>
            <a:off x="6957251" y="2587849"/>
            <a:ext cx="23432" cy="255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4" name="Shape 762"/>
          <p:cNvSpPr/>
          <p:nvPr/>
        </p:nvSpPr>
        <p:spPr>
          <a:xfrm>
            <a:off x="6980682" y="2613379"/>
            <a:ext cx="23432" cy="290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5" name="Shape 763"/>
          <p:cNvSpPr/>
          <p:nvPr/>
        </p:nvSpPr>
        <p:spPr>
          <a:xfrm>
            <a:off x="7004114" y="2642438"/>
            <a:ext cx="23431" cy="31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6" name="Shape 764"/>
          <p:cNvSpPr/>
          <p:nvPr/>
        </p:nvSpPr>
        <p:spPr>
          <a:xfrm>
            <a:off x="7027545" y="2673787"/>
            <a:ext cx="23432" cy="321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7" name="Shape 765"/>
          <p:cNvSpPr/>
          <p:nvPr/>
        </p:nvSpPr>
        <p:spPr>
          <a:xfrm>
            <a:off x="7050977" y="2705918"/>
            <a:ext cx="23432" cy="31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8" name="Shape 766"/>
          <p:cNvSpPr/>
          <p:nvPr/>
        </p:nvSpPr>
        <p:spPr>
          <a:xfrm>
            <a:off x="7074408" y="2737322"/>
            <a:ext cx="23431" cy="292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69" name="Shape 767"/>
          <p:cNvSpPr/>
          <p:nvPr/>
        </p:nvSpPr>
        <p:spPr>
          <a:xfrm>
            <a:off x="7097839" y="2766562"/>
            <a:ext cx="23432" cy="25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0" name="Shape 768"/>
          <p:cNvSpPr/>
          <p:nvPr/>
        </p:nvSpPr>
        <p:spPr>
          <a:xfrm>
            <a:off x="7121271" y="2792384"/>
            <a:ext cx="23432" cy="214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1" name="Shape 769"/>
          <p:cNvSpPr/>
          <p:nvPr/>
        </p:nvSpPr>
        <p:spPr>
          <a:xfrm>
            <a:off x="7144703" y="2813859"/>
            <a:ext cx="23431" cy="165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2" name="Shape 770"/>
          <p:cNvSpPr/>
          <p:nvPr/>
        </p:nvSpPr>
        <p:spPr>
          <a:xfrm>
            <a:off x="7168134" y="2830407"/>
            <a:ext cx="23432" cy="11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3" name="Shape 771"/>
          <p:cNvSpPr/>
          <p:nvPr/>
        </p:nvSpPr>
        <p:spPr>
          <a:xfrm>
            <a:off x="7191566" y="2841881"/>
            <a:ext cx="23432" cy="66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4" name="Shape 772"/>
          <p:cNvSpPr/>
          <p:nvPr/>
        </p:nvSpPr>
        <p:spPr>
          <a:xfrm>
            <a:off x="7214997" y="2848536"/>
            <a:ext cx="23432" cy="24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5" name="Shape 773"/>
          <p:cNvSpPr/>
          <p:nvPr/>
        </p:nvSpPr>
        <p:spPr>
          <a:xfrm flipV="1">
            <a:off x="7238429" y="2850245"/>
            <a:ext cx="23431" cy="7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6" name="Shape 774"/>
          <p:cNvSpPr/>
          <p:nvPr/>
        </p:nvSpPr>
        <p:spPr>
          <a:xfrm flipV="1">
            <a:off x="7261860" y="2847391"/>
            <a:ext cx="23432" cy="28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7" name="Shape 775"/>
          <p:cNvSpPr/>
          <p:nvPr/>
        </p:nvSpPr>
        <p:spPr>
          <a:xfrm flipV="1">
            <a:off x="7285292" y="2843663"/>
            <a:ext cx="23432" cy="37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8" name="Shape 776"/>
          <p:cNvSpPr/>
          <p:nvPr/>
        </p:nvSpPr>
        <p:spPr>
          <a:xfrm flipV="1">
            <a:off x="7308723" y="2840262"/>
            <a:ext cx="23431" cy="34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79" name="Shape 777"/>
          <p:cNvSpPr/>
          <p:nvPr/>
        </p:nvSpPr>
        <p:spPr>
          <a:xfrm flipV="1">
            <a:off x="7332154" y="2838189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0" name="Shape 778"/>
          <p:cNvSpPr/>
          <p:nvPr/>
        </p:nvSpPr>
        <p:spPr>
          <a:xfrm>
            <a:off x="7355586" y="2838189"/>
            <a:ext cx="23432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1" name="Shape 779"/>
          <p:cNvSpPr/>
          <p:nvPr/>
        </p:nvSpPr>
        <p:spPr>
          <a:xfrm>
            <a:off x="7379018" y="2838189"/>
            <a:ext cx="23431" cy="2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2" name="Shape 780"/>
          <p:cNvSpPr/>
          <p:nvPr/>
        </p:nvSpPr>
        <p:spPr>
          <a:xfrm>
            <a:off x="7402449" y="2840681"/>
            <a:ext cx="23432" cy="49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3" name="Shape 781"/>
          <p:cNvSpPr/>
          <p:nvPr/>
        </p:nvSpPr>
        <p:spPr>
          <a:xfrm>
            <a:off x="7425881" y="2845663"/>
            <a:ext cx="23432" cy="70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4" name="Shape 782"/>
          <p:cNvSpPr/>
          <p:nvPr/>
        </p:nvSpPr>
        <p:spPr>
          <a:xfrm>
            <a:off x="7449312" y="2852755"/>
            <a:ext cx="23431" cy="84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5" name="Shape 783"/>
          <p:cNvSpPr/>
          <p:nvPr/>
        </p:nvSpPr>
        <p:spPr>
          <a:xfrm>
            <a:off x="7472744" y="2861247"/>
            <a:ext cx="23432" cy="8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6" name="Shape 784"/>
          <p:cNvSpPr/>
          <p:nvPr/>
        </p:nvSpPr>
        <p:spPr>
          <a:xfrm>
            <a:off x="7496175" y="2870084"/>
            <a:ext cx="23432" cy="80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7" name="Shape 785"/>
          <p:cNvSpPr/>
          <p:nvPr/>
        </p:nvSpPr>
        <p:spPr>
          <a:xfrm>
            <a:off x="7519607" y="2878085"/>
            <a:ext cx="23431" cy="58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8" name="Shape 786"/>
          <p:cNvSpPr/>
          <p:nvPr/>
        </p:nvSpPr>
        <p:spPr>
          <a:xfrm>
            <a:off x="7543038" y="2883959"/>
            <a:ext cx="23432" cy="25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89" name="Shape 787"/>
          <p:cNvSpPr/>
          <p:nvPr/>
        </p:nvSpPr>
        <p:spPr>
          <a:xfrm flipV="1">
            <a:off x="7566470" y="2884650"/>
            <a:ext cx="23432" cy="1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0" name="Shape 788"/>
          <p:cNvSpPr/>
          <p:nvPr/>
        </p:nvSpPr>
        <p:spPr>
          <a:xfrm flipV="1">
            <a:off x="7589901" y="2877667"/>
            <a:ext cx="23431" cy="69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1" name="Shape 789"/>
          <p:cNvSpPr/>
          <p:nvPr/>
        </p:nvSpPr>
        <p:spPr>
          <a:xfrm flipV="1">
            <a:off x="7613333" y="2865193"/>
            <a:ext cx="23432" cy="12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2" name="Shape 790"/>
          <p:cNvSpPr/>
          <p:nvPr/>
        </p:nvSpPr>
        <p:spPr>
          <a:xfrm flipV="1">
            <a:off x="7636764" y="2847263"/>
            <a:ext cx="23432" cy="17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3" name="Shape 791"/>
          <p:cNvSpPr/>
          <p:nvPr/>
        </p:nvSpPr>
        <p:spPr>
          <a:xfrm flipV="1">
            <a:off x="7660196" y="2824315"/>
            <a:ext cx="23431" cy="229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4" name="Shape 792"/>
          <p:cNvSpPr/>
          <p:nvPr/>
        </p:nvSpPr>
        <p:spPr>
          <a:xfrm flipV="1">
            <a:off x="7683627" y="2797221"/>
            <a:ext cx="23432" cy="270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5" name="Shape 793"/>
          <p:cNvSpPr/>
          <p:nvPr/>
        </p:nvSpPr>
        <p:spPr>
          <a:xfrm flipV="1">
            <a:off x="7707058" y="2767144"/>
            <a:ext cx="23432" cy="30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6" name="Shape 794"/>
          <p:cNvSpPr/>
          <p:nvPr/>
        </p:nvSpPr>
        <p:spPr>
          <a:xfrm flipV="1">
            <a:off x="7730490" y="2735486"/>
            <a:ext cx="23431" cy="316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7" name="Shape 795"/>
          <p:cNvSpPr/>
          <p:nvPr/>
        </p:nvSpPr>
        <p:spPr>
          <a:xfrm flipV="1">
            <a:off x="7753921" y="2703754"/>
            <a:ext cx="23432" cy="317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8" name="Shape 796"/>
          <p:cNvSpPr/>
          <p:nvPr/>
        </p:nvSpPr>
        <p:spPr>
          <a:xfrm flipV="1">
            <a:off x="7777353" y="2673441"/>
            <a:ext cx="23432" cy="303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799" name="Shape 797"/>
          <p:cNvSpPr/>
          <p:nvPr/>
        </p:nvSpPr>
        <p:spPr>
          <a:xfrm flipV="1">
            <a:off x="7800785" y="2645893"/>
            <a:ext cx="23432" cy="275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0" name="Shape 798"/>
          <p:cNvSpPr/>
          <p:nvPr/>
        </p:nvSpPr>
        <p:spPr>
          <a:xfrm flipV="1">
            <a:off x="7824216" y="2622181"/>
            <a:ext cx="23431" cy="237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1" name="Shape 799"/>
          <p:cNvSpPr/>
          <p:nvPr/>
        </p:nvSpPr>
        <p:spPr>
          <a:xfrm flipV="1">
            <a:off x="7847648" y="2603033"/>
            <a:ext cx="23432" cy="19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2" name="Shape 800"/>
          <p:cNvSpPr/>
          <p:nvPr/>
        </p:nvSpPr>
        <p:spPr>
          <a:xfrm flipV="1">
            <a:off x="7871079" y="2588776"/>
            <a:ext cx="23432" cy="14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3" name="Shape 801"/>
          <p:cNvSpPr/>
          <p:nvPr/>
        </p:nvSpPr>
        <p:spPr>
          <a:xfrm flipV="1">
            <a:off x="7894511" y="2579321"/>
            <a:ext cx="23431" cy="94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4" name="Shape 802"/>
          <p:cNvSpPr/>
          <p:nvPr/>
        </p:nvSpPr>
        <p:spPr>
          <a:xfrm flipV="1">
            <a:off x="7917942" y="2574211"/>
            <a:ext cx="23432" cy="51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5" name="Shape 803"/>
          <p:cNvSpPr/>
          <p:nvPr/>
        </p:nvSpPr>
        <p:spPr>
          <a:xfrm flipV="1">
            <a:off x="7941374" y="2572593"/>
            <a:ext cx="23432" cy="16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6" name="Shape 804"/>
          <p:cNvSpPr/>
          <p:nvPr/>
        </p:nvSpPr>
        <p:spPr>
          <a:xfrm>
            <a:off x="7964805" y="2572593"/>
            <a:ext cx="23431" cy="8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7" name="Shape 805"/>
          <p:cNvSpPr/>
          <p:nvPr/>
        </p:nvSpPr>
        <p:spPr>
          <a:xfrm>
            <a:off x="7988237" y="2573393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8" name="Shape 806"/>
          <p:cNvSpPr/>
          <p:nvPr/>
        </p:nvSpPr>
        <p:spPr>
          <a:xfrm>
            <a:off x="8011668" y="2575466"/>
            <a:ext cx="23431" cy="20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09" name="Shape 807"/>
          <p:cNvSpPr/>
          <p:nvPr/>
        </p:nvSpPr>
        <p:spPr>
          <a:xfrm>
            <a:off x="8035100" y="2577557"/>
            <a:ext cx="23432" cy="1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0" name="Shape 808"/>
          <p:cNvSpPr/>
          <p:nvPr/>
        </p:nvSpPr>
        <p:spPr>
          <a:xfrm flipV="1">
            <a:off x="8058531" y="2577793"/>
            <a:ext cx="23432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1" name="Shape 809"/>
          <p:cNvSpPr/>
          <p:nvPr/>
        </p:nvSpPr>
        <p:spPr>
          <a:xfrm flipV="1">
            <a:off x="8081962" y="2574556"/>
            <a:ext cx="23432" cy="3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2" name="Shape 810"/>
          <p:cNvSpPr/>
          <p:nvPr/>
        </p:nvSpPr>
        <p:spPr>
          <a:xfrm flipV="1">
            <a:off x="8105394" y="2568738"/>
            <a:ext cx="23432" cy="58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3" name="Shape 811"/>
          <p:cNvSpPr/>
          <p:nvPr/>
        </p:nvSpPr>
        <p:spPr>
          <a:xfrm flipV="1">
            <a:off x="8128826" y="2560573"/>
            <a:ext cx="23431" cy="8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4" name="Shape 812"/>
          <p:cNvSpPr/>
          <p:nvPr/>
        </p:nvSpPr>
        <p:spPr>
          <a:xfrm flipV="1">
            <a:off x="8152257" y="2550699"/>
            <a:ext cx="23432" cy="9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5" name="Shape 813"/>
          <p:cNvSpPr/>
          <p:nvPr/>
        </p:nvSpPr>
        <p:spPr>
          <a:xfrm flipV="1">
            <a:off x="8175689" y="2540043"/>
            <a:ext cx="23431" cy="1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6" name="Shape 814"/>
          <p:cNvSpPr/>
          <p:nvPr/>
        </p:nvSpPr>
        <p:spPr>
          <a:xfrm flipV="1">
            <a:off x="8199120" y="2529769"/>
            <a:ext cx="23432" cy="102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7" name="Shape 815"/>
          <p:cNvSpPr/>
          <p:nvPr/>
        </p:nvSpPr>
        <p:spPr>
          <a:xfrm flipV="1">
            <a:off x="8222552" y="2521150"/>
            <a:ext cx="23432" cy="8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8" name="Shape 816"/>
          <p:cNvSpPr/>
          <p:nvPr/>
        </p:nvSpPr>
        <p:spPr>
          <a:xfrm flipV="1">
            <a:off x="8245983" y="2515476"/>
            <a:ext cx="23432" cy="5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19" name="Shape 817"/>
          <p:cNvSpPr/>
          <p:nvPr/>
        </p:nvSpPr>
        <p:spPr>
          <a:xfrm flipV="1">
            <a:off x="8269415" y="2513876"/>
            <a:ext cx="23431" cy="1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0" name="Shape 818"/>
          <p:cNvSpPr/>
          <p:nvPr/>
        </p:nvSpPr>
        <p:spPr>
          <a:xfrm>
            <a:off x="8292846" y="2513876"/>
            <a:ext cx="23432" cy="33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1" name="Shape 819"/>
          <p:cNvSpPr/>
          <p:nvPr/>
        </p:nvSpPr>
        <p:spPr>
          <a:xfrm>
            <a:off x="8316278" y="2517258"/>
            <a:ext cx="23431" cy="8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2" name="Shape 820"/>
          <p:cNvSpPr/>
          <p:nvPr/>
        </p:nvSpPr>
        <p:spPr>
          <a:xfrm>
            <a:off x="8339709" y="2526132"/>
            <a:ext cx="23432" cy="145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3" name="Shape 821"/>
          <p:cNvSpPr/>
          <p:nvPr/>
        </p:nvSpPr>
        <p:spPr>
          <a:xfrm>
            <a:off x="8363141" y="2540698"/>
            <a:ext cx="23432" cy="19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4" name="Shape 822"/>
          <p:cNvSpPr/>
          <p:nvPr/>
        </p:nvSpPr>
        <p:spPr>
          <a:xfrm>
            <a:off x="8386572" y="2560627"/>
            <a:ext cx="23432" cy="246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5" name="Shape 823"/>
          <p:cNvSpPr/>
          <p:nvPr/>
        </p:nvSpPr>
        <p:spPr>
          <a:xfrm>
            <a:off x="8410004" y="2585249"/>
            <a:ext cx="23431" cy="282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6" name="Shape 824"/>
          <p:cNvSpPr/>
          <p:nvPr/>
        </p:nvSpPr>
        <p:spPr>
          <a:xfrm>
            <a:off x="8433435" y="2613543"/>
            <a:ext cx="23432" cy="306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7" name="Shape 825"/>
          <p:cNvSpPr/>
          <p:nvPr/>
        </p:nvSpPr>
        <p:spPr>
          <a:xfrm>
            <a:off x="8456867" y="2644147"/>
            <a:ext cx="23431" cy="31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8" name="Shape 826"/>
          <p:cNvSpPr/>
          <p:nvPr/>
        </p:nvSpPr>
        <p:spPr>
          <a:xfrm>
            <a:off x="8480298" y="2675624"/>
            <a:ext cx="23432" cy="308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29" name="Shape 827"/>
          <p:cNvSpPr/>
          <p:nvPr/>
        </p:nvSpPr>
        <p:spPr>
          <a:xfrm>
            <a:off x="8503730" y="2706446"/>
            <a:ext cx="23432" cy="2876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0" name="Shape 828"/>
          <p:cNvSpPr/>
          <p:nvPr/>
        </p:nvSpPr>
        <p:spPr>
          <a:xfrm>
            <a:off x="8527161" y="2735213"/>
            <a:ext cx="23432" cy="255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1" name="Shape 829"/>
          <p:cNvSpPr/>
          <p:nvPr/>
        </p:nvSpPr>
        <p:spPr>
          <a:xfrm>
            <a:off x="8550593" y="2760725"/>
            <a:ext cx="23431" cy="213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2" name="Shape 830"/>
          <p:cNvSpPr/>
          <p:nvPr/>
        </p:nvSpPr>
        <p:spPr>
          <a:xfrm>
            <a:off x="8574024" y="2782091"/>
            <a:ext cx="23432" cy="167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3" name="Shape 831"/>
          <p:cNvSpPr/>
          <p:nvPr/>
        </p:nvSpPr>
        <p:spPr>
          <a:xfrm>
            <a:off x="8597456" y="2798839"/>
            <a:ext cx="23432" cy="120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4" name="Shape 832"/>
          <p:cNvSpPr/>
          <p:nvPr/>
        </p:nvSpPr>
        <p:spPr>
          <a:xfrm>
            <a:off x="8620887" y="2810859"/>
            <a:ext cx="23431" cy="7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5" name="Shape 833"/>
          <p:cNvSpPr/>
          <p:nvPr/>
        </p:nvSpPr>
        <p:spPr>
          <a:xfrm>
            <a:off x="8644319" y="2818478"/>
            <a:ext cx="23432" cy="3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836" name="Shape 834"/>
          <p:cNvSpPr/>
          <p:nvPr/>
        </p:nvSpPr>
        <p:spPr>
          <a:xfrm flipV="1">
            <a:off x="6324600" y="2667641"/>
            <a:ext cx="23432" cy="300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 flipV="1">
            <a:off x="6348032" y="2664386"/>
            <a:ext cx="23431" cy="325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 flipV="1">
            <a:off x="6371463" y="2660840"/>
            <a:ext cx="23432" cy="354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 flipV="1">
            <a:off x="6394895" y="2642238"/>
            <a:ext cx="23432" cy="1860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 flipV="1">
            <a:off x="6418326" y="2623199"/>
            <a:ext cx="23431" cy="1903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 flipV="1">
            <a:off x="6441757" y="2603596"/>
            <a:ext cx="23432" cy="1960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 flipV="1">
            <a:off x="6465189" y="2583285"/>
            <a:ext cx="23432" cy="2031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 flipV="1">
            <a:off x="6488621" y="2562137"/>
            <a:ext cx="23431" cy="2114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6512052" y="2562137"/>
            <a:ext cx="23432" cy="27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6535484" y="2564864"/>
            <a:ext cx="23432" cy="176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6558915" y="2566628"/>
            <a:ext cx="23431" cy="80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 flipV="1">
            <a:off x="6582347" y="2567265"/>
            <a:ext cx="23432" cy="16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 flipV="1">
            <a:off x="6605778" y="2566155"/>
            <a:ext cx="23432" cy="110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6629210" y="2566155"/>
            <a:ext cx="23432" cy="1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 flipV="1">
            <a:off x="6652641" y="2565228"/>
            <a:ext cx="23431" cy="94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 flipV="1">
            <a:off x="6676073" y="2563319"/>
            <a:ext cx="23432" cy="190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 flipV="1">
            <a:off x="6699504" y="2560409"/>
            <a:ext cx="23431" cy="290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 flipV="1">
            <a:off x="6722935" y="2556500"/>
            <a:ext cx="23432" cy="39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6746367" y="2556500"/>
            <a:ext cx="23432" cy="254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6769799" y="2559045"/>
            <a:ext cx="23432" cy="150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6793230" y="2560555"/>
            <a:ext cx="23431" cy="52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 flipV="1">
            <a:off x="6816661" y="2560609"/>
            <a:ext cx="23432" cy="47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 flipV="1">
            <a:off x="6840093" y="2559118"/>
            <a:ext cx="23432" cy="149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6863525" y="2559118"/>
            <a:ext cx="23431" cy="28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6886956" y="2561955"/>
            <a:ext cx="23432" cy="18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6910388" y="2563791"/>
            <a:ext cx="23432" cy="85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 flipV="1">
            <a:off x="6933819" y="2564537"/>
            <a:ext cx="23431" cy="10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 flipV="1">
            <a:off x="6957251" y="2563446"/>
            <a:ext cx="23432" cy="109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6980682" y="2563446"/>
            <a:ext cx="23432" cy="4126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7004114" y="2604706"/>
            <a:ext cx="23431" cy="4056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7027545" y="2645274"/>
            <a:ext cx="23432" cy="4016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7050977" y="2685443"/>
            <a:ext cx="23432" cy="4002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>
            <a:off x="7074408" y="2725466"/>
            <a:ext cx="23431" cy="4015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>
            <a:off x="7097839" y="2765617"/>
            <a:ext cx="23432" cy="943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>
            <a:off x="7121271" y="2775054"/>
            <a:ext cx="23432" cy="99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7144703" y="2784965"/>
            <a:ext cx="23431" cy="1047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7168134" y="2795439"/>
            <a:ext cx="23432" cy="111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>
            <a:off x="7191566" y="2806549"/>
            <a:ext cx="23432" cy="1180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 flipV="1">
            <a:off x="7214997" y="2818169"/>
            <a:ext cx="23432" cy="18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>
            <a:off x="7238429" y="2818169"/>
            <a:ext cx="23431" cy="60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>
            <a:off x="7261860" y="2818769"/>
            <a:ext cx="23432" cy="140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7285292" y="2820169"/>
            <a:ext cx="23432" cy="220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7308723" y="2822369"/>
            <a:ext cx="23431" cy="30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 flipV="1">
            <a:off x="7332154" y="2814659"/>
            <a:ext cx="23432" cy="1072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 flipV="1">
            <a:off x="7355586" y="2804694"/>
            <a:ext cx="23432" cy="996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 flipV="1">
            <a:off x="7379018" y="2795420"/>
            <a:ext cx="23431" cy="927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 flipV="1">
            <a:off x="7402449" y="2786783"/>
            <a:ext cx="23432" cy="86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 flipV="1">
            <a:off x="7425881" y="2778691"/>
            <a:ext cx="23432" cy="809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 flipV="1">
            <a:off x="7449312" y="2771126"/>
            <a:ext cx="23431" cy="756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 flipV="1">
            <a:off x="7472744" y="2764035"/>
            <a:ext cx="23432" cy="709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 flipV="1">
            <a:off x="7496175" y="2757325"/>
            <a:ext cx="23432" cy="67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 flipV="1">
            <a:off x="7519607" y="2750997"/>
            <a:ext cx="23431" cy="63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 flipV="1">
            <a:off x="7543038" y="2744978"/>
            <a:ext cx="23432" cy="60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 flipV="1">
            <a:off x="7566470" y="2739250"/>
            <a:ext cx="23432" cy="57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 flipV="1">
            <a:off x="7589901" y="2733740"/>
            <a:ext cx="23431" cy="55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 flipV="1">
            <a:off x="7613333" y="2728430"/>
            <a:ext cx="23432" cy="531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 flipV="1">
            <a:off x="7636764" y="2723302"/>
            <a:ext cx="23432" cy="51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 flipV="1">
            <a:off x="7660196" y="2718283"/>
            <a:ext cx="23431" cy="50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 flipV="1">
            <a:off x="7683627" y="2713356"/>
            <a:ext cx="23432" cy="49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 flipV="1">
            <a:off x="7707058" y="2708500"/>
            <a:ext cx="23432" cy="485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 flipV="1">
            <a:off x="7730490" y="2703663"/>
            <a:ext cx="23431" cy="48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 flipV="1">
            <a:off x="7753921" y="2698808"/>
            <a:ext cx="23432" cy="485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 flipV="1">
            <a:off x="7777353" y="2693917"/>
            <a:ext cx="23432" cy="489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 flipV="1">
            <a:off x="7800785" y="2688934"/>
            <a:ext cx="23432" cy="498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 flipV="1">
            <a:off x="7824216" y="2683861"/>
            <a:ext cx="23431" cy="507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 flipV="1">
            <a:off x="7847648" y="2678624"/>
            <a:ext cx="23432" cy="52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 flipV="1">
            <a:off x="7871079" y="2673205"/>
            <a:ext cx="23432" cy="54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 flipV="1">
            <a:off x="7894511" y="2667568"/>
            <a:ext cx="23431" cy="563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 flipV="1">
            <a:off x="7917942" y="2661676"/>
            <a:ext cx="23432" cy="589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 flipV="1">
            <a:off x="7941374" y="2655476"/>
            <a:ext cx="23432" cy="620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 flipV="1">
            <a:off x="7964805" y="2648929"/>
            <a:ext cx="23431" cy="654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 flipV="1">
            <a:off x="7988237" y="2642001"/>
            <a:ext cx="23432" cy="692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 flipV="1">
            <a:off x="8011668" y="2634618"/>
            <a:ext cx="23431" cy="738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 flipV="1">
            <a:off x="8035100" y="2626763"/>
            <a:ext cx="23432" cy="785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0" name="Shape 908"/>
          <p:cNvSpPr/>
          <p:nvPr/>
        </p:nvSpPr>
        <p:spPr>
          <a:xfrm flipV="1">
            <a:off x="8058531" y="2618344"/>
            <a:ext cx="23432" cy="84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 flipV="1">
            <a:off x="8081962" y="2609343"/>
            <a:ext cx="23432" cy="900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 flipV="1">
            <a:off x="8105394" y="2596886"/>
            <a:ext cx="23432" cy="1245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 flipV="1">
            <a:off x="8128826" y="2583703"/>
            <a:ext cx="23431" cy="1318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 flipV="1">
            <a:off x="8152257" y="2569665"/>
            <a:ext cx="23432" cy="14038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 flipV="1">
            <a:off x="8175689" y="2554681"/>
            <a:ext cx="23431" cy="1498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 flipV="1">
            <a:off x="8199120" y="2538661"/>
            <a:ext cx="23432" cy="1602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 flipV="1">
            <a:off x="8222552" y="2521495"/>
            <a:ext cx="23432" cy="1716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>
            <a:off x="8245983" y="2521495"/>
            <a:ext cx="23432" cy="15566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>
            <a:off x="8269415" y="2537061"/>
            <a:ext cx="23431" cy="14420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>
            <a:off x="8292846" y="2551481"/>
            <a:ext cx="23432" cy="13347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8316278" y="2564828"/>
            <a:ext cx="23431" cy="1236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>
            <a:off x="8339709" y="2577193"/>
            <a:ext cx="23432" cy="1149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>
            <a:off x="8363141" y="2588685"/>
            <a:ext cx="23432" cy="1067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8386572" y="2599360"/>
            <a:ext cx="23432" cy="2298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8410004" y="2622344"/>
            <a:ext cx="23431" cy="2240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8433435" y="2644747"/>
            <a:ext cx="23432" cy="2198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8456867" y="2666732"/>
            <a:ext cx="23431" cy="2171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>
            <a:off x="8480298" y="2688443"/>
            <a:ext cx="23432" cy="2160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>
            <a:off x="8503730" y="2710046"/>
            <a:ext cx="23432" cy="2162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>
            <a:off x="8527161" y="2731667"/>
            <a:ext cx="23432" cy="21821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 flipV="1">
            <a:off x="8550593" y="2749633"/>
            <a:ext cx="23431" cy="3855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 flipV="1">
            <a:off x="8574024" y="2746069"/>
            <a:ext cx="23432" cy="3564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 flipV="1">
            <a:off x="8597456" y="2742796"/>
            <a:ext cx="23432" cy="3273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 flipV="1">
            <a:off x="8620887" y="2739777"/>
            <a:ext cx="23431" cy="3019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 flipV="1">
            <a:off x="8644319" y="2736995"/>
            <a:ext cx="23432" cy="2782"/>
          </a:xfrm>
          <a:prstGeom prst="line">
            <a:avLst/>
          </a:prstGeom>
          <a:noFill/>
          <a:ln w="22860">
            <a:solidFill>
              <a:srgbClr val="333333"/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6372035" y="263972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37" name="Shape 935"/>
          <p:cNvSpPr/>
          <p:nvPr/>
        </p:nvSpPr>
        <p:spPr>
          <a:xfrm>
            <a:off x="6489192" y="253634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38" name="Shape 936"/>
          <p:cNvSpPr/>
          <p:nvPr/>
        </p:nvSpPr>
        <p:spPr>
          <a:xfrm>
            <a:off x="6606350" y="254305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39" name="Shape 937"/>
          <p:cNvSpPr/>
          <p:nvPr/>
        </p:nvSpPr>
        <p:spPr>
          <a:xfrm>
            <a:off x="6723507" y="2532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0" name="Shape 938"/>
          <p:cNvSpPr/>
          <p:nvPr/>
        </p:nvSpPr>
        <p:spPr>
          <a:xfrm>
            <a:off x="6840665" y="25356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1" name="Shape 939"/>
          <p:cNvSpPr/>
          <p:nvPr/>
        </p:nvSpPr>
        <p:spPr>
          <a:xfrm>
            <a:off x="6957822" y="253549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2" name="Shape 940"/>
          <p:cNvSpPr/>
          <p:nvPr/>
        </p:nvSpPr>
        <p:spPr>
          <a:xfrm>
            <a:off x="7074980" y="27464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3" name="Shape 941"/>
          <p:cNvSpPr/>
          <p:nvPr/>
        </p:nvSpPr>
        <p:spPr>
          <a:xfrm>
            <a:off x="7192137" y="279698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4" name="Shape 942"/>
          <p:cNvSpPr/>
          <p:nvPr/>
        </p:nvSpPr>
        <p:spPr>
          <a:xfrm>
            <a:off x="7309295" y="28042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5" name="Shape 943"/>
          <p:cNvSpPr/>
          <p:nvPr/>
        </p:nvSpPr>
        <p:spPr>
          <a:xfrm>
            <a:off x="8082534" y="25868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6" name="Shape 944"/>
          <p:cNvSpPr/>
          <p:nvPr/>
        </p:nvSpPr>
        <p:spPr>
          <a:xfrm>
            <a:off x="8223123" y="24946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7" name="Shape 945"/>
          <p:cNvSpPr/>
          <p:nvPr/>
        </p:nvSpPr>
        <p:spPr>
          <a:xfrm>
            <a:off x="8363712" y="25749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8" name="Shape 946"/>
          <p:cNvSpPr/>
          <p:nvPr/>
        </p:nvSpPr>
        <p:spPr>
          <a:xfrm>
            <a:off x="8527733" y="27336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949" name="Text 947"/>
          <p:cNvSpPr txBox="1"/>
          <p:nvPr/>
        </p:nvSpPr>
        <p:spPr>
          <a:xfrm>
            <a:off x="6248400" y="3295650"/>
            <a:ext cx="249555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옆 점만 닮았다고 봐서 점마다 각이 집니다.</a:t>
            </a:r>
            <a:endParaRPr lang="en-US" sz="825" dirty="0"/>
          </a:p>
        </p:txBody>
      </p:sp>
      <p:sp>
        <p:nvSpPr>
          <p:cNvPr id="950" name="Text 948"/>
          <p:cNvSpPr txBox="1"/>
          <p:nvPr/>
        </p:nvSpPr>
        <p:spPr>
          <a:xfrm>
            <a:off x="6248400" y="373380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951" name="Text 949"/>
          <p:cNvSpPr txBox="1"/>
          <p:nvPr/>
        </p:nvSpPr>
        <p:spPr>
          <a:xfrm>
            <a:off x="6800850" y="3733800"/>
            <a:ext cx="19431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급한 변화를 놓치지 않습니다</a:t>
            </a:r>
            <a:endParaRPr lang="en-US" sz="788" dirty="0"/>
          </a:p>
        </p:txBody>
      </p:sp>
      <p:sp>
        <p:nvSpPr>
          <p:cNvPr id="952" name="Text 950"/>
          <p:cNvSpPr txBox="1"/>
          <p:nvPr/>
        </p:nvSpPr>
        <p:spPr>
          <a:xfrm>
            <a:off x="6248400" y="4095750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953" name="Text 951"/>
          <p:cNvSpPr txBox="1"/>
          <p:nvPr/>
        </p:nvSpPr>
        <p:spPr>
          <a:xfrm>
            <a:off x="6819900" y="4095750"/>
            <a:ext cx="1924050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잡음까지 따라가 구불거립니다</a:t>
            </a:r>
            <a:endParaRPr lang="en-US" sz="788" dirty="0"/>
          </a:p>
        </p:txBody>
      </p:sp>
      <p:sp>
        <p:nvSpPr>
          <p:cNvPr id="954" name="Shape 952"/>
          <p:cNvSpPr/>
          <p:nvPr/>
        </p:nvSpPr>
        <p:spPr>
          <a:xfrm>
            <a:off x="8839200" y="1924050"/>
            <a:ext cx="0" cy="241935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955" name="Text 953"/>
          <p:cNvSpPr txBox="1"/>
          <p:nvPr/>
        </p:nvSpPr>
        <p:spPr>
          <a:xfrm>
            <a:off x="8934450" y="1962150"/>
            <a:ext cx="14287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RBF</a:t>
            </a:r>
            <a:endParaRPr lang="en-US" sz="1125" dirty="0"/>
          </a:p>
        </p:txBody>
      </p:sp>
      <p:sp>
        <p:nvSpPr>
          <p:cNvPr id="956" name="Text 954"/>
          <p:cNvSpPr txBox="1"/>
          <p:nvPr/>
        </p:nvSpPr>
        <p:spPr>
          <a:xfrm>
            <a:off x="10363200" y="2000250"/>
            <a:ext cx="1066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고른 것</a:t>
            </a:r>
            <a:endParaRPr lang="en-US" sz="750" dirty="0"/>
          </a:p>
        </p:txBody>
      </p:sp>
      <p:sp>
        <p:nvSpPr>
          <p:cNvPr id="957" name="Shape 955"/>
          <p:cNvSpPr/>
          <p:nvPr/>
        </p:nvSpPr>
        <p:spPr>
          <a:xfrm>
            <a:off x="8934450" y="2209800"/>
            <a:ext cx="249555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9"/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>
            <a:off x="9010650" y="2705100"/>
            <a:ext cx="2343150" cy="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 flipV="1">
            <a:off x="9010650" y="2705282"/>
            <a:ext cx="23432" cy="205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0" name="Shape 958"/>
          <p:cNvSpPr/>
          <p:nvPr/>
        </p:nvSpPr>
        <p:spPr>
          <a:xfrm flipV="1">
            <a:off x="9034082" y="2686025"/>
            <a:ext cx="23431" cy="192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1" name="Shape 959"/>
          <p:cNvSpPr/>
          <p:nvPr/>
        </p:nvSpPr>
        <p:spPr>
          <a:xfrm flipV="1">
            <a:off x="9057513" y="2668532"/>
            <a:ext cx="23432" cy="174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2" name="Shape 960"/>
          <p:cNvSpPr/>
          <p:nvPr/>
        </p:nvSpPr>
        <p:spPr>
          <a:xfrm flipV="1">
            <a:off x="9080945" y="2653094"/>
            <a:ext cx="23432" cy="154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3" name="Shape 961"/>
          <p:cNvSpPr/>
          <p:nvPr/>
        </p:nvSpPr>
        <p:spPr>
          <a:xfrm flipV="1">
            <a:off x="9104376" y="2639692"/>
            <a:ext cx="23431" cy="134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4" name="Shape 962"/>
          <p:cNvSpPr/>
          <p:nvPr/>
        </p:nvSpPr>
        <p:spPr>
          <a:xfrm flipV="1">
            <a:off x="9127808" y="2628181"/>
            <a:ext cx="23432" cy="115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5" name="Shape 963"/>
          <p:cNvSpPr/>
          <p:nvPr/>
        </p:nvSpPr>
        <p:spPr>
          <a:xfrm flipV="1">
            <a:off x="9151239" y="2618144"/>
            <a:ext cx="23432" cy="100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6" name="Shape 964"/>
          <p:cNvSpPr/>
          <p:nvPr/>
        </p:nvSpPr>
        <p:spPr>
          <a:xfrm flipV="1">
            <a:off x="9174671" y="2609252"/>
            <a:ext cx="23431" cy="88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7" name="Shape 965"/>
          <p:cNvSpPr/>
          <p:nvPr/>
        </p:nvSpPr>
        <p:spPr>
          <a:xfrm flipV="1">
            <a:off x="9198102" y="2601214"/>
            <a:ext cx="23432" cy="80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8" name="Shape 966"/>
          <p:cNvSpPr/>
          <p:nvPr/>
        </p:nvSpPr>
        <p:spPr>
          <a:xfrm flipV="1">
            <a:off x="9221534" y="2593886"/>
            <a:ext cx="23432" cy="7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69" name="Shape 967"/>
          <p:cNvSpPr/>
          <p:nvPr/>
        </p:nvSpPr>
        <p:spPr>
          <a:xfrm flipV="1">
            <a:off x="9244965" y="2587176"/>
            <a:ext cx="23431" cy="6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0" name="Shape 968"/>
          <p:cNvSpPr/>
          <p:nvPr/>
        </p:nvSpPr>
        <p:spPr>
          <a:xfrm flipV="1">
            <a:off x="9268396" y="2581030"/>
            <a:ext cx="23432" cy="61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1" name="Shape 969"/>
          <p:cNvSpPr/>
          <p:nvPr/>
        </p:nvSpPr>
        <p:spPr>
          <a:xfrm flipV="1">
            <a:off x="9291828" y="2575357"/>
            <a:ext cx="23432" cy="56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2" name="Shape 970"/>
          <p:cNvSpPr/>
          <p:nvPr/>
        </p:nvSpPr>
        <p:spPr>
          <a:xfrm flipV="1">
            <a:off x="9315260" y="2570229"/>
            <a:ext cx="23432" cy="51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3" name="Shape 971"/>
          <p:cNvSpPr/>
          <p:nvPr/>
        </p:nvSpPr>
        <p:spPr>
          <a:xfrm flipV="1">
            <a:off x="9338691" y="2565646"/>
            <a:ext cx="23431" cy="45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4" name="Shape 972"/>
          <p:cNvSpPr/>
          <p:nvPr/>
        </p:nvSpPr>
        <p:spPr>
          <a:xfrm flipV="1">
            <a:off x="9362123" y="2561700"/>
            <a:ext cx="23432" cy="39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5" name="Shape 973"/>
          <p:cNvSpPr/>
          <p:nvPr/>
        </p:nvSpPr>
        <p:spPr>
          <a:xfrm flipV="1">
            <a:off x="9385554" y="2558463"/>
            <a:ext cx="23431" cy="3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6" name="Shape 974"/>
          <p:cNvSpPr/>
          <p:nvPr/>
        </p:nvSpPr>
        <p:spPr>
          <a:xfrm flipV="1">
            <a:off x="9408986" y="2556136"/>
            <a:ext cx="23432" cy="2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7" name="Shape 975"/>
          <p:cNvSpPr/>
          <p:nvPr/>
        </p:nvSpPr>
        <p:spPr>
          <a:xfrm flipV="1">
            <a:off x="9432417" y="2554918"/>
            <a:ext cx="23432" cy="12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8" name="Shape 976"/>
          <p:cNvSpPr/>
          <p:nvPr/>
        </p:nvSpPr>
        <p:spPr>
          <a:xfrm>
            <a:off x="9455849" y="2554918"/>
            <a:ext cx="23432" cy="1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79" name="Shape 977"/>
          <p:cNvSpPr/>
          <p:nvPr/>
        </p:nvSpPr>
        <p:spPr>
          <a:xfrm>
            <a:off x="9479280" y="2555045"/>
            <a:ext cx="23431" cy="17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0" name="Shape 978"/>
          <p:cNvSpPr/>
          <p:nvPr/>
        </p:nvSpPr>
        <p:spPr>
          <a:xfrm>
            <a:off x="9502712" y="2556827"/>
            <a:ext cx="23432" cy="3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1" name="Shape 979"/>
          <p:cNvSpPr/>
          <p:nvPr/>
        </p:nvSpPr>
        <p:spPr>
          <a:xfrm>
            <a:off x="9526143" y="2560536"/>
            <a:ext cx="23432" cy="58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2" name="Shape 980"/>
          <p:cNvSpPr/>
          <p:nvPr/>
        </p:nvSpPr>
        <p:spPr>
          <a:xfrm>
            <a:off x="9549575" y="2566410"/>
            <a:ext cx="23431" cy="82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3" name="Shape 981"/>
          <p:cNvSpPr/>
          <p:nvPr/>
        </p:nvSpPr>
        <p:spPr>
          <a:xfrm>
            <a:off x="9573006" y="2574702"/>
            <a:ext cx="23432" cy="108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4" name="Shape 982"/>
          <p:cNvSpPr/>
          <p:nvPr/>
        </p:nvSpPr>
        <p:spPr>
          <a:xfrm>
            <a:off x="9596438" y="2585503"/>
            <a:ext cx="23432" cy="133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5" name="Shape 983"/>
          <p:cNvSpPr/>
          <p:nvPr/>
        </p:nvSpPr>
        <p:spPr>
          <a:xfrm>
            <a:off x="9619869" y="2598832"/>
            <a:ext cx="23431" cy="158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6" name="Shape 984"/>
          <p:cNvSpPr/>
          <p:nvPr/>
        </p:nvSpPr>
        <p:spPr>
          <a:xfrm>
            <a:off x="9643301" y="2614634"/>
            <a:ext cx="23432" cy="180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7" name="Shape 985"/>
          <p:cNvSpPr/>
          <p:nvPr/>
        </p:nvSpPr>
        <p:spPr>
          <a:xfrm>
            <a:off x="9666732" y="2632727"/>
            <a:ext cx="23432" cy="200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8" name="Shape 986"/>
          <p:cNvSpPr/>
          <p:nvPr/>
        </p:nvSpPr>
        <p:spPr>
          <a:xfrm>
            <a:off x="9690164" y="2652803"/>
            <a:ext cx="23431" cy="216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89" name="Shape 987"/>
          <p:cNvSpPr/>
          <p:nvPr/>
        </p:nvSpPr>
        <p:spPr>
          <a:xfrm>
            <a:off x="9713595" y="2674478"/>
            <a:ext cx="23432" cy="227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0" name="Shape 988"/>
          <p:cNvSpPr/>
          <p:nvPr/>
        </p:nvSpPr>
        <p:spPr>
          <a:xfrm>
            <a:off x="9737027" y="2697208"/>
            <a:ext cx="23432" cy="232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1" name="Shape 989"/>
          <p:cNvSpPr/>
          <p:nvPr/>
        </p:nvSpPr>
        <p:spPr>
          <a:xfrm>
            <a:off x="9760458" y="2720484"/>
            <a:ext cx="23432" cy="231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2" name="Shape 990"/>
          <p:cNvSpPr/>
          <p:nvPr/>
        </p:nvSpPr>
        <p:spPr>
          <a:xfrm>
            <a:off x="9783890" y="2743596"/>
            <a:ext cx="23431" cy="223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3" name="Shape 991"/>
          <p:cNvSpPr/>
          <p:nvPr/>
        </p:nvSpPr>
        <p:spPr>
          <a:xfrm>
            <a:off x="9807321" y="2765944"/>
            <a:ext cx="23432" cy="208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4" name="Shape 992"/>
          <p:cNvSpPr/>
          <p:nvPr/>
        </p:nvSpPr>
        <p:spPr>
          <a:xfrm>
            <a:off x="9830753" y="2786801"/>
            <a:ext cx="23432" cy="188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5" name="Shape 993"/>
          <p:cNvSpPr/>
          <p:nvPr/>
        </p:nvSpPr>
        <p:spPr>
          <a:xfrm>
            <a:off x="9854184" y="2805603"/>
            <a:ext cx="23432" cy="161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6" name="Shape 994"/>
          <p:cNvSpPr/>
          <p:nvPr/>
        </p:nvSpPr>
        <p:spPr>
          <a:xfrm>
            <a:off x="9877616" y="2821769"/>
            <a:ext cx="23432" cy="132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7" name="Shape 995"/>
          <p:cNvSpPr/>
          <p:nvPr/>
        </p:nvSpPr>
        <p:spPr>
          <a:xfrm>
            <a:off x="9901047" y="2834989"/>
            <a:ext cx="23432" cy="100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8" name="Shape 996"/>
          <p:cNvSpPr/>
          <p:nvPr/>
        </p:nvSpPr>
        <p:spPr>
          <a:xfrm>
            <a:off x="9924479" y="2845045"/>
            <a:ext cx="23432" cy="69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99" name="Shape 997"/>
          <p:cNvSpPr/>
          <p:nvPr/>
        </p:nvSpPr>
        <p:spPr>
          <a:xfrm>
            <a:off x="9947910" y="2852027"/>
            <a:ext cx="23431" cy="42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0" name="Shape 998"/>
          <p:cNvSpPr/>
          <p:nvPr/>
        </p:nvSpPr>
        <p:spPr>
          <a:xfrm>
            <a:off x="9971342" y="2856319"/>
            <a:ext cx="23432" cy="21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1" name="Shape 999"/>
          <p:cNvSpPr/>
          <p:nvPr/>
        </p:nvSpPr>
        <p:spPr>
          <a:xfrm>
            <a:off x="9994773" y="2858446"/>
            <a:ext cx="23432" cy="5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2" name="Shape 1000"/>
          <p:cNvSpPr/>
          <p:nvPr/>
        </p:nvSpPr>
        <p:spPr>
          <a:xfrm flipV="1">
            <a:off x="10018205" y="2858337"/>
            <a:ext cx="23432" cy="6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3" name="Shape 1001"/>
          <p:cNvSpPr/>
          <p:nvPr/>
        </p:nvSpPr>
        <p:spPr>
          <a:xfrm flipV="1">
            <a:off x="10041636" y="2856919"/>
            <a:ext cx="23432" cy="14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4" name="Shape 1002"/>
          <p:cNvSpPr/>
          <p:nvPr/>
        </p:nvSpPr>
        <p:spPr>
          <a:xfrm flipV="1">
            <a:off x="10065068" y="2855028"/>
            <a:ext cx="23432" cy="18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5" name="Shape 1003"/>
          <p:cNvSpPr/>
          <p:nvPr/>
        </p:nvSpPr>
        <p:spPr>
          <a:xfrm flipV="1">
            <a:off x="10088499" y="2852973"/>
            <a:ext cx="23431" cy="20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6" name="Shape 1004"/>
          <p:cNvSpPr/>
          <p:nvPr/>
        </p:nvSpPr>
        <p:spPr>
          <a:xfrm flipV="1">
            <a:off x="10111930" y="2851027"/>
            <a:ext cx="23432" cy="19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7" name="Shape 1005"/>
          <p:cNvSpPr/>
          <p:nvPr/>
        </p:nvSpPr>
        <p:spPr>
          <a:xfrm flipV="1">
            <a:off x="10135362" y="2849482"/>
            <a:ext cx="23432" cy="15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8" name="Shape 1006"/>
          <p:cNvSpPr/>
          <p:nvPr/>
        </p:nvSpPr>
        <p:spPr>
          <a:xfrm flipV="1">
            <a:off x="10158794" y="2848572"/>
            <a:ext cx="23432" cy="9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09" name="Shape 1007"/>
          <p:cNvSpPr/>
          <p:nvPr/>
        </p:nvSpPr>
        <p:spPr>
          <a:xfrm flipV="1">
            <a:off x="10182225" y="2848482"/>
            <a:ext cx="23432" cy="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0" name="Shape 1008"/>
          <p:cNvSpPr/>
          <p:nvPr/>
        </p:nvSpPr>
        <p:spPr>
          <a:xfrm>
            <a:off x="10205657" y="2848482"/>
            <a:ext cx="23432" cy="7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1" name="Shape 1009"/>
          <p:cNvSpPr/>
          <p:nvPr/>
        </p:nvSpPr>
        <p:spPr>
          <a:xfrm>
            <a:off x="10229088" y="2849245"/>
            <a:ext cx="23432" cy="16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2" name="Shape 1010"/>
          <p:cNvSpPr/>
          <p:nvPr/>
        </p:nvSpPr>
        <p:spPr>
          <a:xfrm>
            <a:off x="10252520" y="2850864"/>
            <a:ext cx="23431" cy="24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3" name="Shape 1011"/>
          <p:cNvSpPr/>
          <p:nvPr/>
        </p:nvSpPr>
        <p:spPr>
          <a:xfrm>
            <a:off x="10275951" y="2853300"/>
            <a:ext cx="23432" cy="30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4" name="Shape 1012"/>
          <p:cNvSpPr/>
          <p:nvPr/>
        </p:nvSpPr>
        <p:spPr>
          <a:xfrm>
            <a:off x="10299383" y="2856319"/>
            <a:ext cx="23432" cy="33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5" name="Shape 1013"/>
          <p:cNvSpPr/>
          <p:nvPr/>
        </p:nvSpPr>
        <p:spPr>
          <a:xfrm>
            <a:off x="10322814" y="2859701"/>
            <a:ext cx="23432" cy="34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6" name="Shape 1014"/>
          <p:cNvSpPr/>
          <p:nvPr/>
        </p:nvSpPr>
        <p:spPr>
          <a:xfrm>
            <a:off x="10346246" y="2863138"/>
            <a:ext cx="23432" cy="31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7" name="Shape 1015"/>
          <p:cNvSpPr/>
          <p:nvPr/>
        </p:nvSpPr>
        <p:spPr>
          <a:xfrm>
            <a:off x="10369677" y="2866247"/>
            <a:ext cx="23432" cy="24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8" name="Shape 1016"/>
          <p:cNvSpPr/>
          <p:nvPr/>
        </p:nvSpPr>
        <p:spPr>
          <a:xfrm>
            <a:off x="10393109" y="2868684"/>
            <a:ext cx="23431" cy="13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19" name="Shape 1017"/>
          <p:cNvSpPr/>
          <p:nvPr/>
        </p:nvSpPr>
        <p:spPr>
          <a:xfrm flipV="1">
            <a:off x="10416540" y="2869811"/>
            <a:ext cx="23432" cy="1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0" name="Shape 1018"/>
          <p:cNvSpPr/>
          <p:nvPr/>
        </p:nvSpPr>
        <p:spPr>
          <a:xfrm flipV="1">
            <a:off x="10439971" y="2867757"/>
            <a:ext cx="23432" cy="20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1" name="Shape 1019"/>
          <p:cNvSpPr/>
          <p:nvPr/>
        </p:nvSpPr>
        <p:spPr>
          <a:xfrm flipV="1">
            <a:off x="10463403" y="2863520"/>
            <a:ext cx="23432" cy="4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2" name="Shape 1020"/>
          <p:cNvSpPr/>
          <p:nvPr/>
        </p:nvSpPr>
        <p:spPr>
          <a:xfrm flipV="1">
            <a:off x="10486835" y="2856828"/>
            <a:ext cx="23432" cy="66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3" name="Shape 1021"/>
          <p:cNvSpPr/>
          <p:nvPr/>
        </p:nvSpPr>
        <p:spPr>
          <a:xfrm flipV="1">
            <a:off x="10510266" y="2847481"/>
            <a:ext cx="23432" cy="93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4" name="Shape 1022"/>
          <p:cNvSpPr/>
          <p:nvPr/>
        </p:nvSpPr>
        <p:spPr>
          <a:xfrm flipV="1">
            <a:off x="10533698" y="2835407"/>
            <a:ext cx="23431" cy="120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5" name="Shape 1023"/>
          <p:cNvSpPr/>
          <p:nvPr/>
        </p:nvSpPr>
        <p:spPr>
          <a:xfrm flipV="1">
            <a:off x="10557129" y="2820605"/>
            <a:ext cx="23432" cy="148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6" name="Shape 1024"/>
          <p:cNvSpPr/>
          <p:nvPr/>
        </p:nvSpPr>
        <p:spPr>
          <a:xfrm flipV="1">
            <a:off x="10580561" y="2803240"/>
            <a:ext cx="23432" cy="173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7" name="Shape 1025"/>
          <p:cNvSpPr/>
          <p:nvPr/>
        </p:nvSpPr>
        <p:spPr>
          <a:xfrm flipV="1">
            <a:off x="10603992" y="2783510"/>
            <a:ext cx="23432" cy="197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8" name="Shape 1026"/>
          <p:cNvSpPr/>
          <p:nvPr/>
        </p:nvSpPr>
        <p:spPr>
          <a:xfrm flipV="1">
            <a:off x="10627424" y="2761762"/>
            <a:ext cx="23432" cy="217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29" name="Shape 1027"/>
          <p:cNvSpPr/>
          <p:nvPr/>
        </p:nvSpPr>
        <p:spPr>
          <a:xfrm flipV="1">
            <a:off x="10650855" y="2738486"/>
            <a:ext cx="23432" cy="2327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0" name="Shape 1028"/>
          <p:cNvSpPr/>
          <p:nvPr/>
        </p:nvSpPr>
        <p:spPr>
          <a:xfrm flipV="1">
            <a:off x="10674287" y="2714228"/>
            <a:ext cx="23431" cy="242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1" name="Shape 1029"/>
          <p:cNvSpPr/>
          <p:nvPr/>
        </p:nvSpPr>
        <p:spPr>
          <a:xfrm flipV="1">
            <a:off x="10697718" y="2689644"/>
            <a:ext cx="23432" cy="24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2" name="Shape 1030"/>
          <p:cNvSpPr/>
          <p:nvPr/>
        </p:nvSpPr>
        <p:spPr>
          <a:xfrm flipV="1">
            <a:off x="10721150" y="2665477"/>
            <a:ext cx="23432" cy="2416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3" name="Shape 1031"/>
          <p:cNvSpPr/>
          <p:nvPr/>
        </p:nvSpPr>
        <p:spPr>
          <a:xfrm flipV="1">
            <a:off x="10744581" y="2642492"/>
            <a:ext cx="23432" cy="229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4" name="Shape 1032"/>
          <p:cNvSpPr/>
          <p:nvPr/>
        </p:nvSpPr>
        <p:spPr>
          <a:xfrm flipV="1">
            <a:off x="10768013" y="2621453"/>
            <a:ext cx="23432" cy="210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5" name="Shape 1033"/>
          <p:cNvSpPr/>
          <p:nvPr/>
        </p:nvSpPr>
        <p:spPr>
          <a:xfrm flipV="1">
            <a:off x="10791444" y="2603015"/>
            <a:ext cx="23432" cy="184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6" name="Shape 1034"/>
          <p:cNvSpPr/>
          <p:nvPr/>
        </p:nvSpPr>
        <p:spPr>
          <a:xfrm flipV="1">
            <a:off x="10814876" y="2587522"/>
            <a:ext cx="23432" cy="154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7" name="Shape 1035"/>
          <p:cNvSpPr/>
          <p:nvPr/>
        </p:nvSpPr>
        <p:spPr>
          <a:xfrm flipV="1">
            <a:off x="10838307" y="2575138"/>
            <a:ext cx="23431" cy="123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8" name="Shape 1036"/>
          <p:cNvSpPr/>
          <p:nvPr/>
        </p:nvSpPr>
        <p:spPr>
          <a:xfrm flipV="1">
            <a:off x="10861738" y="2565883"/>
            <a:ext cx="23432" cy="92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39" name="Shape 1037"/>
          <p:cNvSpPr/>
          <p:nvPr/>
        </p:nvSpPr>
        <p:spPr>
          <a:xfrm flipV="1">
            <a:off x="10885170" y="2559845"/>
            <a:ext cx="23432" cy="60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0" name="Shape 1038"/>
          <p:cNvSpPr/>
          <p:nvPr/>
        </p:nvSpPr>
        <p:spPr>
          <a:xfrm flipV="1">
            <a:off x="10908602" y="2557154"/>
            <a:ext cx="23432" cy="26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1" name="Shape 1039"/>
          <p:cNvSpPr/>
          <p:nvPr/>
        </p:nvSpPr>
        <p:spPr>
          <a:xfrm>
            <a:off x="10932033" y="2557154"/>
            <a:ext cx="23432" cy="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2" name="Shape 1040"/>
          <p:cNvSpPr/>
          <p:nvPr/>
        </p:nvSpPr>
        <p:spPr>
          <a:xfrm>
            <a:off x="10955465" y="2558009"/>
            <a:ext cx="23432" cy="44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3" name="Shape 1041"/>
          <p:cNvSpPr/>
          <p:nvPr/>
        </p:nvSpPr>
        <p:spPr>
          <a:xfrm>
            <a:off x="10978896" y="2562500"/>
            <a:ext cx="23431" cy="81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4" name="Shape 1042"/>
          <p:cNvSpPr/>
          <p:nvPr/>
        </p:nvSpPr>
        <p:spPr>
          <a:xfrm>
            <a:off x="11002328" y="2570665"/>
            <a:ext cx="23432" cy="116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5" name="Shape 1043"/>
          <p:cNvSpPr/>
          <p:nvPr/>
        </p:nvSpPr>
        <p:spPr>
          <a:xfrm>
            <a:off x="11025759" y="2582357"/>
            <a:ext cx="23432" cy="149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6" name="Shape 1044"/>
          <p:cNvSpPr/>
          <p:nvPr/>
        </p:nvSpPr>
        <p:spPr>
          <a:xfrm>
            <a:off x="11049191" y="2597268"/>
            <a:ext cx="23432" cy="1772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7" name="Shape 1045"/>
          <p:cNvSpPr/>
          <p:nvPr/>
        </p:nvSpPr>
        <p:spPr>
          <a:xfrm>
            <a:off x="11072622" y="2614998"/>
            <a:ext cx="23432" cy="200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8" name="Shape 1046"/>
          <p:cNvSpPr/>
          <p:nvPr/>
        </p:nvSpPr>
        <p:spPr>
          <a:xfrm>
            <a:off x="11096054" y="2635000"/>
            <a:ext cx="23432" cy="2169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49" name="Shape 1047"/>
          <p:cNvSpPr/>
          <p:nvPr/>
        </p:nvSpPr>
        <p:spPr>
          <a:xfrm>
            <a:off x="11119485" y="2656694"/>
            <a:ext cx="23431" cy="227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0" name="Shape 1048"/>
          <p:cNvSpPr/>
          <p:nvPr/>
        </p:nvSpPr>
        <p:spPr>
          <a:xfrm>
            <a:off x="11142917" y="2679460"/>
            <a:ext cx="23432" cy="234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1" name="Shape 1049"/>
          <p:cNvSpPr/>
          <p:nvPr/>
        </p:nvSpPr>
        <p:spPr>
          <a:xfrm>
            <a:off x="11166348" y="2702900"/>
            <a:ext cx="23432" cy="238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2" name="Shape 1050"/>
          <p:cNvSpPr/>
          <p:nvPr/>
        </p:nvSpPr>
        <p:spPr>
          <a:xfrm>
            <a:off x="11189780" y="2726703"/>
            <a:ext cx="23432" cy="240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3" name="Shape 1051"/>
          <p:cNvSpPr/>
          <p:nvPr/>
        </p:nvSpPr>
        <p:spPr>
          <a:xfrm>
            <a:off x="11213211" y="2750724"/>
            <a:ext cx="23432" cy="242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4" name="Shape 1052"/>
          <p:cNvSpPr/>
          <p:nvPr/>
        </p:nvSpPr>
        <p:spPr>
          <a:xfrm>
            <a:off x="11236643" y="2774945"/>
            <a:ext cx="23432" cy="241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5" name="Shape 1053"/>
          <p:cNvSpPr/>
          <p:nvPr/>
        </p:nvSpPr>
        <p:spPr>
          <a:xfrm>
            <a:off x="11260074" y="2799130"/>
            <a:ext cx="23431" cy="238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6" name="Shape 1054"/>
          <p:cNvSpPr/>
          <p:nvPr/>
        </p:nvSpPr>
        <p:spPr>
          <a:xfrm>
            <a:off x="11283505" y="2822933"/>
            <a:ext cx="23432" cy="229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7" name="Shape 1055"/>
          <p:cNvSpPr/>
          <p:nvPr/>
        </p:nvSpPr>
        <p:spPr>
          <a:xfrm>
            <a:off x="11306937" y="2845845"/>
            <a:ext cx="23432" cy="215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8" name="Shape 1056"/>
          <p:cNvSpPr/>
          <p:nvPr/>
        </p:nvSpPr>
        <p:spPr>
          <a:xfrm>
            <a:off x="11330369" y="2867357"/>
            <a:ext cx="23432" cy="197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59" name="Shape 1057"/>
          <p:cNvSpPr/>
          <p:nvPr/>
        </p:nvSpPr>
        <p:spPr>
          <a:xfrm flipV="1">
            <a:off x="9010650" y="2638728"/>
            <a:ext cx="23432" cy="68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0" name="Shape 1058"/>
          <p:cNvSpPr/>
          <p:nvPr/>
        </p:nvSpPr>
        <p:spPr>
          <a:xfrm flipV="1">
            <a:off x="9034082" y="2630891"/>
            <a:ext cx="23431" cy="78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1" name="Shape 1059"/>
          <p:cNvSpPr/>
          <p:nvPr/>
        </p:nvSpPr>
        <p:spPr>
          <a:xfrm flipV="1">
            <a:off x="9057513" y="2622090"/>
            <a:ext cx="23432" cy="88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2" name="Shape 1060"/>
          <p:cNvSpPr/>
          <p:nvPr/>
        </p:nvSpPr>
        <p:spPr>
          <a:xfrm flipV="1">
            <a:off x="9080945" y="2612543"/>
            <a:ext cx="23432" cy="95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3" name="Shape 1061"/>
          <p:cNvSpPr/>
          <p:nvPr/>
        </p:nvSpPr>
        <p:spPr>
          <a:xfrm flipV="1">
            <a:off x="9104376" y="2602451"/>
            <a:ext cx="23431" cy="100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4" name="Shape 1062"/>
          <p:cNvSpPr/>
          <p:nvPr/>
        </p:nvSpPr>
        <p:spPr>
          <a:xfrm flipV="1">
            <a:off x="9127808" y="2592286"/>
            <a:ext cx="23432" cy="101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5" name="Shape 1063"/>
          <p:cNvSpPr/>
          <p:nvPr/>
        </p:nvSpPr>
        <p:spPr>
          <a:xfrm flipV="1">
            <a:off x="9151239" y="2582466"/>
            <a:ext cx="23432" cy="9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6" name="Shape 1064"/>
          <p:cNvSpPr/>
          <p:nvPr/>
        </p:nvSpPr>
        <p:spPr>
          <a:xfrm flipV="1">
            <a:off x="9174671" y="2573356"/>
            <a:ext cx="23431" cy="91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7" name="Shape 1065"/>
          <p:cNvSpPr/>
          <p:nvPr/>
        </p:nvSpPr>
        <p:spPr>
          <a:xfrm flipV="1">
            <a:off x="9198102" y="2565137"/>
            <a:ext cx="23432" cy="82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8" name="Shape 1066"/>
          <p:cNvSpPr/>
          <p:nvPr/>
        </p:nvSpPr>
        <p:spPr>
          <a:xfrm flipV="1">
            <a:off x="9221534" y="2557809"/>
            <a:ext cx="23432" cy="7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69" name="Shape 1067"/>
          <p:cNvSpPr/>
          <p:nvPr/>
        </p:nvSpPr>
        <p:spPr>
          <a:xfrm flipV="1">
            <a:off x="9244965" y="2551317"/>
            <a:ext cx="23431" cy="64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0" name="Shape 1068"/>
          <p:cNvSpPr/>
          <p:nvPr/>
        </p:nvSpPr>
        <p:spPr>
          <a:xfrm flipV="1">
            <a:off x="9268396" y="2545498"/>
            <a:ext cx="23432" cy="5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1" name="Shape 1069"/>
          <p:cNvSpPr/>
          <p:nvPr/>
        </p:nvSpPr>
        <p:spPr>
          <a:xfrm flipV="1">
            <a:off x="9291828" y="2540261"/>
            <a:ext cx="23432" cy="5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2" name="Shape 1070"/>
          <p:cNvSpPr/>
          <p:nvPr/>
        </p:nvSpPr>
        <p:spPr>
          <a:xfrm flipV="1">
            <a:off x="9315260" y="2535497"/>
            <a:ext cx="23432" cy="47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3" name="Shape 1071"/>
          <p:cNvSpPr/>
          <p:nvPr/>
        </p:nvSpPr>
        <p:spPr>
          <a:xfrm flipV="1">
            <a:off x="9338691" y="2531206"/>
            <a:ext cx="23431" cy="42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4" name="Shape 1072"/>
          <p:cNvSpPr/>
          <p:nvPr/>
        </p:nvSpPr>
        <p:spPr>
          <a:xfrm flipV="1">
            <a:off x="9362123" y="2527405"/>
            <a:ext cx="23432" cy="38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5" name="Shape 1073"/>
          <p:cNvSpPr/>
          <p:nvPr/>
        </p:nvSpPr>
        <p:spPr>
          <a:xfrm flipV="1">
            <a:off x="9385554" y="2524241"/>
            <a:ext cx="23431" cy="31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6" name="Shape 1074"/>
          <p:cNvSpPr/>
          <p:nvPr/>
        </p:nvSpPr>
        <p:spPr>
          <a:xfrm flipV="1">
            <a:off x="9408986" y="2521913"/>
            <a:ext cx="23432" cy="2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7" name="Shape 1075"/>
          <p:cNvSpPr/>
          <p:nvPr/>
        </p:nvSpPr>
        <p:spPr>
          <a:xfrm flipV="1">
            <a:off x="9432417" y="2520659"/>
            <a:ext cx="23432" cy="12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8" name="Shape 1076"/>
          <p:cNvSpPr/>
          <p:nvPr/>
        </p:nvSpPr>
        <p:spPr>
          <a:xfrm>
            <a:off x="9455849" y="2520659"/>
            <a:ext cx="23432" cy="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79" name="Shape 1077"/>
          <p:cNvSpPr/>
          <p:nvPr/>
        </p:nvSpPr>
        <p:spPr>
          <a:xfrm>
            <a:off x="9479280" y="2520750"/>
            <a:ext cx="23431" cy="17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0" name="Shape 1078"/>
          <p:cNvSpPr/>
          <p:nvPr/>
        </p:nvSpPr>
        <p:spPr>
          <a:xfrm>
            <a:off x="9502712" y="2522495"/>
            <a:ext cx="23432" cy="3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1" name="Shape 1079"/>
          <p:cNvSpPr/>
          <p:nvPr/>
        </p:nvSpPr>
        <p:spPr>
          <a:xfrm>
            <a:off x="9526143" y="2526205"/>
            <a:ext cx="23432" cy="58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2" name="Shape 1080"/>
          <p:cNvSpPr/>
          <p:nvPr/>
        </p:nvSpPr>
        <p:spPr>
          <a:xfrm>
            <a:off x="9549575" y="2532078"/>
            <a:ext cx="23431" cy="82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3" name="Shape 1081"/>
          <p:cNvSpPr/>
          <p:nvPr/>
        </p:nvSpPr>
        <p:spPr>
          <a:xfrm>
            <a:off x="9573006" y="2540370"/>
            <a:ext cx="23432" cy="1080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4" name="Shape 1082"/>
          <p:cNvSpPr/>
          <p:nvPr/>
        </p:nvSpPr>
        <p:spPr>
          <a:xfrm>
            <a:off x="9596438" y="2551172"/>
            <a:ext cx="23432" cy="133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5" name="Shape 1083"/>
          <p:cNvSpPr/>
          <p:nvPr/>
        </p:nvSpPr>
        <p:spPr>
          <a:xfrm>
            <a:off x="9619869" y="2564537"/>
            <a:ext cx="23431" cy="158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6" name="Shape 1084"/>
          <p:cNvSpPr/>
          <p:nvPr/>
        </p:nvSpPr>
        <p:spPr>
          <a:xfrm>
            <a:off x="9643301" y="2580375"/>
            <a:ext cx="23432" cy="181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7" name="Shape 1085"/>
          <p:cNvSpPr/>
          <p:nvPr/>
        </p:nvSpPr>
        <p:spPr>
          <a:xfrm>
            <a:off x="9666732" y="2598505"/>
            <a:ext cx="23432" cy="200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8" name="Shape 1086"/>
          <p:cNvSpPr/>
          <p:nvPr/>
        </p:nvSpPr>
        <p:spPr>
          <a:xfrm>
            <a:off x="9690164" y="2618580"/>
            <a:ext cx="23431" cy="2160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89" name="Shape 1087"/>
          <p:cNvSpPr/>
          <p:nvPr/>
        </p:nvSpPr>
        <p:spPr>
          <a:xfrm>
            <a:off x="9713595" y="2640183"/>
            <a:ext cx="23432" cy="22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0" name="Shape 1088"/>
          <p:cNvSpPr/>
          <p:nvPr/>
        </p:nvSpPr>
        <p:spPr>
          <a:xfrm>
            <a:off x="9737027" y="2662767"/>
            <a:ext cx="23432" cy="229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1" name="Shape 1089"/>
          <p:cNvSpPr/>
          <p:nvPr/>
        </p:nvSpPr>
        <p:spPr>
          <a:xfrm>
            <a:off x="9760458" y="2685752"/>
            <a:ext cx="23432" cy="227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2" name="Shape 1090"/>
          <p:cNvSpPr/>
          <p:nvPr/>
        </p:nvSpPr>
        <p:spPr>
          <a:xfrm>
            <a:off x="9783890" y="2708500"/>
            <a:ext cx="23431" cy="219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3" name="Shape 1091"/>
          <p:cNvSpPr/>
          <p:nvPr/>
        </p:nvSpPr>
        <p:spPr>
          <a:xfrm>
            <a:off x="9807321" y="2730412"/>
            <a:ext cx="23432" cy="2053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4" name="Shape 1092"/>
          <p:cNvSpPr/>
          <p:nvPr/>
        </p:nvSpPr>
        <p:spPr>
          <a:xfrm>
            <a:off x="9830753" y="2750942"/>
            <a:ext cx="23432" cy="1858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5" name="Shape 1093"/>
          <p:cNvSpPr/>
          <p:nvPr/>
        </p:nvSpPr>
        <p:spPr>
          <a:xfrm>
            <a:off x="9854184" y="2769526"/>
            <a:ext cx="23432" cy="162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6" name="Shape 1094"/>
          <p:cNvSpPr/>
          <p:nvPr/>
        </p:nvSpPr>
        <p:spPr>
          <a:xfrm>
            <a:off x="9877616" y="2785728"/>
            <a:ext cx="23432" cy="134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7" name="Shape 1095"/>
          <p:cNvSpPr/>
          <p:nvPr/>
        </p:nvSpPr>
        <p:spPr>
          <a:xfrm>
            <a:off x="9901047" y="2799130"/>
            <a:ext cx="23432" cy="102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8" name="Shape 1096"/>
          <p:cNvSpPr/>
          <p:nvPr/>
        </p:nvSpPr>
        <p:spPr>
          <a:xfrm>
            <a:off x="9924479" y="2809404"/>
            <a:ext cx="23432" cy="67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099" name="Shape 1097"/>
          <p:cNvSpPr/>
          <p:nvPr/>
        </p:nvSpPr>
        <p:spPr>
          <a:xfrm>
            <a:off x="9947910" y="2816168"/>
            <a:ext cx="23431" cy="29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0" name="Shape 1098"/>
          <p:cNvSpPr/>
          <p:nvPr/>
        </p:nvSpPr>
        <p:spPr>
          <a:xfrm flipV="1">
            <a:off x="9971342" y="2817896"/>
            <a:ext cx="23432" cy="11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1" name="Shape 1099"/>
          <p:cNvSpPr/>
          <p:nvPr/>
        </p:nvSpPr>
        <p:spPr>
          <a:xfrm flipV="1">
            <a:off x="9994773" y="2812550"/>
            <a:ext cx="23432" cy="53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2" name="Shape 1100"/>
          <p:cNvSpPr/>
          <p:nvPr/>
        </p:nvSpPr>
        <p:spPr>
          <a:xfrm flipV="1">
            <a:off x="10018205" y="2803312"/>
            <a:ext cx="23432" cy="92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3" name="Shape 1101"/>
          <p:cNvSpPr/>
          <p:nvPr/>
        </p:nvSpPr>
        <p:spPr>
          <a:xfrm flipV="1">
            <a:off x="10041636" y="2790729"/>
            <a:ext cx="23432" cy="125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4" name="Shape 1102"/>
          <p:cNvSpPr/>
          <p:nvPr/>
        </p:nvSpPr>
        <p:spPr>
          <a:xfrm flipV="1">
            <a:off x="10065068" y="2775454"/>
            <a:ext cx="23432" cy="152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5" name="Shape 1103"/>
          <p:cNvSpPr/>
          <p:nvPr/>
        </p:nvSpPr>
        <p:spPr>
          <a:xfrm flipV="1">
            <a:off x="10088499" y="2758307"/>
            <a:ext cx="23431" cy="171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6" name="Shape 1104"/>
          <p:cNvSpPr/>
          <p:nvPr/>
        </p:nvSpPr>
        <p:spPr>
          <a:xfrm flipV="1">
            <a:off x="10111930" y="2739995"/>
            <a:ext cx="23432" cy="183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7" name="Shape 1105"/>
          <p:cNvSpPr/>
          <p:nvPr/>
        </p:nvSpPr>
        <p:spPr>
          <a:xfrm flipV="1">
            <a:off x="10135362" y="2721247"/>
            <a:ext cx="23432" cy="187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8" name="Shape 1106"/>
          <p:cNvSpPr/>
          <p:nvPr/>
        </p:nvSpPr>
        <p:spPr>
          <a:xfrm flipV="1">
            <a:off x="10158794" y="2702809"/>
            <a:ext cx="23432" cy="1843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09" name="Shape 1107"/>
          <p:cNvSpPr/>
          <p:nvPr/>
        </p:nvSpPr>
        <p:spPr>
          <a:xfrm flipV="1">
            <a:off x="10182225" y="2685261"/>
            <a:ext cx="23432" cy="175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0" name="Shape 1108"/>
          <p:cNvSpPr/>
          <p:nvPr/>
        </p:nvSpPr>
        <p:spPr>
          <a:xfrm flipV="1">
            <a:off x="10205657" y="2669150"/>
            <a:ext cx="23432" cy="161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1" name="Shape 1109"/>
          <p:cNvSpPr/>
          <p:nvPr/>
        </p:nvSpPr>
        <p:spPr>
          <a:xfrm flipV="1">
            <a:off x="10229088" y="2654876"/>
            <a:ext cx="23432" cy="142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2" name="Shape 1110"/>
          <p:cNvSpPr/>
          <p:nvPr/>
        </p:nvSpPr>
        <p:spPr>
          <a:xfrm flipV="1">
            <a:off x="10252520" y="2642801"/>
            <a:ext cx="23431" cy="120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3" name="Shape 1111"/>
          <p:cNvSpPr/>
          <p:nvPr/>
        </p:nvSpPr>
        <p:spPr>
          <a:xfrm flipV="1">
            <a:off x="10275951" y="2633091"/>
            <a:ext cx="23432" cy="9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4" name="Shape 1112"/>
          <p:cNvSpPr/>
          <p:nvPr/>
        </p:nvSpPr>
        <p:spPr>
          <a:xfrm flipV="1">
            <a:off x="10299383" y="2625817"/>
            <a:ext cx="23432" cy="72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5" name="Shape 1113"/>
          <p:cNvSpPr/>
          <p:nvPr/>
        </p:nvSpPr>
        <p:spPr>
          <a:xfrm flipV="1">
            <a:off x="10322814" y="2620962"/>
            <a:ext cx="23432" cy="485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6" name="Shape 1114"/>
          <p:cNvSpPr/>
          <p:nvPr/>
        </p:nvSpPr>
        <p:spPr>
          <a:xfrm flipV="1">
            <a:off x="10346246" y="2618362"/>
            <a:ext cx="23432" cy="26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7" name="Shape 1115"/>
          <p:cNvSpPr/>
          <p:nvPr/>
        </p:nvSpPr>
        <p:spPr>
          <a:xfrm flipV="1">
            <a:off x="10369677" y="2617780"/>
            <a:ext cx="23432" cy="5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8" name="Shape 1116"/>
          <p:cNvSpPr/>
          <p:nvPr/>
        </p:nvSpPr>
        <p:spPr>
          <a:xfrm>
            <a:off x="10393109" y="2617780"/>
            <a:ext cx="23431" cy="11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19" name="Shape 1117"/>
          <p:cNvSpPr/>
          <p:nvPr/>
        </p:nvSpPr>
        <p:spPr>
          <a:xfrm>
            <a:off x="10416540" y="2618907"/>
            <a:ext cx="23432" cy="24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0" name="Shape 1118"/>
          <p:cNvSpPr/>
          <p:nvPr/>
        </p:nvSpPr>
        <p:spPr>
          <a:xfrm>
            <a:off x="10439971" y="2621308"/>
            <a:ext cx="23432" cy="3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1" name="Shape 1119"/>
          <p:cNvSpPr/>
          <p:nvPr/>
        </p:nvSpPr>
        <p:spPr>
          <a:xfrm>
            <a:off x="10463403" y="2624635"/>
            <a:ext cx="23432" cy="37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2" name="Shape 1120"/>
          <p:cNvSpPr/>
          <p:nvPr/>
        </p:nvSpPr>
        <p:spPr>
          <a:xfrm>
            <a:off x="10486835" y="2628363"/>
            <a:ext cx="23432" cy="37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3" name="Shape 1121"/>
          <p:cNvSpPr/>
          <p:nvPr/>
        </p:nvSpPr>
        <p:spPr>
          <a:xfrm>
            <a:off x="10510266" y="2632073"/>
            <a:ext cx="23432" cy="32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4" name="Shape 1122"/>
          <p:cNvSpPr/>
          <p:nvPr/>
        </p:nvSpPr>
        <p:spPr>
          <a:xfrm>
            <a:off x="10533698" y="2635309"/>
            <a:ext cx="23431" cy="23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5" name="Shape 1123"/>
          <p:cNvSpPr/>
          <p:nvPr/>
        </p:nvSpPr>
        <p:spPr>
          <a:xfrm>
            <a:off x="10557129" y="2637673"/>
            <a:ext cx="23432" cy="112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6" name="Shape 1124"/>
          <p:cNvSpPr/>
          <p:nvPr/>
        </p:nvSpPr>
        <p:spPr>
          <a:xfrm flipV="1">
            <a:off x="10580561" y="2638419"/>
            <a:ext cx="23432" cy="3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7" name="Shape 1125"/>
          <p:cNvSpPr/>
          <p:nvPr/>
        </p:nvSpPr>
        <p:spPr>
          <a:xfrm flipV="1">
            <a:off x="10603992" y="2636328"/>
            <a:ext cx="23432" cy="209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8" name="Shape 1126"/>
          <p:cNvSpPr/>
          <p:nvPr/>
        </p:nvSpPr>
        <p:spPr>
          <a:xfrm flipV="1">
            <a:off x="10627424" y="2632400"/>
            <a:ext cx="23432" cy="39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29" name="Shape 1127"/>
          <p:cNvSpPr/>
          <p:nvPr/>
        </p:nvSpPr>
        <p:spPr>
          <a:xfrm flipV="1">
            <a:off x="10650855" y="2626581"/>
            <a:ext cx="23432" cy="581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0" name="Shape 1128"/>
          <p:cNvSpPr/>
          <p:nvPr/>
        </p:nvSpPr>
        <p:spPr>
          <a:xfrm flipV="1">
            <a:off x="10674287" y="2618944"/>
            <a:ext cx="23431" cy="763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1" name="Shape 1129"/>
          <p:cNvSpPr/>
          <p:nvPr/>
        </p:nvSpPr>
        <p:spPr>
          <a:xfrm flipV="1">
            <a:off x="10697718" y="2609634"/>
            <a:ext cx="23432" cy="93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2" name="Shape 1130"/>
          <p:cNvSpPr/>
          <p:nvPr/>
        </p:nvSpPr>
        <p:spPr>
          <a:xfrm flipV="1">
            <a:off x="10721150" y="2598814"/>
            <a:ext cx="23432" cy="108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3" name="Shape 1131"/>
          <p:cNvSpPr/>
          <p:nvPr/>
        </p:nvSpPr>
        <p:spPr>
          <a:xfrm flipV="1">
            <a:off x="10744581" y="2586776"/>
            <a:ext cx="23432" cy="120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4" name="Shape 1132"/>
          <p:cNvSpPr/>
          <p:nvPr/>
        </p:nvSpPr>
        <p:spPr>
          <a:xfrm flipV="1">
            <a:off x="10768013" y="2573884"/>
            <a:ext cx="23432" cy="128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5" name="Shape 1133"/>
          <p:cNvSpPr/>
          <p:nvPr/>
        </p:nvSpPr>
        <p:spPr>
          <a:xfrm flipV="1">
            <a:off x="10791444" y="2560646"/>
            <a:ext cx="23432" cy="132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6" name="Shape 1134"/>
          <p:cNvSpPr/>
          <p:nvPr/>
        </p:nvSpPr>
        <p:spPr>
          <a:xfrm flipV="1">
            <a:off x="10814876" y="2547808"/>
            <a:ext cx="23432" cy="128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7" name="Shape 1135"/>
          <p:cNvSpPr/>
          <p:nvPr/>
        </p:nvSpPr>
        <p:spPr>
          <a:xfrm flipV="1">
            <a:off x="10838307" y="2536297"/>
            <a:ext cx="23431" cy="1151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8" name="Shape 1136"/>
          <p:cNvSpPr/>
          <p:nvPr/>
        </p:nvSpPr>
        <p:spPr>
          <a:xfrm flipV="1">
            <a:off x="10861738" y="2527005"/>
            <a:ext cx="23432" cy="92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39" name="Shape 1137"/>
          <p:cNvSpPr/>
          <p:nvPr/>
        </p:nvSpPr>
        <p:spPr>
          <a:xfrm flipV="1">
            <a:off x="10885170" y="2520677"/>
            <a:ext cx="23432" cy="63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0" name="Shape 1138"/>
          <p:cNvSpPr/>
          <p:nvPr/>
        </p:nvSpPr>
        <p:spPr>
          <a:xfrm flipV="1">
            <a:off x="10908602" y="2517767"/>
            <a:ext cx="23432" cy="290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1" name="Shape 1139"/>
          <p:cNvSpPr/>
          <p:nvPr/>
        </p:nvSpPr>
        <p:spPr>
          <a:xfrm>
            <a:off x="10932033" y="2517767"/>
            <a:ext cx="23432" cy="7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2" name="Shape 1140"/>
          <p:cNvSpPr/>
          <p:nvPr/>
        </p:nvSpPr>
        <p:spPr>
          <a:xfrm>
            <a:off x="10955465" y="2518513"/>
            <a:ext cx="23432" cy="438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3" name="Shape 1141"/>
          <p:cNvSpPr/>
          <p:nvPr/>
        </p:nvSpPr>
        <p:spPr>
          <a:xfrm>
            <a:off x="10978896" y="2522895"/>
            <a:ext cx="23431" cy="798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4" name="Shape 1142"/>
          <p:cNvSpPr/>
          <p:nvPr/>
        </p:nvSpPr>
        <p:spPr>
          <a:xfrm>
            <a:off x="11002328" y="2530878"/>
            <a:ext cx="23432" cy="113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5" name="Shape 1143"/>
          <p:cNvSpPr/>
          <p:nvPr/>
        </p:nvSpPr>
        <p:spPr>
          <a:xfrm>
            <a:off x="11025759" y="2542243"/>
            <a:ext cx="23432" cy="144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6" name="Shape 1144"/>
          <p:cNvSpPr/>
          <p:nvPr/>
        </p:nvSpPr>
        <p:spPr>
          <a:xfrm>
            <a:off x="11049191" y="2556718"/>
            <a:ext cx="23432" cy="1729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7" name="Shape 1145"/>
          <p:cNvSpPr/>
          <p:nvPr/>
        </p:nvSpPr>
        <p:spPr>
          <a:xfrm>
            <a:off x="11072622" y="2574011"/>
            <a:ext cx="23432" cy="196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8" name="Shape 1146"/>
          <p:cNvSpPr/>
          <p:nvPr/>
        </p:nvSpPr>
        <p:spPr>
          <a:xfrm>
            <a:off x="11096054" y="2593686"/>
            <a:ext cx="23432" cy="216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49" name="Shape 1147"/>
          <p:cNvSpPr/>
          <p:nvPr/>
        </p:nvSpPr>
        <p:spPr>
          <a:xfrm>
            <a:off x="11119485" y="2615307"/>
            <a:ext cx="23431" cy="229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0" name="Shape 1148"/>
          <p:cNvSpPr/>
          <p:nvPr/>
        </p:nvSpPr>
        <p:spPr>
          <a:xfrm>
            <a:off x="11142917" y="2638255"/>
            <a:ext cx="23432" cy="235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1" name="Shape 1149"/>
          <p:cNvSpPr/>
          <p:nvPr/>
        </p:nvSpPr>
        <p:spPr>
          <a:xfrm>
            <a:off x="11166348" y="2661840"/>
            <a:ext cx="23432" cy="232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2" name="Shape 1150"/>
          <p:cNvSpPr/>
          <p:nvPr/>
        </p:nvSpPr>
        <p:spPr>
          <a:xfrm>
            <a:off x="11189780" y="2685097"/>
            <a:ext cx="23432" cy="219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3" name="Shape 1151"/>
          <p:cNvSpPr/>
          <p:nvPr/>
        </p:nvSpPr>
        <p:spPr>
          <a:xfrm>
            <a:off x="11213211" y="2707009"/>
            <a:ext cx="23432" cy="1960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4" name="Shape 1152"/>
          <p:cNvSpPr/>
          <p:nvPr/>
        </p:nvSpPr>
        <p:spPr>
          <a:xfrm>
            <a:off x="11236643" y="2726612"/>
            <a:ext cx="23432" cy="164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5" name="Shape 1153"/>
          <p:cNvSpPr/>
          <p:nvPr/>
        </p:nvSpPr>
        <p:spPr>
          <a:xfrm>
            <a:off x="11260074" y="2743087"/>
            <a:ext cx="23431" cy="1296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6" name="Shape 1154"/>
          <p:cNvSpPr/>
          <p:nvPr/>
        </p:nvSpPr>
        <p:spPr>
          <a:xfrm>
            <a:off x="11283505" y="2756052"/>
            <a:ext cx="23432" cy="93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7" name="Shape 1155"/>
          <p:cNvSpPr/>
          <p:nvPr/>
        </p:nvSpPr>
        <p:spPr>
          <a:xfrm>
            <a:off x="11306937" y="2765362"/>
            <a:ext cx="23432" cy="56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8" name="Shape 1156"/>
          <p:cNvSpPr/>
          <p:nvPr/>
        </p:nvSpPr>
        <p:spPr>
          <a:xfrm>
            <a:off x="11330369" y="2771054"/>
            <a:ext cx="23432" cy="21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159" name="Shape 1157"/>
          <p:cNvSpPr/>
          <p:nvPr/>
        </p:nvSpPr>
        <p:spPr>
          <a:xfrm>
            <a:off x="9010650" y="2645602"/>
            <a:ext cx="29147" cy="8026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0" name="Shape 1158"/>
          <p:cNvSpPr/>
          <p:nvPr/>
        </p:nvSpPr>
        <p:spPr>
          <a:xfrm>
            <a:off x="9034082" y="2638728"/>
            <a:ext cx="29146" cy="6655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1" name="Shape 1159"/>
          <p:cNvSpPr/>
          <p:nvPr/>
        </p:nvSpPr>
        <p:spPr>
          <a:xfrm>
            <a:off x="9057513" y="2630891"/>
            <a:ext cx="29147" cy="551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2" name="Shape 1160"/>
          <p:cNvSpPr/>
          <p:nvPr/>
        </p:nvSpPr>
        <p:spPr>
          <a:xfrm>
            <a:off x="9080945" y="2622090"/>
            <a:ext cx="29147" cy="4644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3" name="Shape 1161"/>
          <p:cNvSpPr/>
          <p:nvPr/>
        </p:nvSpPr>
        <p:spPr>
          <a:xfrm>
            <a:off x="9104376" y="2612543"/>
            <a:ext cx="29146" cy="405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4" name="Shape 1162"/>
          <p:cNvSpPr/>
          <p:nvPr/>
        </p:nvSpPr>
        <p:spPr>
          <a:xfrm>
            <a:off x="9127808" y="2602451"/>
            <a:ext cx="29147" cy="372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5" name="Shape 1163"/>
          <p:cNvSpPr/>
          <p:nvPr/>
        </p:nvSpPr>
        <p:spPr>
          <a:xfrm>
            <a:off x="9151239" y="2592286"/>
            <a:ext cx="29147" cy="358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6" name="Shape 1164"/>
          <p:cNvSpPr/>
          <p:nvPr/>
        </p:nvSpPr>
        <p:spPr>
          <a:xfrm>
            <a:off x="9174671" y="2582466"/>
            <a:ext cx="29146" cy="356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7" name="Shape 1165"/>
          <p:cNvSpPr/>
          <p:nvPr/>
        </p:nvSpPr>
        <p:spPr>
          <a:xfrm>
            <a:off x="9198102" y="2573356"/>
            <a:ext cx="29147" cy="358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8" name="Shape 1166"/>
          <p:cNvSpPr/>
          <p:nvPr/>
        </p:nvSpPr>
        <p:spPr>
          <a:xfrm>
            <a:off x="9221534" y="2565137"/>
            <a:ext cx="29147" cy="360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69" name="Shape 1167"/>
          <p:cNvSpPr/>
          <p:nvPr/>
        </p:nvSpPr>
        <p:spPr>
          <a:xfrm>
            <a:off x="9244965" y="2557809"/>
            <a:ext cx="29146" cy="360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0" name="Shape 1168"/>
          <p:cNvSpPr/>
          <p:nvPr/>
        </p:nvSpPr>
        <p:spPr>
          <a:xfrm>
            <a:off x="9268396" y="2551317"/>
            <a:ext cx="29147" cy="358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1" name="Shape 1169"/>
          <p:cNvSpPr/>
          <p:nvPr/>
        </p:nvSpPr>
        <p:spPr>
          <a:xfrm>
            <a:off x="9291828" y="2545498"/>
            <a:ext cx="29147" cy="355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2" name="Shape 1170"/>
          <p:cNvSpPr/>
          <p:nvPr/>
        </p:nvSpPr>
        <p:spPr>
          <a:xfrm>
            <a:off x="9315260" y="2540261"/>
            <a:ext cx="29147" cy="350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3" name="Shape 1171"/>
          <p:cNvSpPr/>
          <p:nvPr/>
        </p:nvSpPr>
        <p:spPr>
          <a:xfrm>
            <a:off x="9338691" y="2535497"/>
            <a:ext cx="29146" cy="347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4" name="Shape 1172"/>
          <p:cNvSpPr/>
          <p:nvPr/>
        </p:nvSpPr>
        <p:spPr>
          <a:xfrm>
            <a:off x="9362123" y="2531206"/>
            <a:ext cx="29147" cy="344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5" name="Shape 1173"/>
          <p:cNvSpPr/>
          <p:nvPr/>
        </p:nvSpPr>
        <p:spPr>
          <a:xfrm>
            <a:off x="9385554" y="2527405"/>
            <a:ext cx="29146" cy="342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6" name="Shape 1174"/>
          <p:cNvSpPr/>
          <p:nvPr/>
        </p:nvSpPr>
        <p:spPr>
          <a:xfrm>
            <a:off x="9408986" y="2524241"/>
            <a:ext cx="29147" cy="342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7" name="Shape 1175"/>
          <p:cNvSpPr/>
          <p:nvPr/>
        </p:nvSpPr>
        <p:spPr>
          <a:xfrm>
            <a:off x="9432417" y="2521913"/>
            <a:ext cx="29147" cy="342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8" name="Shape 1176"/>
          <p:cNvSpPr/>
          <p:nvPr/>
        </p:nvSpPr>
        <p:spPr>
          <a:xfrm>
            <a:off x="9455849" y="2520659"/>
            <a:ext cx="29147" cy="342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79" name="Shape 1177"/>
          <p:cNvSpPr/>
          <p:nvPr/>
        </p:nvSpPr>
        <p:spPr>
          <a:xfrm>
            <a:off x="9479280" y="2520750"/>
            <a:ext cx="29146" cy="342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0" name="Shape 1178"/>
          <p:cNvSpPr/>
          <p:nvPr/>
        </p:nvSpPr>
        <p:spPr>
          <a:xfrm>
            <a:off x="9502712" y="2522495"/>
            <a:ext cx="29147" cy="343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1" name="Shape 1179"/>
          <p:cNvSpPr/>
          <p:nvPr/>
        </p:nvSpPr>
        <p:spPr>
          <a:xfrm>
            <a:off x="9526143" y="2526205"/>
            <a:ext cx="29147" cy="343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2" name="Shape 1180"/>
          <p:cNvSpPr/>
          <p:nvPr/>
        </p:nvSpPr>
        <p:spPr>
          <a:xfrm>
            <a:off x="9549575" y="2532078"/>
            <a:ext cx="29146" cy="343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3" name="Shape 1181"/>
          <p:cNvSpPr/>
          <p:nvPr/>
        </p:nvSpPr>
        <p:spPr>
          <a:xfrm>
            <a:off x="9573006" y="2540370"/>
            <a:ext cx="29147" cy="343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4" name="Shape 1182"/>
          <p:cNvSpPr/>
          <p:nvPr/>
        </p:nvSpPr>
        <p:spPr>
          <a:xfrm>
            <a:off x="9596438" y="2551172"/>
            <a:ext cx="29147" cy="343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5" name="Shape 1183"/>
          <p:cNvSpPr/>
          <p:nvPr/>
        </p:nvSpPr>
        <p:spPr>
          <a:xfrm>
            <a:off x="9619869" y="2564537"/>
            <a:ext cx="29146" cy="342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6" name="Shape 1184"/>
          <p:cNvSpPr/>
          <p:nvPr/>
        </p:nvSpPr>
        <p:spPr>
          <a:xfrm>
            <a:off x="9643301" y="2580375"/>
            <a:ext cx="29147" cy="342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7" name="Shape 1185"/>
          <p:cNvSpPr/>
          <p:nvPr/>
        </p:nvSpPr>
        <p:spPr>
          <a:xfrm>
            <a:off x="9666732" y="2598505"/>
            <a:ext cx="29147" cy="342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8" name="Shape 1186"/>
          <p:cNvSpPr/>
          <p:nvPr/>
        </p:nvSpPr>
        <p:spPr>
          <a:xfrm>
            <a:off x="9690164" y="2618580"/>
            <a:ext cx="29146" cy="3422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89" name="Shape 1187"/>
          <p:cNvSpPr/>
          <p:nvPr/>
        </p:nvSpPr>
        <p:spPr>
          <a:xfrm>
            <a:off x="9713595" y="2640183"/>
            <a:ext cx="29147" cy="342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0" name="Shape 1188"/>
          <p:cNvSpPr/>
          <p:nvPr/>
        </p:nvSpPr>
        <p:spPr>
          <a:xfrm>
            <a:off x="9737027" y="2662767"/>
            <a:ext cx="29147" cy="344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1" name="Shape 1189"/>
          <p:cNvSpPr/>
          <p:nvPr/>
        </p:nvSpPr>
        <p:spPr>
          <a:xfrm>
            <a:off x="9760458" y="2685752"/>
            <a:ext cx="29147" cy="347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2" name="Shape 1190"/>
          <p:cNvSpPr/>
          <p:nvPr/>
        </p:nvSpPr>
        <p:spPr>
          <a:xfrm>
            <a:off x="9783890" y="2708500"/>
            <a:ext cx="29146" cy="350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3" name="Shape 1191"/>
          <p:cNvSpPr/>
          <p:nvPr/>
        </p:nvSpPr>
        <p:spPr>
          <a:xfrm>
            <a:off x="9807321" y="2730412"/>
            <a:ext cx="29147" cy="355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4" name="Shape 1192"/>
          <p:cNvSpPr/>
          <p:nvPr/>
        </p:nvSpPr>
        <p:spPr>
          <a:xfrm>
            <a:off x="9830753" y="2750942"/>
            <a:ext cx="29147" cy="358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5" name="Shape 1193"/>
          <p:cNvSpPr/>
          <p:nvPr/>
        </p:nvSpPr>
        <p:spPr>
          <a:xfrm>
            <a:off x="9854184" y="2769526"/>
            <a:ext cx="29147" cy="3607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6" name="Shape 1194"/>
          <p:cNvSpPr/>
          <p:nvPr/>
        </p:nvSpPr>
        <p:spPr>
          <a:xfrm>
            <a:off x="9877616" y="2785728"/>
            <a:ext cx="29147" cy="360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7" name="Shape 1195"/>
          <p:cNvSpPr/>
          <p:nvPr/>
        </p:nvSpPr>
        <p:spPr>
          <a:xfrm>
            <a:off x="9901047" y="2799130"/>
            <a:ext cx="29147" cy="358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8" name="Shape 1196"/>
          <p:cNvSpPr/>
          <p:nvPr/>
        </p:nvSpPr>
        <p:spPr>
          <a:xfrm>
            <a:off x="9924479" y="2809404"/>
            <a:ext cx="29147" cy="356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199" name="Shape 1197"/>
          <p:cNvSpPr/>
          <p:nvPr/>
        </p:nvSpPr>
        <p:spPr>
          <a:xfrm>
            <a:off x="9947910" y="2816168"/>
            <a:ext cx="29146" cy="3585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0" name="Shape 1198"/>
          <p:cNvSpPr/>
          <p:nvPr/>
        </p:nvSpPr>
        <p:spPr>
          <a:xfrm>
            <a:off x="9971342" y="2819078"/>
            <a:ext cx="29147" cy="372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1" name="Shape 1199"/>
          <p:cNvSpPr/>
          <p:nvPr/>
        </p:nvSpPr>
        <p:spPr>
          <a:xfrm>
            <a:off x="9994773" y="2817896"/>
            <a:ext cx="29147" cy="405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2" name="Shape 1200"/>
          <p:cNvSpPr/>
          <p:nvPr/>
        </p:nvSpPr>
        <p:spPr>
          <a:xfrm>
            <a:off x="10018205" y="2812550"/>
            <a:ext cx="29147" cy="4640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3" name="Shape 1201"/>
          <p:cNvSpPr/>
          <p:nvPr/>
        </p:nvSpPr>
        <p:spPr>
          <a:xfrm>
            <a:off x="10041636" y="2803312"/>
            <a:ext cx="29147" cy="5502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4" name="Shape 1202"/>
          <p:cNvSpPr/>
          <p:nvPr/>
        </p:nvSpPr>
        <p:spPr>
          <a:xfrm>
            <a:off x="10065068" y="2790729"/>
            <a:ext cx="29147" cy="6619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5" name="Shape 1203"/>
          <p:cNvSpPr/>
          <p:nvPr/>
        </p:nvSpPr>
        <p:spPr>
          <a:xfrm>
            <a:off x="10088499" y="2775454"/>
            <a:ext cx="29146" cy="7957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6" name="Shape 1204"/>
          <p:cNvSpPr/>
          <p:nvPr/>
        </p:nvSpPr>
        <p:spPr>
          <a:xfrm>
            <a:off x="10111930" y="2758307"/>
            <a:ext cx="29147" cy="9466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7" name="Shape 1205"/>
          <p:cNvSpPr/>
          <p:nvPr/>
        </p:nvSpPr>
        <p:spPr>
          <a:xfrm>
            <a:off x="10135362" y="2739995"/>
            <a:ext cx="29147" cy="11103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8" name="Shape 1206"/>
          <p:cNvSpPr/>
          <p:nvPr/>
        </p:nvSpPr>
        <p:spPr>
          <a:xfrm>
            <a:off x="10158794" y="2721247"/>
            <a:ext cx="29147" cy="1282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09" name="Shape 1207"/>
          <p:cNvSpPr/>
          <p:nvPr/>
        </p:nvSpPr>
        <p:spPr>
          <a:xfrm>
            <a:off x="10182225" y="2702809"/>
            <a:ext cx="29147" cy="14576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0" name="Shape 1208"/>
          <p:cNvSpPr/>
          <p:nvPr/>
        </p:nvSpPr>
        <p:spPr>
          <a:xfrm>
            <a:off x="10205657" y="2685261"/>
            <a:ext cx="29147" cy="16322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1" name="Shape 1209"/>
          <p:cNvSpPr/>
          <p:nvPr/>
        </p:nvSpPr>
        <p:spPr>
          <a:xfrm>
            <a:off x="10229088" y="2669150"/>
            <a:ext cx="29147" cy="18009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2" name="Shape 1210"/>
          <p:cNvSpPr/>
          <p:nvPr/>
        </p:nvSpPr>
        <p:spPr>
          <a:xfrm>
            <a:off x="10252520" y="2654876"/>
            <a:ext cx="29146" cy="19598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3" name="Shape 1211"/>
          <p:cNvSpPr/>
          <p:nvPr/>
        </p:nvSpPr>
        <p:spPr>
          <a:xfrm>
            <a:off x="10275951" y="2642801"/>
            <a:ext cx="29147" cy="21049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4" name="Shape 1212"/>
          <p:cNvSpPr/>
          <p:nvPr/>
        </p:nvSpPr>
        <p:spPr>
          <a:xfrm>
            <a:off x="10299383" y="2633091"/>
            <a:ext cx="29147" cy="22322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5" name="Shape 1213"/>
          <p:cNvSpPr/>
          <p:nvPr/>
        </p:nvSpPr>
        <p:spPr>
          <a:xfrm>
            <a:off x="10322814" y="2625817"/>
            <a:ext cx="29147" cy="23388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6" name="Shape 1214"/>
          <p:cNvSpPr/>
          <p:nvPr/>
        </p:nvSpPr>
        <p:spPr>
          <a:xfrm>
            <a:off x="10346246" y="2620962"/>
            <a:ext cx="29147" cy="24217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7" name="Shape 1215"/>
          <p:cNvSpPr/>
          <p:nvPr/>
        </p:nvSpPr>
        <p:spPr>
          <a:xfrm>
            <a:off x="10369677" y="2618362"/>
            <a:ext cx="29147" cy="2478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8" name="Shape 1216"/>
          <p:cNvSpPr/>
          <p:nvPr/>
        </p:nvSpPr>
        <p:spPr>
          <a:xfrm>
            <a:off x="10393109" y="2617780"/>
            <a:ext cx="29146" cy="2509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19" name="Shape 1217"/>
          <p:cNvSpPr/>
          <p:nvPr/>
        </p:nvSpPr>
        <p:spPr>
          <a:xfrm>
            <a:off x="10416540" y="2618907"/>
            <a:ext cx="29147" cy="25108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0" name="Shape 1218"/>
          <p:cNvSpPr/>
          <p:nvPr/>
        </p:nvSpPr>
        <p:spPr>
          <a:xfrm>
            <a:off x="10439971" y="2621308"/>
            <a:ext cx="29147" cy="24850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1" name="Shape 1219"/>
          <p:cNvSpPr/>
          <p:nvPr/>
        </p:nvSpPr>
        <p:spPr>
          <a:xfrm>
            <a:off x="10463403" y="2624635"/>
            <a:ext cx="29147" cy="24312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2" name="Shape 1220"/>
          <p:cNvSpPr/>
          <p:nvPr/>
        </p:nvSpPr>
        <p:spPr>
          <a:xfrm>
            <a:off x="10486835" y="2628363"/>
            <a:ext cx="29147" cy="23515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3" name="Shape 1221"/>
          <p:cNvSpPr/>
          <p:nvPr/>
        </p:nvSpPr>
        <p:spPr>
          <a:xfrm>
            <a:off x="10510266" y="2632073"/>
            <a:ext cx="29147" cy="22475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4" name="Shape 1222"/>
          <p:cNvSpPr/>
          <p:nvPr/>
        </p:nvSpPr>
        <p:spPr>
          <a:xfrm>
            <a:off x="10533698" y="2635309"/>
            <a:ext cx="29146" cy="21217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5" name="Shape 1223"/>
          <p:cNvSpPr/>
          <p:nvPr/>
        </p:nvSpPr>
        <p:spPr>
          <a:xfrm>
            <a:off x="10557129" y="2637673"/>
            <a:ext cx="29147" cy="19773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6" name="Shape 1224"/>
          <p:cNvSpPr/>
          <p:nvPr/>
        </p:nvSpPr>
        <p:spPr>
          <a:xfrm>
            <a:off x="10580561" y="2638801"/>
            <a:ext cx="29147" cy="1818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7" name="Shape 1225"/>
          <p:cNvSpPr/>
          <p:nvPr/>
        </p:nvSpPr>
        <p:spPr>
          <a:xfrm>
            <a:off x="10603992" y="2638419"/>
            <a:ext cx="29147" cy="16482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8" name="Shape 1226"/>
          <p:cNvSpPr/>
          <p:nvPr/>
        </p:nvSpPr>
        <p:spPr>
          <a:xfrm>
            <a:off x="10627424" y="2636328"/>
            <a:ext cx="29147" cy="14718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29" name="Shape 1227"/>
          <p:cNvSpPr/>
          <p:nvPr/>
        </p:nvSpPr>
        <p:spPr>
          <a:xfrm>
            <a:off x="10650855" y="2632400"/>
            <a:ext cx="29147" cy="129362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0" name="Shape 1228"/>
          <p:cNvSpPr/>
          <p:nvPr/>
        </p:nvSpPr>
        <p:spPr>
          <a:xfrm>
            <a:off x="10674287" y="2626581"/>
            <a:ext cx="29146" cy="1119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1" name="Shape 1229"/>
          <p:cNvSpPr/>
          <p:nvPr/>
        </p:nvSpPr>
        <p:spPr>
          <a:xfrm>
            <a:off x="10697718" y="2618944"/>
            <a:ext cx="29147" cy="9528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2" name="Shape 1230"/>
          <p:cNvSpPr/>
          <p:nvPr/>
        </p:nvSpPr>
        <p:spPr>
          <a:xfrm>
            <a:off x="10721150" y="2609634"/>
            <a:ext cx="29147" cy="8001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3" name="Shape 1231"/>
          <p:cNvSpPr/>
          <p:nvPr/>
        </p:nvSpPr>
        <p:spPr>
          <a:xfrm>
            <a:off x="10744581" y="2598814"/>
            <a:ext cx="29147" cy="6666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4" name="Shape 1232"/>
          <p:cNvSpPr/>
          <p:nvPr/>
        </p:nvSpPr>
        <p:spPr>
          <a:xfrm>
            <a:off x="10768013" y="2586776"/>
            <a:ext cx="29147" cy="5571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5" name="Shape 1233"/>
          <p:cNvSpPr/>
          <p:nvPr/>
        </p:nvSpPr>
        <p:spPr>
          <a:xfrm>
            <a:off x="10791444" y="2573884"/>
            <a:ext cx="29147" cy="4757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6" name="Shape 1234"/>
          <p:cNvSpPr/>
          <p:nvPr/>
        </p:nvSpPr>
        <p:spPr>
          <a:xfrm>
            <a:off x="10814876" y="2560646"/>
            <a:ext cx="29147" cy="423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7" name="Shape 1235"/>
          <p:cNvSpPr/>
          <p:nvPr/>
        </p:nvSpPr>
        <p:spPr>
          <a:xfrm>
            <a:off x="10838307" y="2547808"/>
            <a:ext cx="29146" cy="397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8" name="Shape 1236"/>
          <p:cNvSpPr/>
          <p:nvPr/>
        </p:nvSpPr>
        <p:spPr>
          <a:xfrm>
            <a:off x="10861738" y="2536297"/>
            <a:ext cx="29147" cy="3884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39" name="Shape 1237"/>
          <p:cNvSpPr/>
          <p:nvPr/>
        </p:nvSpPr>
        <p:spPr>
          <a:xfrm>
            <a:off x="10885170" y="2527005"/>
            <a:ext cx="29147" cy="38878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0" name="Shape 1238"/>
          <p:cNvSpPr/>
          <p:nvPr/>
        </p:nvSpPr>
        <p:spPr>
          <a:xfrm>
            <a:off x="10908602" y="2520677"/>
            <a:ext cx="29147" cy="39169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1" name="Shape 1239"/>
          <p:cNvSpPr/>
          <p:nvPr/>
        </p:nvSpPr>
        <p:spPr>
          <a:xfrm>
            <a:off x="10932033" y="2517767"/>
            <a:ext cx="29147" cy="393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2" name="Shape 1240"/>
          <p:cNvSpPr/>
          <p:nvPr/>
        </p:nvSpPr>
        <p:spPr>
          <a:xfrm>
            <a:off x="10955465" y="2518513"/>
            <a:ext cx="29147" cy="39496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3" name="Shape 1241"/>
          <p:cNvSpPr/>
          <p:nvPr/>
        </p:nvSpPr>
        <p:spPr>
          <a:xfrm>
            <a:off x="10978896" y="2522895"/>
            <a:ext cx="29146" cy="396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4" name="Shape 1242"/>
          <p:cNvSpPr/>
          <p:nvPr/>
        </p:nvSpPr>
        <p:spPr>
          <a:xfrm>
            <a:off x="11002328" y="2530878"/>
            <a:ext cx="29147" cy="397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5" name="Shape 1243"/>
          <p:cNvSpPr/>
          <p:nvPr/>
        </p:nvSpPr>
        <p:spPr>
          <a:xfrm>
            <a:off x="11025759" y="2542243"/>
            <a:ext cx="29147" cy="401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6" name="Shape 1244"/>
          <p:cNvSpPr/>
          <p:nvPr/>
        </p:nvSpPr>
        <p:spPr>
          <a:xfrm>
            <a:off x="11049191" y="2556718"/>
            <a:ext cx="29147" cy="4055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7" name="Shape 1245"/>
          <p:cNvSpPr/>
          <p:nvPr/>
        </p:nvSpPr>
        <p:spPr>
          <a:xfrm>
            <a:off x="11072622" y="2574011"/>
            <a:ext cx="29147" cy="409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8" name="Shape 1246"/>
          <p:cNvSpPr/>
          <p:nvPr/>
        </p:nvSpPr>
        <p:spPr>
          <a:xfrm>
            <a:off x="11096054" y="2593686"/>
            <a:ext cx="29147" cy="41314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49" name="Shape 1247"/>
          <p:cNvSpPr/>
          <p:nvPr/>
        </p:nvSpPr>
        <p:spPr>
          <a:xfrm>
            <a:off x="11119485" y="2615307"/>
            <a:ext cx="29146" cy="41387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0" name="Shape 1248"/>
          <p:cNvSpPr/>
          <p:nvPr/>
        </p:nvSpPr>
        <p:spPr>
          <a:xfrm>
            <a:off x="11142917" y="2638255"/>
            <a:ext cx="29147" cy="412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1" name="Shape 1249"/>
          <p:cNvSpPr/>
          <p:nvPr/>
        </p:nvSpPr>
        <p:spPr>
          <a:xfrm>
            <a:off x="11166348" y="2661840"/>
            <a:ext cx="29147" cy="41060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2" name="Shape 1250"/>
          <p:cNvSpPr/>
          <p:nvPr/>
        </p:nvSpPr>
        <p:spPr>
          <a:xfrm>
            <a:off x="11189780" y="2685097"/>
            <a:ext cx="29147" cy="4160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3" name="Shape 1251"/>
          <p:cNvSpPr/>
          <p:nvPr/>
        </p:nvSpPr>
        <p:spPr>
          <a:xfrm>
            <a:off x="11213211" y="2707009"/>
            <a:ext cx="29147" cy="43715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4" name="Shape 1252"/>
          <p:cNvSpPr/>
          <p:nvPr/>
        </p:nvSpPr>
        <p:spPr>
          <a:xfrm>
            <a:off x="11236643" y="2726612"/>
            <a:ext cx="29147" cy="4833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5" name="Shape 1253"/>
          <p:cNvSpPr/>
          <p:nvPr/>
        </p:nvSpPr>
        <p:spPr>
          <a:xfrm>
            <a:off x="11260074" y="2743087"/>
            <a:ext cx="29146" cy="5604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6" name="Shape 1254"/>
          <p:cNvSpPr/>
          <p:nvPr/>
        </p:nvSpPr>
        <p:spPr>
          <a:xfrm>
            <a:off x="11283505" y="2756052"/>
            <a:ext cx="29147" cy="66881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7" name="Shape 1255"/>
          <p:cNvSpPr/>
          <p:nvPr/>
        </p:nvSpPr>
        <p:spPr>
          <a:xfrm>
            <a:off x="11306937" y="2765362"/>
            <a:ext cx="29147" cy="8048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8" name="Shape 1256"/>
          <p:cNvSpPr/>
          <p:nvPr/>
        </p:nvSpPr>
        <p:spPr>
          <a:xfrm>
            <a:off x="11330369" y="2771054"/>
            <a:ext cx="29147" cy="96303"/>
          </a:xfrm>
          <a:prstGeom prst="rect">
            <a:avLst/>
          </a:prstGeom>
          <a:solidFill>
            <a:srgbClr val="FDEBEE"/>
          </a:solidFill>
          <a:ln/>
        </p:spPr>
      </p:sp>
      <p:sp>
        <p:nvSpPr>
          <p:cNvPr id="1259" name="Shape 1257"/>
          <p:cNvSpPr/>
          <p:nvPr/>
        </p:nvSpPr>
        <p:spPr>
          <a:xfrm flipV="1">
            <a:off x="9010650" y="2673078"/>
            <a:ext cx="23432" cy="320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0" name="Shape 1258"/>
          <p:cNvSpPr/>
          <p:nvPr/>
        </p:nvSpPr>
        <p:spPr>
          <a:xfrm flipV="1">
            <a:off x="9034082" y="2642565"/>
            <a:ext cx="23431" cy="305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1" name="Shape 1259"/>
          <p:cNvSpPr/>
          <p:nvPr/>
        </p:nvSpPr>
        <p:spPr>
          <a:xfrm flipV="1">
            <a:off x="9057513" y="2614925"/>
            <a:ext cx="23432" cy="276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2" name="Shape 1260"/>
          <p:cNvSpPr/>
          <p:nvPr/>
        </p:nvSpPr>
        <p:spPr>
          <a:xfrm flipV="1">
            <a:off x="9080945" y="2591286"/>
            <a:ext cx="23432" cy="2363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3" name="Shape 1261"/>
          <p:cNvSpPr/>
          <p:nvPr/>
        </p:nvSpPr>
        <p:spPr>
          <a:xfrm flipV="1">
            <a:off x="9104376" y="2572465"/>
            <a:ext cx="23431" cy="18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4" name="Shape 1262"/>
          <p:cNvSpPr/>
          <p:nvPr/>
        </p:nvSpPr>
        <p:spPr>
          <a:xfrm flipV="1">
            <a:off x="9127808" y="2558845"/>
            <a:ext cx="23432" cy="136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5" name="Shape 1263"/>
          <p:cNvSpPr/>
          <p:nvPr/>
        </p:nvSpPr>
        <p:spPr>
          <a:xfrm flipV="1">
            <a:off x="9151239" y="2550408"/>
            <a:ext cx="23432" cy="84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6" name="Shape 1264"/>
          <p:cNvSpPr/>
          <p:nvPr/>
        </p:nvSpPr>
        <p:spPr>
          <a:xfrm flipV="1">
            <a:off x="9174671" y="2546735"/>
            <a:ext cx="23431" cy="3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7" name="Shape 1265"/>
          <p:cNvSpPr/>
          <p:nvPr/>
        </p:nvSpPr>
        <p:spPr>
          <a:xfrm>
            <a:off x="9198102" y="2546735"/>
            <a:ext cx="23432" cy="2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8" name="Shape 1266"/>
          <p:cNvSpPr/>
          <p:nvPr/>
        </p:nvSpPr>
        <p:spPr>
          <a:xfrm>
            <a:off x="9221534" y="2547008"/>
            <a:ext cx="23432" cy="31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69" name="Shape 1267"/>
          <p:cNvSpPr/>
          <p:nvPr/>
        </p:nvSpPr>
        <p:spPr>
          <a:xfrm>
            <a:off x="9244965" y="2550190"/>
            <a:ext cx="23431" cy="4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0" name="Shape 1268"/>
          <p:cNvSpPr/>
          <p:nvPr/>
        </p:nvSpPr>
        <p:spPr>
          <a:xfrm>
            <a:off x="9268396" y="2555099"/>
            <a:ext cx="23432" cy="53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1" name="Shape 1269"/>
          <p:cNvSpPr/>
          <p:nvPr/>
        </p:nvSpPr>
        <p:spPr>
          <a:xfrm>
            <a:off x="9291828" y="2560464"/>
            <a:ext cx="23432" cy="47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2" name="Shape 1270"/>
          <p:cNvSpPr/>
          <p:nvPr/>
        </p:nvSpPr>
        <p:spPr>
          <a:xfrm>
            <a:off x="9315260" y="2565173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3" name="Shape 1271"/>
          <p:cNvSpPr/>
          <p:nvPr/>
        </p:nvSpPr>
        <p:spPr>
          <a:xfrm>
            <a:off x="9338691" y="2568247"/>
            <a:ext cx="23431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4" name="Shape 1272"/>
          <p:cNvSpPr/>
          <p:nvPr/>
        </p:nvSpPr>
        <p:spPr>
          <a:xfrm flipV="1">
            <a:off x="9362123" y="2567410"/>
            <a:ext cx="23432" cy="1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5" name="Shape 1273"/>
          <p:cNvSpPr/>
          <p:nvPr/>
        </p:nvSpPr>
        <p:spPr>
          <a:xfrm flipV="1">
            <a:off x="9385554" y="2563355"/>
            <a:ext cx="23431" cy="40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6" name="Shape 1274"/>
          <p:cNvSpPr/>
          <p:nvPr/>
        </p:nvSpPr>
        <p:spPr>
          <a:xfrm flipV="1">
            <a:off x="9408986" y="2557409"/>
            <a:ext cx="23432" cy="594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7" name="Shape 1275"/>
          <p:cNvSpPr/>
          <p:nvPr/>
        </p:nvSpPr>
        <p:spPr>
          <a:xfrm flipV="1">
            <a:off x="9432417" y="2550444"/>
            <a:ext cx="23432" cy="69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8" name="Shape 1276"/>
          <p:cNvSpPr/>
          <p:nvPr/>
        </p:nvSpPr>
        <p:spPr>
          <a:xfrm flipV="1">
            <a:off x="9455849" y="2543534"/>
            <a:ext cx="23432" cy="6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79" name="Shape 1277"/>
          <p:cNvSpPr/>
          <p:nvPr/>
        </p:nvSpPr>
        <p:spPr>
          <a:xfrm flipV="1">
            <a:off x="9479280" y="2537915"/>
            <a:ext cx="23431" cy="5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0" name="Shape 1278"/>
          <p:cNvSpPr/>
          <p:nvPr/>
        </p:nvSpPr>
        <p:spPr>
          <a:xfrm flipV="1">
            <a:off x="9502712" y="2534842"/>
            <a:ext cx="23432" cy="3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1" name="Shape 1279"/>
          <p:cNvSpPr/>
          <p:nvPr/>
        </p:nvSpPr>
        <p:spPr>
          <a:xfrm>
            <a:off x="9526143" y="2534842"/>
            <a:ext cx="23432" cy="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2" name="Shape 1280"/>
          <p:cNvSpPr/>
          <p:nvPr/>
        </p:nvSpPr>
        <p:spPr>
          <a:xfrm>
            <a:off x="9549575" y="2535442"/>
            <a:ext cx="23431" cy="52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3" name="Shape 1281"/>
          <p:cNvSpPr/>
          <p:nvPr/>
        </p:nvSpPr>
        <p:spPr>
          <a:xfrm>
            <a:off x="9573006" y="2540661"/>
            <a:ext cx="23432" cy="104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4" name="Shape 1282"/>
          <p:cNvSpPr/>
          <p:nvPr/>
        </p:nvSpPr>
        <p:spPr>
          <a:xfrm>
            <a:off x="9596438" y="2551063"/>
            <a:ext cx="23432" cy="1580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5" name="Shape 1283"/>
          <p:cNvSpPr/>
          <p:nvPr/>
        </p:nvSpPr>
        <p:spPr>
          <a:xfrm>
            <a:off x="9619869" y="2566865"/>
            <a:ext cx="23431" cy="2098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6" name="Shape 1284"/>
          <p:cNvSpPr/>
          <p:nvPr/>
        </p:nvSpPr>
        <p:spPr>
          <a:xfrm>
            <a:off x="9643301" y="2587849"/>
            <a:ext cx="23432" cy="255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7" name="Shape 1285"/>
          <p:cNvSpPr/>
          <p:nvPr/>
        </p:nvSpPr>
        <p:spPr>
          <a:xfrm>
            <a:off x="9666732" y="2613379"/>
            <a:ext cx="23432" cy="2905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8" name="Shape 1286"/>
          <p:cNvSpPr/>
          <p:nvPr/>
        </p:nvSpPr>
        <p:spPr>
          <a:xfrm>
            <a:off x="9690164" y="2642438"/>
            <a:ext cx="23431" cy="313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89" name="Shape 1287"/>
          <p:cNvSpPr/>
          <p:nvPr/>
        </p:nvSpPr>
        <p:spPr>
          <a:xfrm>
            <a:off x="9713595" y="2673787"/>
            <a:ext cx="23432" cy="321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0" name="Shape 1288"/>
          <p:cNvSpPr/>
          <p:nvPr/>
        </p:nvSpPr>
        <p:spPr>
          <a:xfrm>
            <a:off x="9737027" y="2705918"/>
            <a:ext cx="23432" cy="314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1" name="Shape 1289"/>
          <p:cNvSpPr/>
          <p:nvPr/>
        </p:nvSpPr>
        <p:spPr>
          <a:xfrm>
            <a:off x="9760458" y="2737322"/>
            <a:ext cx="23432" cy="2924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2" name="Shape 1290"/>
          <p:cNvSpPr/>
          <p:nvPr/>
        </p:nvSpPr>
        <p:spPr>
          <a:xfrm>
            <a:off x="9783890" y="2766562"/>
            <a:ext cx="23431" cy="258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3" name="Shape 1291"/>
          <p:cNvSpPr/>
          <p:nvPr/>
        </p:nvSpPr>
        <p:spPr>
          <a:xfrm>
            <a:off x="9807321" y="2792384"/>
            <a:ext cx="23432" cy="2147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4" name="Shape 1292"/>
          <p:cNvSpPr/>
          <p:nvPr/>
        </p:nvSpPr>
        <p:spPr>
          <a:xfrm>
            <a:off x="9830753" y="2813859"/>
            <a:ext cx="23432" cy="165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5" name="Shape 1293"/>
          <p:cNvSpPr/>
          <p:nvPr/>
        </p:nvSpPr>
        <p:spPr>
          <a:xfrm>
            <a:off x="9854184" y="2830407"/>
            <a:ext cx="23432" cy="11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6" name="Shape 1294"/>
          <p:cNvSpPr/>
          <p:nvPr/>
        </p:nvSpPr>
        <p:spPr>
          <a:xfrm>
            <a:off x="9877616" y="2841881"/>
            <a:ext cx="23432" cy="66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7" name="Shape 1295"/>
          <p:cNvSpPr/>
          <p:nvPr/>
        </p:nvSpPr>
        <p:spPr>
          <a:xfrm>
            <a:off x="9901047" y="2848536"/>
            <a:ext cx="23432" cy="24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8" name="Shape 1296"/>
          <p:cNvSpPr/>
          <p:nvPr/>
        </p:nvSpPr>
        <p:spPr>
          <a:xfrm flipV="1">
            <a:off x="9924479" y="2850245"/>
            <a:ext cx="23432" cy="76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299" name="Shape 1297"/>
          <p:cNvSpPr/>
          <p:nvPr/>
        </p:nvSpPr>
        <p:spPr>
          <a:xfrm flipV="1">
            <a:off x="9947910" y="2847391"/>
            <a:ext cx="23431" cy="285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0" name="Shape 1298"/>
          <p:cNvSpPr/>
          <p:nvPr/>
        </p:nvSpPr>
        <p:spPr>
          <a:xfrm flipV="1">
            <a:off x="9971342" y="2843663"/>
            <a:ext cx="23432" cy="37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1" name="Shape 1299"/>
          <p:cNvSpPr/>
          <p:nvPr/>
        </p:nvSpPr>
        <p:spPr>
          <a:xfrm flipV="1">
            <a:off x="9994773" y="2840262"/>
            <a:ext cx="23432" cy="34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2" name="Shape 1300"/>
          <p:cNvSpPr/>
          <p:nvPr/>
        </p:nvSpPr>
        <p:spPr>
          <a:xfrm flipV="1">
            <a:off x="10018205" y="2838189"/>
            <a:ext cx="23432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3" name="Shape 1301"/>
          <p:cNvSpPr/>
          <p:nvPr/>
        </p:nvSpPr>
        <p:spPr>
          <a:xfrm>
            <a:off x="10041636" y="2838189"/>
            <a:ext cx="23432" cy="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4" name="Shape 1302"/>
          <p:cNvSpPr/>
          <p:nvPr/>
        </p:nvSpPr>
        <p:spPr>
          <a:xfrm>
            <a:off x="10065068" y="2838189"/>
            <a:ext cx="23432" cy="24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5" name="Shape 1303"/>
          <p:cNvSpPr/>
          <p:nvPr/>
        </p:nvSpPr>
        <p:spPr>
          <a:xfrm>
            <a:off x="10088499" y="2840681"/>
            <a:ext cx="23431" cy="49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6" name="Shape 1304"/>
          <p:cNvSpPr/>
          <p:nvPr/>
        </p:nvSpPr>
        <p:spPr>
          <a:xfrm>
            <a:off x="10111930" y="2845663"/>
            <a:ext cx="23432" cy="70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7" name="Shape 1305"/>
          <p:cNvSpPr/>
          <p:nvPr/>
        </p:nvSpPr>
        <p:spPr>
          <a:xfrm>
            <a:off x="10135362" y="2852755"/>
            <a:ext cx="23432" cy="849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8" name="Shape 1306"/>
          <p:cNvSpPr/>
          <p:nvPr/>
        </p:nvSpPr>
        <p:spPr>
          <a:xfrm>
            <a:off x="10158794" y="2861247"/>
            <a:ext cx="23432" cy="8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09" name="Shape 1307"/>
          <p:cNvSpPr/>
          <p:nvPr/>
        </p:nvSpPr>
        <p:spPr>
          <a:xfrm>
            <a:off x="10182225" y="2870084"/>
            <a:ext cx="23432" cy="800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0" name="Shape 1308"/>
          <p:cNvSpPr/>
          <p:nvPr/>
        </p:nvSpPr>
        <p:spPr>
          <a:xfrm>
            <a:off x="10205657" y="2878085"/>
            <a:ext cx="23432" cy="58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1" name="Shape 1309"/>
          <p:cNvSpPr/>
          <p:nvPr/>
        </p:nvSpPr>
        <p:spPr>
          <a:xfrm>
            <a:off x="10229088" y="2883959"/>
            <a:ext cx="23432" cy="252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2" name="Shape 1310"/>
          <p:cNvSpPr/>
          <p:nvPr/>
        </p:nvSpPr>
        <p:spPr>
          <a:xfrm flipV="1">
            <a:off x="10252520" y="2884650"/>
            <a:ext cx="23431" cy="18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3" name="Shape 1311"/>
          <p:cNvSpPr/>
          <p:nvPr/>
        </p:nvSpPr>
        <p:spPr>
          <a:xfrm flipV="1">
            <a:off x="10275951" y="2877667"/>
            <a:ext cx="23432" cy="698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4" name="Shape 1312"/>
          <p:cNvSpPr/>
          <p:nvPr/>
        </p:nvSpPr>
        <p:spPr>
          <a:xfrm flipV="1">
            <a:off x="10299383" y="2865193"/>
            <a:ext cx="23432" cy="124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5" name="Shape 1313"/>
          <p:cNvSpPr/>
          <p:nvPr/>
        </p:nvSpPr>
        <p:spPr>
          <a:xfrm flipV="1">
            <a:off x="10322814" y="2847263"/>
            <a:ext cx="23432" cy="17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6" name="Shape 1314"/>
          <p:cNvSpPr/>
          <p:nvPr/>
        </p:nvSpPr>
        <p:spPr>
          <a:xfrm flipV="1">
            <a:off x="10346246" y="2824315"/>
            <a:ext cx="23432" cy="229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7" name="Shape 1315"/>
          <p:cNvSpPr/>
          <p:nvPr/>
        </p:nvSpPr>
        <p:spPr>
          <a:xfrm flipV="1">
            <a:off x="10369677" y="2797221"/>
            <a:ext cx="23432" cy="270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8" name="Shape 1316"/>
          <p:cNvSpPr/>
          <p:nvPr/>
        </p:nvSpPr>
        <p:spPr>
          <a:xfrm flipV="1">
            <a:off x="10393109" y="2767144"/>
            <a:ext cx="23431" cy="3007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19" name="Shape 1317"/>
          <p:cNvSpPr/>
          <p:nvPr/>
        </p:nvSpPr>
        <p:spPr>
          <a:xfrm flipV="1">
            <a:off x="10416540" y="2735486"/>
            <a:ext cx="23432" cy="3165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0" name="Shape 1318"/>
          <p:cNvSpPr/>
          <p:nvPr/>
        </p:nvSpPr>
        <p:spPr>
          <a:xfrm flipV="1">
            <a:off x="10439971" y="2703754"/>
            <a:ext cx="23432" cy="3173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1" name="Shape 1319"/>
          <p:cNvSpPr/>
          <p:nvPr/>
        </p:nvSpPr>
        <p:spPr>
          <a:xfrm flipV="1">
            <a:off x="10463403" y="2673441"/>
            <a:ext cx="23432" cy="3031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2" name="Shape 1320"/>
          <p:cNvSpPr/>
          <p:nvPr/>
        </p:nvSpPr>
        <p:spPr>
          <a:xfrm flipV="1">
            <a:off x="10486835" y="2645893"/>
            <a:ext cx="23432" cy="2754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3" name="Shape 1321"/>
          <p:cNvSpPr/>
          <p:nvPr/>
        </p:nvSpPr>
        <p:spPr>
          <a:xfrm flipV="1">
            <a:off x="10510266" y="2622181"/>
            <a:ext cx="23432" cy="237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4" name="Shape 1322"/>
          <p:cNvSpPr/>
          <p:nvPr/>
        </p:nvSpPr>
        <p:spPr>
          <a:xfrm flipV="1">
            <a:off x="10533698" y="2603033"/>
            <a:ext cx="23431" cy="191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5" name="Shape 1323"/>
          <p:cNvSpPr/>
          <p:nvPr/>
        </p:nvSpPr>
        <p:spPr>
          <a:xfrm flipV="1">
            <a:off x="10557129" y="2588776"/>
            <a:ext cx="23432" cy="142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6" name="Shape 1324"/>
          <p:cNvSpPr/>
          <p:nvPr/>
        </p:nvSpPr>
        <p:spPr>
          <a:xfrm flipV="1">
            <a:off x="10580561" y="2579321"/>
            <a:ext cx="23432" cy="94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7" name="Shape 1325"/>
          <p:cNvSpPr/>
          <p:nvPr/>
        </p:nvSpPr>
        <p:spPr>
          <a:xfrm flipV="1">
            <a:off x="10603992" y="2574211"/>
            <a:ext cx="23432" cy="51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8" name="Shape 1326"/>
          <p:cNvSpPr/>
          <p:nvPr/>
        </p:nvSpPr>
        <p:spPr>
          <a:xfrm flipV="1">
            <a:off x="10627424" y="2572593"/>
            <a:ext cx="23432" cy="161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29" name="Shape 1327"/>
          <p:cNvSpPr/>
          <p:nvPr/>
        </p:nvSpPr>
        <p:spPr>
          <a:xfrm>
            <a:off x="10650855" y="2572593"/>
            <a:ext cx="23432" cy="8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0" name="Shape 1328"/>
          <p:cNvSpPr/>
          <p:nvPr/>
        </p:nvSpPr>
        <p:spPr>
          <a:xfrm>
            <a:off x="10674287" y="2573393"/>
            <a:ext cx="23431" cy="2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1" name="Shape 1329"/>
          <p:cNvSpPr/>
          <p:nvPr/>
        </p:nvSpPr>
        <p:spPr>
          <a:xfrm>
            <a:off x="10697718" y="2575466"/>
            <a:ext cx="23432" cy="209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2" name="Shape 1330"/>
          <p:cNvSpPr/>
          <p:nvPr/>
        </p:nvSpPr>
        <p:spPr>
          <a:xfrm>
            <a:off x="10721150" y="2577557"/>
            <a:ext cx="23432" cy="10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3" name="Shape 1331"/>
          <p:cNvSpPr/>
          <p:nvPr/>
        </p:nvSpPr>
        <p:spPr>
          <a:xfrm flipV="1">
            <a:off x="10744581" y="2577793"/>
            <a:ext cx="23432" cy="83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4" name="Shape 1332"/>
          <p:cNvSpPr/>
          <p:nvPr/>
        </p:nvSpPr>
        <p:spPr>
          <a:xfrm flipV="1">
            <a:off x="10768013" y="2574556"/>
            <a:ext cx="23432" cy="323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5" name="Shape 1333"/>
          <p:cNvSpPr/>
          <p:nvPr/>
        </p:nvSpPr>
        <p:spPr>
          <a:xfrm flipV="1">
            <a:off x="10791444" y="2568738"/>
            <a:ext cx="23432" cy="58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6" name="Shape 1334"/>
          <p:cNvSpPr/>
          <p:nvPr/>
        </p:nvSpPr>
        <p:spPr>
          <a:xfrm flipV="1">
            <a:off x="10814876" y="2560573"/>
            <a:ext cx="23432" cy="81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7" name="Shape 1335"/>
          <p:cNvSpPr/>
          <p:nvPr/>
        </p:nvSpPr>
        <p:spPr>
          <a:xfrm flipV="1">
            <a:off x="10838307" y="2550699"/>
            <a:ext cx="23431" cy="9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8" name="Shape 1336"/>
          <p:cNvSpPr/>
          <p:nvPr/>
        </p:nvSpPr>
        <p:spPr>
          <a:xfrm flipV="1">
            <a:off x="10861738" y="2540043"/>
            <a:ext cx="23432" cy="1065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39" name="Shape 1337"/>
          <p:cNvSpPr/>
          <p:nvPr/>
        </p:nvSpPr>
        <p:spPr>
          <a:xfrm flipV="1">
            <a:off x="10885170" y="2529769"/>
            <a:ext cx="23432" cy="102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0" name="Shape 1338"/>
          <p:cNvSpPr/>
          <p:nvPr/>
        </p:nvSpPr>
        <p:spPr>
          <a:xfrm flipV="1">
            <a:off x="10908602" y="2521150"/>
            <a:ext cx="23432" cy="8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1" name="Shape 1339"/>
          <p:cNvSpPr/>
          <p:nvPr/>
        </p:nvSpPr>
        <p:spPr>
          <a:xfrm flipV="1">
            <a:off x="10932033" y="2515476"/>
            <a:ext cx="23432" cy="5673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2" name="Shape 1340"/>
          <p:cNvSpPr/>
          <p:nvPr/>
        </p:nvSpPr>
        <p:spPr>
          <a:xfrm flipV="1">
            <a:off x="10955465" y="2513876"/>
            <a:ext cx="23432" cy="160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3" name="Shape 1341"/>
          <p:cNvSpPr/>
          <p:nvPr/>
        </p:nvSpPr>
        <p:spPr>
          <a:xfrm>
            <a:off x="10978896" y="2513876"/>
            <a:ext cx="23431" cy="338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4" name="Shape 1342"/>
          <p:cNvSpPr/>
          <p:nvPr/>
        </p:nvSpPr>
        <p:spPr>
          <a:xfrm>
            <a:off x="11002328" y="2517258"/>
            <a:ext cx="23432" cy="887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5" name="Shape 1343"/>
          <p:cNvSpPr/>
          <p:nvPr/>
        </p:nvSpPr>
        <p:spPr>
          <a:xfrm>
            <a:off x="11025759" y="2526132"/>
            <a:ext cx="23432" cy="14565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6" name="Shape 1344"/>
          <p:cNvSpPr/>
          <p:nvPr/>
        </p:nvSpPr>
        <p:spPr>
          <a:xfrm>
            <a:off x="11049191" y="2540698"/>
            <a:ext cx="23432" cy="1993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7" name="Shape 1345"/>
          <p:cNvSpPr/>
          <p:nvPr/>
        </p:nvSpPr>
        <p:spPr>
          <a:xfrm>
            <a:off x="11072622" y="2560627"/>
            <a:ext cx="23432" cy="24621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8" name="Shape 1346"/>
          <p:cNvSpPr/>
          <p:nvPr/>
        </p:nvSpPr>
        <p:spPr>
          <a:xfrm>
            <a:off x="11096054" y="2585249"/>
            <a:ext cx="23432" cy="2829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49" name="Shape 1347"/>
          <p:cNvSpPr/>
          <p:nvPr/>
        </p:nvSpPr>
        <p:spPr>
          <a:xfrm>
            <a:off x="11119485" y="2613543"/>
            <a:ext cx="23431" cy="30604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0" name="Shape 1348"/>
          <p:cNvSpPr/>
          <p:nvPr/>
        </p:nvSpPr>
        <p:spPr>
          <a:xfrm>
            <a:off x="11142917" y="2644147"/>
            <a:ext cx="23432" cy="3147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1" name="Shape 1349"/>
          <p:cNvSpPr/>
          <p:nvPr/>
        </p:nvSpPr>
        <p:spPr>
          <a:xfrm>
            <a:off x="11166348" y="2675624"/>
            <a:ext cx="23432" cy="3082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2" name="Shape 1350"/>
          <p:cNvSpPr/>
          <p:nvPr/>
        </p:nvSpPr>
        <p:spPr>
          <a:xfrm>
            <a:off x="11189780" y="2706446"/>
            <a:ext cx="23432" cy="28767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3" name="Shape 1351"/>
          <p:cNvSpPr/>
          <p:nvPr/>
        </p:nvSpPr>
        <p:spPr>
          <a:xfrm>
            <a:off x="11213211" y="2735213"/>
            <a:ext cx="23432" cy="25512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4" name="Shape 1352"/>
          <p:cNvSpPr/>
          <p:nvPr/>
        </p:nvSpPr>
        <p:spPr>
          <a:xfrm>
            <a:off x="11236643" y="2760725"/>
            <a:ext cx="23432" cy="21366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5" name="Shape 1353"/>
          <p:cNvSpPr/>
          <p:nvPr/>
        </p:nvSpPr>
        <p:spPr>
          <a:xfrm>
            <a:off x="11260074" y="2782091"/>
            <a:ext cx="23431" cy="16748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6" name="Shape 1354"/>
          <p:cNvSpPr/>
          <p:nvPr/>
        </p:nvSpPr>
        <p:spPr>
          <a:xfrm>
            <a:off x="11283505" y="2798839"/>
            <a:ext cx="23432" cy="1202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7" name="Shape 1355"/>
          <p:cNvSpPr/>
          <p:nvPr/>
        </p:nvSpPr>
        <p:spPr>
          <a:xfrm>
            <a:off x="11306937" y="2810859"/>
            <a:ext cx="23432" cy="7619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8" name="Shape 1356"/>
          <p:cNvSpPr/>
          <p:nvPr/>
        </p:nvSpPr>
        <p:spPr>
          <a:xfrm>
            <a:off x="11330369" y="2818478"/>
            <a:ext cx="23432" cy="3910"/>
          </a:xfrm>
          <a:prstGeom prst="line">
            <a:avLst/>
          </a:prstGeom>
          <a:noFill/>
          <a:ln w="12700">
            <a:solidFill>
              <a:srgbClr val="C4CAD1"/>
            </a:solidFill>
            <a:prstDash val="dash"/>
          </a:ln>
        </p:spPr>
      </p:sp>
      <p:sp>
        <p:nvSpPr>
          <p:cNvPr id="1359" name="Shape 1357"/>
          <p:cNvSpPr/>
          <p:nvPr/>
        </p:nvSpPr>
        <p:spPr>
          <a:xfrm flipV="1">
            <a:off x="9010650" y="2672005"/>
            <a:ext cx="23432" cy="1372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0" name="Shape 1358"/>
          <p:cNvSpPr/>
          <p:nvPr/>
        </p:nvSpPr>
        <p:spPr>
          <a:xfrm flipV="1">
            <a:off x="9034082" y="2658458"/>
            <a:ext cx="23431" cy="135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1" name="Shape 1359"/>
          <p:cNvSpPr/>
          <p:nvPr/>
        </p:nvSpPr>
        <p:spPr>
          <a:xfrm flipV="1">
            <a:off x="9057513" y="2645311"/>
            <a:ext cx="23432" cy="131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2" name="Shape 1360"/>
          <p:cNvSpPr/>
          <p:nvPr/>
        </p:nvSpPr>
        <p:spPr>
          <a:xfrm flipV="1">
            <a:off x="9080945" y="2632818"/>
            <a:ext cx="23432" cy="12492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3" name="Shape 1361"/>
          <p:cNvSpPr/>
          <p:nvPr/>
        </p:nvSpPr>
        <p:spPr>
          <a:xfrm flipV="1">
            <a:off x="9104376" y="2621071"/>
            <a:ext cx="23431" cy="117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4" name="Shape 1362"/>
          <p:cNvSpPr/>
          <p:nvPr/>
        </p:nvSpPr>
        <p:spPr>
          <a:xfrm flipV="1">
            <a:off x="9127808" y="2610234"/>
            <a:ext cx="23432" cy="1083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5" name="Shape 1363"/>
          <p:cNvSpPr/>
          <p:nvPr/>
        </p:nvSpPr>
        <p:spPr>
          <a:xfrm flipV="1">
            <a:off x="9151239" y="2600305"/>
            <a:ext cx="23432" cy="992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6" name="Shape 1364"/>
          <p:cNvSpPr/>
          <p:nvPr/>
        </p:nvSpPr>
        <p:spPr>
          <a:xfrm flipV="1">
            <a:off x="9174671" y="2591304"/>
            <a:ext cx="23431" cy="900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7" name="Shape 1365"/>
          <p:cNvSpPr/>
          <p:nvPr/>
        </p:nvSpPr>
        <p:spPr>
          <a:xfrm flipV="1">
            <a:off x="9198102" y="2583176"/>
            <a:ext cx="23432" cy="812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8" name="Shape 1366"/>
          <p:cNvSpPr/>
          <p:nvPr/>
        </p:nvSpPr>
        <p:spPr>
          <a:xfrm flipV="1">
            <a:off x="9221534" y="2575847"/>
            <a:ext cx="23432" cy="732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69" name="Shape 1367"/>
          <p:cNvSpPr/>
          <p:nvPr/>
        </p:nvSpPr>
        <p:spPr>
          <a:xfrm flipV="1">
            <a:off x="9244965" y="2569247"/>
            <a:ext cx="23431" cy="660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0" name="Shape 1368"/>
          <p:cNvSpPr/>
          <p:nvPr/>
        </p:nvSpPr>
        <p:spPr>
          <a:xfrm flipV="1">
            <a:off x="9268396" y="2563264"/>
            <a:ext cx="23432" cy="598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1" name="Shape 1369"/>
          <p:cNvSpPr/>
          <p:nvPr/>
        </p:nvSpPr>
        <p:spPr>
          <a:xfrm flipV="1">
            <a:off x="9291828" y="2557809"/>
            <a:ext cx="23432" cy="545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2" name="Shape 1370"/>
          <p:cNvSpPr/>
          <p:nvPr/>
        </p:nvSpPr>
        <p:spPr>
          <a:xfrm flipV="1">
            <a:off x="9315260" y="2552863"/>
            <a:ext cx="23432" cy="4946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3" name="Shape 1371"/>
          <p:cNvSpPr/>
          <p:nvPr/>
        </p:nvSpPr>
        <p:spPr>
          <a:xfrm flipV="1">
            <a:off x="9338691" y="2548426"/>
            <a:ext cx="23431" cy="443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4" name="Shape 1372"/>
          <p:cNvSpPr/>
          <p:nvPr/>
        </p:nvSpPr>
        <p:spPr>
          <a:xfrm flipV="1">
            <a:off x="9362123" y="2544553"/>
            <a:ext cx="23432" cy="387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5" name="Shape 1373"/>
          <p:cNvSpPr/>
          <p:nvPr/>
        </p:nvSpPr>
        <p:spPr>
          <a:xfrm flipV="1">
            <a:off x="9385554" y="2541352"/>
            <a:ext cx="23431" cy="320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6" name="Shape 1374"/>
          <p:cNvSpPr/>
          <p:nvPr/>
        </p:nvSpPr>
        <p:spPr>
          <a:xfrm flipV="1">
            <a:off x="9408986" y="2539025"/>
            <a:ext cx="23432" cy="232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7" name="Shape 1375"/>
          <p:cNvSpPr/>
          <p:nvPr/>
        </p:nvSpPr>
        <p:spPr>
          <a:xfrm flipV="1">
            <a:off x="9432417" y="2537788"/>
            <a:ext cx="23432" cy="123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8" name="Shape 1376"/>
          <p:cNvSpPr/>
          <p:nvPr/>
        </p:nvSpPr>
        <p:spPr>
          <a:xfrm>
            <a:off x="9455849" y="2537788"/>
            <a:ext cx="23432" cy="10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79" name="Shape 1377"/>
          <p:cNvSpPr/>
          <p:nvPr/>
        </p:nvSpPr>
        <p:spPr>
          <a:xfrm>
            <a:off x="9479280" y="2537897"/>
            <a:ext cx="23431" cy="176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0" name="Shape 1378"/>
          <p:cNvSpPr/>
          <p:nvPr/>
        </p:nvSpPr>
        <p:spPr>
          <a:xfrm>
            <a:off x="9502712" y="2539661"/>
            <a:ext cx="23432" cy="371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1" name="Shape 1379"/>
          <p:cNvSpPr/>
          <p:nvPr/>
        </p:nvSpPr>
        <p:spPr>
          <a:xfrm>
            <a:off x="9526143" y="2543371"/>
            <a:ext cx="23432" cy="587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2" name="Shape 1380"/>
          <p:cNvSpPr/>
          <p:nvPr/>
        </p:nvSpPr>
        <p:spPr>
          <a:xfrm>
            <a:off x="9549575" y="2549244"/>
            <a:ext cx="23431" cy="8292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3" name="Shape 1381"/>
          <p:cNvSpPr/>
          <p:nvPr/>
        </p:nvSpPr>
        <p:spPr>
          <a:xfrm>
            <a:off x="9573006" y="2557536"/>
            <a:ext cx="23432" cy="1080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4" name="Shape 1382"/>
          <p:cNvSpPr/>
          <p:nvPr/>
        </p:nvSpPr>
        <p:spPr>
          <a:xfrm>
            <a:off x="9596438" y="2568337"/>
            <a:ext cx="23432" cy="133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5" name="Shape 1383"/>
          <p:cNvSpPr/>
          <p:nvPr/>
        </p:nvSpPr>
        <p:spPr>
          <a:xfrm>
            <a:off x="9619869" y="2581685"/>
            <a:ext cx="23431" cy="1582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6" name="Shape 1384"/>
          <p:cNvSpPr/>
          <p:nvPr/>
        </p:nvSpPr>
        <p:spPr>
          <a:xfrm>
            <a:off x="9643301" y="2597505"/>
            <a:ext cx="23432" cy="1811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7" name="Shape 1385"/>
          <p:cNvSpPr/>
          <p:nvPr/>
        </p:nvSpPr>
        <p:spPr>
          <a:xfrm>
            <a:off x="9666732" y="2615616"/>
            <a:ext cx="23432" cy="2007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8" name="Shape 1386"/>
          <p:cNvSpPr/>
          <p:nvPr/>
        </p:nvSpPr>
        <p:spPr>
          <a:xfrm>
            <a:off x="9690164" y="2635691"/>
            <a:ext cx="23431" cy="2163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89" name="Shape 1387"/>
          <p:cNvSpPr/>
          <p:nvPr/>
        </p:nvSpPr>
        <p:spPr>
          <a:xfrm>
            <a:off x="9713595" y="2657330"/>
            <a:ext cx="23432" cy="2265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0" name="Shape 1388"/>
          <p:cNvSpPr/>
          <p:nvPr/>
        </p:nvSpPr>
        <p:spPr>
          <a:xfrm>
            <a:off x="9737027" y="2679988"/>
            <a:ext cx="23432" cy="2313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1" name="Shape 1389"/>
          <p:cNvSpPr/>
          <p:nvPr/>
        </p:nvSpPr>
        <p:spPr>
          <a:xfrm>
            <a:off x="9760458" y="2703118"/>
            <a:ext cx="23432" cy="2293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2" name="Shape 1390"/>
          <p:cNvSpPr/>
          <p:nvPr/>
        </p:nvSpPr>
        <p:spPr>
          <a:xfrm>
            <a:off x="9783890" y="2726048"/>
            <a:ext cx="23431" cy="2213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3" name="Shape 1391"/>
          <p:cNvSpPr/>
          <p:nvPr/>
        </p:nvSpPr>
        <p:spPr>
          <a:xfrm>
            <a:off x="9807321" y="2748178"/>
            <a:ext cx="23432" cy="2069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4" name="Shape 1392"/>
          <p:cNvSpPr/>
          <p:nvPr/>
        </p:nvSpPr>
        <p:spPr>
          <a:xfrm>
            <a:off x="9830753" y="2768872"/>
            <a:ext cx="23432" cy="1869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5" name="Shape 1393"/>
          <p:cNvSpPr/>
          <p:nvPr/>
        </p:nvSpPr>
        <p:spPr>
          <a:xfrm>
            <a:off x="9854184" y="2787565"/>
            <a:ext cx="23432" cy="1618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6" name="Shape 1394"/>
          <p:cNvSpPr/>
          <p:nvPr/>
        </p:nvSpPr>
        <p:spPr>
          <a:xfrm>
            <a:off x="9877616" y="2803749"/>
            <a:ext cx="23432" cy="1331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7" name="Shape 1395"/>
          <p:cNvSpPr/>
          <p:nvPr/>
        </p:nvSpPr>
        <p:spPr>
          <a:xfrm>
            <a:off x="9901047" y="2817059"/>
            <a:ext cx="23432" cy="1016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8" name="Shape 1396"/>
          <p:cNvSpPr/>
          <p:nvPr/>
        </p:nvSpPr>
        <p:spPr>
          <a:xfrm>
            <a:off x="9924479" y="2827224"/>
            <a:ext cx="23432" cy="68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399" name="Shape 1397"/>
          <p:cNvSpPr/>
          <p:nvPr/>
        </p:nvSpPr>
        <p:spPr>
          <a:xfrm>
            <a:off x="9947910" y="2834098"/>
            <a:ext cx="23431" cy="360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0" name="Shape 1398"/>
          <p:cNvSpPr/>
          <p:nvPr/>
        </p:nvSpPr>
        <p:spPr>
          <a:xfrm>
            <a:off x="9971342" y="2837698"/>
            <a:ext cx="23432" cy="47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1" name="Shape 1399"/>
          <p:cNvSpPr/>
          <p:nvPr/>
        </p:nvSpPr>
        <p:spPr>
          <a:xfrm flipV="1">
            <a:off x="9994773" y="2835753"/>
            <a:ext cx="23432" cy="241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2" name="Shape 1400"/>
          <p:cNvSpPr/>
          <p:nvPr/>
        </p:nvSpPr>
        <p:spPr>
          <a:xfrm flipV="1">
            <a:off x="10018205" y="2830825"/>
            <a:ext cx="23432" cy="492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3" name="Shape 1401"/>
          <p:cNvSpPr/>
          <p:nvPr/>
        </p:nvSpPr>
        <p:spPr>
          <a:xfrm flipV="1">
            <a:off x="10041636" y="2823824"/>
            <a:ext cx="23432" cy="700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4" name="Shape 1402"/>
          <p:cNvSpPr/>
          <p:nvPr/>
        </p:nvSpPr>
        <p:spPr>
          <a:xfrm flipV="1">
            <a:off x="10065068" y="2815241"/>
            <a:ext cx="23432" cy="858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5" name="Shape 1403"/>
          <p:cNvSpPr/>
          <p:nvPr/>
        </p:nvSpPr>
        <p:spPr>
          <a:xfrm flipV="1">
            <a:off x="10088499" y="2805640"/>
            <a:ext cx="23431" cy="960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6" name="Shape 1404"/>
          <p:cNvSpPr/>
          <p:nvPr/>
        </p:nvSpPr>
        <p:spPr>
          <a:xfrm flipV="1">
            <a:off x="10111930" y="2795511"/>
            <a:ext cx="23432" cy="1012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7" name="Shape 1405"/>
          <p:cNvSpPr/>
          <p:nvPr/>
        </p:nvSpPr>
        <p:spPr>
          <a:xfrm flipV="1">
            <a:off x="10135362" y="2785365"/>
            <a:ext cx="23432" cy="101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8" name="Shape 1406"/>
          <p:cNvSpPr/>
          <p:nvPr/>
        </p:nvSpPr>
        <p:spPr>
          <a:xfrm flipV="1">
            <a:off x="10158794" y="2775691"/>
            <a:ext cx="23432" cy="96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09" name="Shape 1407"/>
          <p:cNvSpPr/>
          <p:nvPr/>
        </p:nvSpPr>
        <p:spPr>
          <a:xfrm flipV="1">
            <a:off x="10182225" y="2766871"/>
            <a:ext cx="23432" cy="881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0" name="Shape 1408"/>
          <p:cNvSpPr/>
          <p:nvPr/>
        </p:nvSpPr>
        <p:spPr>
          <a:xfrm flipV="1">
            <a:off x="10205657" y="2759198"/>
            <a:ext cx="23432" cy="76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1" name="Shape 1409"/>
          <p:cNvSpPr/>
          <p:nvPr/>
        </p:nvSpPr>
        <p:spPr>
          <a:xfrm flipV="1">
            <a:off x="10229088" y="2752870"/>
            <a:ext cx="23432" cy="632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2" name="Shape 1410"/>
          <p:cNvSpPr/>
          <p:nvPr/>
        </p:nvSpPr>
        <p:spPr>
          <a:xfrm flipV="1">
            <a:off x="10252520" y="2748051"/>
            <a:ext cx="23431" cy="481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3" name="Shape 1411"/>
          <p:cNvSpPr/>
          <p:nvPr/>
        </p:nvSpPr>
        <p:spPr>
          <a:xfrm flipV="1">
            <a:off x="10275951" y="2744705"/>
            <a:ext cx="23432" cy="3346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4" name="Shape 1412"/>
          <p:cNvSpPr/>
          <p:nvPr/>
        </p:nvSpPr>
        <p:spPr>
          <a:xfrm flipV="1">
            <a:off x="10299383" y="2742759"/>
            <a:ext cx="23432" cy="1946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5" name="Shape 1413"/>
          <p:cNvSpPr/>
          <p:nvPr/>
        </p:nvSpPr>
        <p:spPr>
          <a:xfrm flipV="1">
            <a:off x="10322814" y="2742050"/>
            <a:ext cx="23432" cy="70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6" name="Shape 1414"/>
          <p:cNvSpPr/>
          <p:nvPr/>
        </p:nvSpPr>
        <p:spPr>
          <a:xfrm>
            <a:off x="10346246" y="2742050"/>
            <a:ext cx="23432" cy="25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7" name="Shape 1415"/>
          <p:cNvSpPr/>
          <p:nvPr/>
        </p:nvSpPr>
        <p:spPr>
          <a:xfrm>
            <a:off x="10369677" y="2742305"/>
            <a:ext cx="23432" cy="92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8" name="Shape 1416"/>
          <p:cNvSpPr/>
          <p:nvPr/>
        </p:nvSpPr>
        <p:spPr>
          <a:xfrm>
            <a:off x="10393109" y="2743232"/>
            <a:ext cx="23431" cy="121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19" name="Shape 1417"/>
          <p:cNvSpPr/>
          <p:nvPr/>
        </p:nvSpPr>
        <p:spPr>
          <a:xfrm>
            <a:off x="10416540" y="2744450"/>
            <a:ext cx="23432" cy="110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0" name="Shape 1418"/>
          <p:cNvSpPr/>
          <p:nvPr/>
        </p:nvSpPr>
        <p:spPr>
          <a:xfrm>
            <a:off x="10439971" y="2745560"/>
            <a:ext cx="23432" cy="636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1" name="Shape 1419"/>
          <p:cNvSpPr/>
          <p:nvPr/>
        </p:nvSpPr>
        <p:spPr>
          <a:xfrm flipV="1">
            <a:off x="10463403" y="2745941"/>
            <a:ext cx="23432" cy="25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2" name="Shape 1420"/>
          <p:cNvSpPr/>
          <p:nvPr/>
        </p:nvSpPr>
        <p:spPr>
          <a:xfrm flipV="1">
            <a:off x="10486835" y="2744450"/>
            <a:ext cx="23432" cy="149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3" name="Shape 1421"/>
          <p:cNvSpPr/>
          <p:nvPr/>
        </p:nvSpPr>
        <p:spPr>
          <a:xfrm flipV="1">
            <a:off x="10510266" y="2741395"/>
            <a:ext cx="23432" cy="305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4" name="Shape 1422"/>
          <p:cNvSpPr/>
          <p:nvPr/>
        </p:nvSpPr>
        <p:spPr>
          <a:xfrm flipV="1">
            <a:off x="10533698" y="2736540"/>
            <a:ext cx="23431" cy="485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5" name="Shape 1423"/>
          <p:cNvSpPr/>
          <p:nvPr/>
        </p:nvSpPr>
        <p:spPr>
          <a:xfrm flipV="1">
            <a:off x="10557129" y="2729703"/>
            <a:ext cx="23432" cy="683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6" name="Shape 1424"/>
          <p:cNvSpPr/>
          <p:nvPr/>
        </p:nvSpPr>
        <p:spPr>
          <a:xfrm flipV="1">
            <a:off x="10580561" y="2720829"/>
            <a:ext cx="23432" cy="88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7" name="Shape 1425"/>
          <p:cNvSpPr/>
          <p:nvPr/>
        </p:nvSpPr>
        <p:spPr>
          <a:xfrm flipV="1">
            <a:off x="10603992" y="2709919"/>
            <a:ext cx="23432" cy="1091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8" name="Shape 1426"/>
          <p:cNvSpPr/>
          <p:nvPr/>
        </p:nvSpPr>
        <p:spPr>
          <a:xfrm flipV="1">
            <a:off x="10627424" y="2697081"/>
            <a:ext cx="23432" cy="1283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29" name="Shape 1427"/>
          <p:cNvSpPr/>
          <p:nvPr/>
        </p:nvSpPr>
        <p:spPr>
          <a:xfrm flipV="1">
            <a:off x="10650855" y="2682534"/>
            <a:ext cx="23432" cy="145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0" name="Shape 1428"/>
          <p:cNvSpPr/>
          <p:nvPr/>
        </p:nvSpPr>
        <p:spPr>
          <a:xfrm flipV="1">
            <a:off x="10674287" y="2666586"/>
            <a:ext cx="23431" cy="159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1" name="Shape 1429"/>
          <p:cNvSpPr/>
          <p:nvPr/>
        </p:nvSpPr>
        <p:spPr>
          <a:xfrm flipV="1">
            <a:off x="10697718" y="2649639"/>
            <a:ext cx="23432" cy="1694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2" name="Shape 1430"/>
          <p:cNvSpPr/>
          <p:nvPr/>
        </p:nvSpPr>
        <p:spPr>
          <a:xfrm flipV="1">
            <a:off x="10721150" y="2632145"/>
            <a:ext cx="23432" cy="1749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3" name="Shape 1431"/>
          <p:cNvSpPr/>
          <p:nvPr/>
        </p:nvSpPr>
        <p:spPr>
          <a:xfrm flipV="1">
            <a:off x="10744581" y="2614634"/>
            <a:ext cx="23432" cy="1751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4" name="Shape 1432"/>
          <p:cNvSpPr/>
          <p:nvPr/>
        </p:nvSpPr>
        <p:spPr>
          <a:xfrm flipV="1">
            <a:off x="10768013" y="2597668"/>
            <a:ext cx="23432" cy="16966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5" name="Shape 1433"/>
          <p:cNvSpPr/>
          <p:nvPr/>
        </p:nvSpPr>
        <p:spPr>
          <a:xfrm flipV="1">
            <a:off x="10791444" y="2581830"/>
            <a:ext cx="23432" cy="15838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6" name="Shape 1434"/>
          <p:cNvSpPr/>
          <p:nvPr/>
        </p:nvSpPr>
        <p:spPr>
          <a:xfrm flipV="1">
            <a:off x="10814876" y="2567665"/>
            <a:ext cx="23432" cy="1416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7" name="Shape 1435"/>
          <p:cNvSpPr/>
          <p:nvPr/>
        </p:nvSpPr>
        <p:spPr>
          <a:xfrm flipV="1">
            <a:off x="10838307" y="2555718"/>
            <a:ext cx="23431" cy="1194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8" name="Shape 1436"/>
          <p:cNvSpPr/>
          <p:nvPr/>
        </p:nvSpPr>
        <p:spPr>
          <a:xfrm flipV="1">
            <a:off x="10861738" y="2546444"/>
            <a:ext cx="23432" cy="92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39" name="Shape 1437"/>
          <p:cNvSpPr/>
          <p:nvPr/>
        </p:nvSpPr>
        <p:spPr>
          <a:xfrm flipV="1">
            <a:off x="10885170" y="2540261"/>
            <a:ext cx="23432" cy="618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0" name="Shape 1438"/>
          <p:cNvSpPr/>
          <p:nvPr/>
        </p:nvSpPr>
        <p:spPr>
          <a:xfrm flipV="1">
            <a:off x="10908602" y="2537461"/>
            <a:ext cx="23432" cy="280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>
            <a:off x="10932033" y="2537461"/>
            <a:ext cx="23432" cy="80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>
            <a:off x="10955465" y="2538261"/>
            <a:ext cx="23432" cy="443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>
            <a:off x="10978896" y="2542698"/>
            <a:ext cx="23431" cy="807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>
            <a:off x="11002328" y="2550772"/>
            <a:ext cx="23432" cy="1152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>
            <a:off x="11025759" y="2562300"/>
            <a:ext cx="23432" cy="14693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>
            <a:off x="11049191" y="2576993"/>
            <a:ext cx="23432" cy="1751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>
            <a:off x="11072622" y="2594504"/>
            <a:ext cx="23432" cy="19839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>
            <a:off x="11096054" y="2614343"/>
            <a:ext cx="23432" cy="2165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>
            <a:off x="11119485" y="2636000"/>
            <a:ext cx="23431" cy="2285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>
            <a:off x="11142917" y="2658858"/>
            <a:ext cx="23432" cy="23512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>
            <a:off x="11166348" y="2682370"/>
            <a:ext cx="23432" cy="2353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>
            <a:off x="11189780" y="2705900"/>
            <a:ext cx="23432" cy="22967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>
            <a:off x="11213211" y="2728867"/>
            <a:ext cx="23432" cy="21912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>
            <a:off x="11236643" y="2750778"/>
            <a:ext cx="23432" cy="20330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>
            <a:off x="11260074" y="2771108"/>
            <a:ext cx="23431" cy="18384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>
            <a:off x="11283505" y="2789492"/>
            <a:ext cx="23432" cy="16111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>
            <a:off x="11306937" y="2805603"/>
            <a:ext cx="23432" cy="13602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11330369" y="2819205"/>
            <a:ext cx="23432" cy="10965"/>
          </a:xfrm>
          <a:prstGeom prst="line">
            <a:avLst/>
          </a:prstGeom>
          <a:noFill/>
          <a:ln w="25400">
            <a:solidFill>
              <a:srgbClr val="EA002C"/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>
            <a:off x="9058085" y="2639726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0" name="Shape 1458"/>
          <p:cNvSpPr/>
          <p:nvPr/>
        </p:nvSpPr>
        <p:spPr>
          <a:xfrm>
            <a:off x="9175242" y="253634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1" name="Shape 1459"/>
          <p:cNvSpPr/>
          <p:nvPr/>
        </p:nvSpPr>
        <p:spPr>
          <a:xfrm>
            <a:off x="9292400" y="2543059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2" name="Shape 1460"/>
          <p:cNvSpPr/>
          <p:nvPr/>
        </p:nvSpPr>
        <p:spPr>
          <a:xfrm>
            <a:off x="9409557" y="253276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3" name="Shape 1461"/>
          <p:cNvSpPr/>
          <p:nvPr/>
        </p:nvSpPr>
        <p:spPr>
          <a:xfrm>
            <a:off x="9526715" y="253564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4" name="Shape 1462"/>
          <p:cNvSpPr/>
          <p:nvPr/>
        </p:nvSpPr>
        <p:spPr>
          <a:xfrm>
            <a:off x="9643872" y="2535494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5" name="Shape 1463"/>
          <p:cNvSpPr/>
          <p:nvPr/>
        </p:nvSpPr>
        <p:spPr>
          <a:xfrm>
            <a:off x="9761030" y="274643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6" name="Shape 1464"/>
          <p:cNvSpPr/>
          <p:nvPr/>
        </p:nvSpPr>
        <p:spPr>
          <a:xfrm>
            <a:off x="9878187" y="279698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7" name="Shape 1465"/>
          <p:cNvSpPr/>
          <p:nvPr/>
        </p:nvSpPr>
        <p:spPr>
          <a:xfrm>
            <a:off x="9995344" y="2804237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8" name="Shape 1466"/>
          <p:cNvSpPr/>
          <p:nvPr/>
        </p:nvSpPr>
        <p:spPr>
          <a:xfrm>
            <a:off x="10768584" y="2586810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69" name="Shape 1467"/>
          <p:cNvSpPr/>
          <p:nvPr/>
        </p:nvSpPr>
        <p:spPr>
          <a:xfrm>
            <a:off x="10909173" y="2494635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70" name="Shape 1468"/>
          <p:cNvSpPr/>
          <p:nvPr/>
        </p:nvSpPr>
        <p:spPr>
          <a:xfrm>
            <a:off x="11049762" y="2574972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71" name="Shape 1469"/>
          <p:cNvSpPr/>
          <p:nvPr/>
        </p:nvSpPr>
        <p:spPr>
          <a:xfrm>
            <a:off x="11213783" y="2733683"/>
            <a:ext cx="45720" cy="4572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72" name="Text 1470"/>
          <p:cNvSpPr txBox="1"/>
          <p:nvPr/>
        </p:nvSpPr>
        <p:spPr>
          <a:xfrm>
            <a:off x="8934450" y="3295650"/>
            <a:ext cx="249555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값끼리 비슷하다고 보고 부드럽게 잇습니다.</a:t>
            </a:r>
            <a:endParaRPr lang="en-US" sz="825" dirty="0"/>
          </a:p>
        </p:txBody>
      </p:sp>
      <p:sp>
        <p:nvSpPr>
          <p:cNvPr id="1473" name="Text 1471"/>
          <p:cNvSpPr txBox="1"/>
          <p:nvPr/>
        </p:nvSpPr>
        <p:spPr>
          <a:xfrm>
            <a:off x="8934450" y="373380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1474" name="Text 1472"/>
          <p:cNvSpPr txBox="1"/>
          <p:nvPr/>
        </p:nvSpPr>
        <p:spPr>
          <a:xfrm>
            <a:off x="9486900" y="3733800"/>
            <a:ext cx="19431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없는 구간도 자연스럽게 메웁니다</a:t>
            </a:r>
            <a:endParaRPr lang="en-US" sz="788" dirty="0"/>
          </a:p>
        </p:txBody>
      </p:sp>
      <p:sp>
        <p:nvSpPr>
          <p:cNvPr id="1475" name="Text 1473"/>
          <p:cNvSpPr txBox="1"/>
          <p:nvPr/>
        </p:nvSpPr>
        <p:spPr>
          <a:xfrm>
            <a:off x="8934450" y="4095750"/>
            <a:ext cx="533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1476" name="Text 1474"/>
          <p:cNvSpPr txBox="1"/>
          <p:nvPr/>
        </p:nvSpPr>
        <p:spPr>
          <a:xfrm>
            <a:off x="9505950" y="4095750"/>
            <a:ext cx="1924050" cy="39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갑작스러운 꺾임은 놓칩니다</a:t>
            </a:r>
            <a:endParaRPr lang="en-US" sz="788" dirty="0"/>
          </a:p>
        </p:txBody>
      </p:sp>
      <p:sp>
        <p:nvSpPr>
          <p:cNvPr id="1477" name="Shape 1475"/>
          <p:cNvSpPr/>
          <p:nvPr/>
        </p:nvSpPr>
        <p:spPr>
          <a:xfrm>
            <a:off x="685800" y="4867275"/>
            <a:ext cx="1082040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478" name="Shape 1476"/>
          <p:cNvSpPr/>
          <p:nvPr/>
        </p:nvSpPr>
        <p:spPr>
          <a:xfrm>
            <a:off x="685800" y="4743450"/>
            <a:ext cx="261937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1479" name="Text 1477"/>
          <p:cNvSpPr txBox="1"/>
          <p:nvPr/>
        </p:nvSpPr>
        <p:spPr>
          <a:xfrm>
            <a:off x="819150" y="48006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38" dirty="0"/>
          </a:p>
        </p:txBody>
      </p:sp>
      <p:sp>
        <p:nvSpPr>
          <p:cNvPr id="1480" name="Text 1478"/>
          <p:cNvSpPr txBox="1"/>
          <p:nvPr/>
        </p:nvSpPr>
        <p:spPr>
          <a:xfrm>
            <a:off x="1009650" y="4800600"/>
            <a:ext cx="218122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연한 띠가 있는 둘이 GP 입니다</a:t>
            </a:r>
            <a:endParaRPr lang="en-US" sz="1013" dirty="0"/>
          </a:p>
        </p:txBody>
      </p:sp>
      <p:sp>
        <p:nvSpPr>
          <p:cNvPr id="1481" name="Text 1479"/>
          <p:cNvSpPr txBox="1"/>
          <p:nvPr/>
        </p:nvSpPr>
        <p:spPr>
          <a:xfrm>
            <a:off x="8543925" y="4933950"/>
            <a:ext cx="2847975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가우시안 프로세스 — 앞의 두 방법과 갈리는 자리</a:t>
            </a:r>
            <a:endParaRPr lang="en-US" sz="825" dirty="0"/>
          </a:p>
        </p:txBody>
      </p:sp>
      <p:sp>
        <p:nvSpPr>
          <p:cNvPr id="1482" name="Shape 1480"/>
          <p:cNvSpPr/>
          <p:nvPr/>
        </p:nvSpPr>
        <p:spPr>
          <a:xfrm>
            <a:off x="876300" y="5124450"/>
            <a:ext cx="28575" cy="36195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483" name="Text 1481"/>
          <p:cNvSpPr txBox="1"/>
          <p:nvPr/>
        </p:nvSpPr>
        <p:spPr>
          <a:xfrm>
            <a:off x="1009650" y="5105400"/>
            <a:ext cx="3143250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곡선을 하나만 고르지 않습니다</a:t>
            </a:r>
            <a:endParaRPr lang="en-US" sz="938" dirty="0"/>
          </a:p>
        </p:txBody>
      </p:sp>
      <p:sp>
        <p:nvSpPr>
          <p:cNvPr id="1484" name="Text 1482"/>
          <p:cNvSpPr txBox="1"/>
          <p:nvPr/>
        </p:nvSpPr>
        <p:spPr>
          <a:xfrm>
            <a:off x="1009650" y="5314950"/>
            <a:ext cx="3143250" cy="438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지나는 곡선을 여러 개 놓고, 그 한가운데를 답으로 냅니다.</a:t>
            </a:r>
            <a:endParaRPr lang="en-US" sz="810" dirty="0"/>
          </a:p>
        </p:txBody>
      </p:sp>
      <p:sp>
        <p:nvSpPr>
          <p:cNvPr id="1485" name="Shape 1483"/>
          <p:cNvSpPr/>
          <p:nvPr/>
        </p:nvSpPr>
        <p:spPr>
          <a:xfrm>
            <a:off x="4419600" y="5124450"/>
            <a:ext cx="28575" cy="36195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486" name="Text 1484"/>
          <p:cNvSpPr txBox="1"/>
          <p:nvPr/>
        </p:nvSpPr>
        <p:spPr>
          <a:xfrm>
            <a:off x="4552950" y="5105400"/>
            <a:ext cx="3143250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범위가 같이 나옵니다</a:t>
            </a:r>
            <a:endParaRPr lang="en-US" sz="938" dirty="0"/>
          </a:p>
        </p:txBody>
      </p:sp>
      <p:sp>
        <p:nvSpPr>
          <p:cNvPr id="1487" name="Text 1485"/>
          <p:cNvSpPr txBox="1"/>
          <p:nvPr/>
        </p:nvSpPr>
        <p:spPr>
          <a:xfrm>
            <a:off x="4552950" y="5314950"/>
            <a:ext cx="3143250" cy="438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연한 띠가 그것입니다. 앞의 두 방법에는 이 띠가 없습니다.</a:t>
            </a:r>
            <a:endParaRPr lang="en-US" sz="810" dirty="0"/>
          </a:p>
        </p:txBody>
      </p:sp>
      <p:sp>
        <p:nvSpPr>
          <p:cNvPr id="1488" name="Shape 1486"/>
          <p:cNvSpPr/>
          <p:nvPr/>
        </p:nvSpPr>
        <p:spPr>
          <a:xfrm>
            <a:off x="7962900" y="5124450"/>
            <a:ext cx="28575" cy="36195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489" name="Text 1487"/>
          <p:cNvSpPr txBox="1"/>
          <p:nvPr/>
        </p:nvSpPr>
        <p:spPr>
          <a:xfrm>
            <a:off x="8096250" y="5105400"/>
            <a:ext cx="3143250" cy="14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성격을 정합니다</a:t>
            </a:r>
            <a:endParaRPr lang="en-US" sz="938" dirty="0"/>
          </a:p>
        </p:txBody>
      </p:sp>
      <p:sp>
        <p:nvSpPr>
          <p:cNvPr id="1490" name="Text 1488"/>
          <p:cNvSpPr txBox="1"/>
          <p:nvPr/>
        </p:nvSpPr>
        <p:spPr>
          <a:xfrm>
            <a:off x="8096250" y="5314950"/>
            <a:ext cx="3143250" cy="438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1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점만 보면 각지고(지수), 멀리까지 보면 부드럽습니다(RBF).</a:t>
            </a:r>
            <a:endParaRPr lang="en-US" sz="810" dirty="0"/>
          </a:p>
        </p:txBody>
      </p:sp>
      <p:sp>
        <p:nvSpPr>
          <p:cNvPr id="1491" name="Shape 1489"/>
          <p:cNvSpPr/>
          <p:nvPr/>
        </p:nvSpPr>
        <p:spPr>
          <a:xfrm>
            <a:off x="685800" y="6153150"/>
            <a:ext cx="108204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1492" name="Shape 1490"/>
          <p:cNvSpPr/>
          <p:nvPr/>
        </p:nvSpPr>
        <p:spPr>
          <a:xfrm>
            <a:off x="685800" y="6296025"/>
            <a:ext cx="438150" cy="190500"/>
          </a:xfrm>
          <a:prstGeom prst="rect">
            <a:avLst>
              <a:gd name="adj" fmla="val 96000"/>
            </a:avLst>
          </a:prstGeom>
          <a:solidFill>
            <a:srgbClr val="EA002C"/>
          </a:solidFill>
          <a:ln/>
        </p:spPr>
      </p:sp>
      <p:sp>
        <p:nvSpPr>
          <p:cNvPr id="1493" name="Text 1491"/>
          <p:cNvSpPr txBox="1"/>
          <p:nvPr/>
        </p:nvSpPr>
        <p:spPr>
          <a:xfrm>
            <a:off x="685800" y="6324600"/>
            <a:ext cx="43815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825" dirty="0"/>
          </a:p>
        </p:txBody>
      </p:sp>
      <p:sp>
        <p:nvSpPr>
          <p:cNvPr id="1494" name="Text 1492"/>
          <p:cNvSpPr txBox="1"/>
          <p:nvPr/>
        </p:nvSpPr>
        <p:spPr>
          <a:xfrm>
            <a:off x="1238250" y="6305550"/>
            <a:ext cx="9601200" cy="20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이 넷을 포함한 일곱 가지를 같은 데이터로 겨루게 해서 골랐습니다.</a:t>
            </a:r>
            <a:endParaRPr lang="en-US" sz="11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나래에너지서비스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x04_models</dc:title>
  <dc:subject>PptxGenJS Presentation</dc:subject>
  <dc:creator>주현M, 정상우M</dc:creator>
  <cp:lastModifiedBy>주현M, 정상우M</cp:lastModifiedBy>
  <cp:revision>1</cp:revision>
  <dcterms:created xsi:type="dcterms:W3CDTF">2026-09-22T13:36:44Z</dcterms:created>
  <dcterms:modified xsi:type="dcterms:W3CDTF">2026-09-22T13:36:44Z</dcterms:modified>
</cp:coreProperties>
</file>