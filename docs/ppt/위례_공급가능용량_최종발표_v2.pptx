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맞춰 온 신고를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바꿨습니다.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7338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5.0 MW 모자라고, 여름엔 4.7 MW 넘칩니다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0005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같은 방식으로 채점했더니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19" name="Text 17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정수로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값이었습니다.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방식까지 다시 고릅니다.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손실입니다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신고하고, 그 숫자가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입찰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됩니다.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43500" y="2857500"/>
            <a:ext cx="1905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 능력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6000" y="3105150"/>
            <a:ext cx="0" cy="800100"/>
          </a:xfrm>
          <a:prstGeom prst="line">
            <a:avLst/>
          </a:prstGeom>
          <a:noFill/>
          <a:ln w="25400">
            <a:solidFill>
              <a:srgbClr val="EAE7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3505200"/>
            <a:ext cx="3810000" cy="0"/>
          </a:xfrm>
          <a:prstGeom prst="line">
            <a:avLst/>
          </a:prstGeom>
          <a:noFill/>
          <a:ln w="3048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7000" y="3505200"/>
            <a:ext cx="3810000" cy="0"/>
          </a:xfrm>
          <a:prstGeom prst="line">
            <a:avLst/>
          </a:prstGeom>
          <a:noFill/>
          <a:ln w="30480">
            <a:solidFill>
              <a:srgbClr val="FF4D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71650" y="34194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229850" y="34194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05000" y="31432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8382000" y="31432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</a:t>
            </a:r>
            <a:endParaRPr lang="en-US" sz="1575" dirty="0"/>
          </a:p>
        </p:txBody>
      </p:sp>
      <p:sp>
        <p:nvSpPr>
          <p:cNvPr id="22" name="Text 20"/>
          <p:cNvSpPr txBox="1"/>
          <p:nvPr/>
        </p:nvSpPr>
        <p:spPr>
          <a:xfrm>
            <a:off x="1905000" y="3657600"/>
            <a:ext cx="3810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팝니다  ·  기회손실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6477000" y="3657600"/>
            <a:ext cx="3810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미칩니다  ·  기준 미달 → 벌점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85800" y="443865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45720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낮게 신고한 양 누계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800600"/>
            <a:ext cx="1217676" cy="520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75.5</a:t>
            </a:r>
            <a:endParaRPr lang="en-US" sz="3900" dirty="0"/>
          </a:p>
        </p:txBody>
      </p:sp>
      <p:sp>
        <p:nvSpPr>
          <p:cNvPr id="27" name="Text 25"/>
          <p:cNvSpPr txBox="1"/>
          <p:nvPr/>
        </p:nvSpPr>
        <p:spPr>
          <a:xfrm>
            <a:off x="1960626" y="5048250"/>
            <a:ext cx="40005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55054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 이 방향으로 치우쳤습니다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210300" y="443865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0300" y="45720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기준 미달 회차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210300" y="4800600"/>
            <a:ext cx="618363" cy="520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3900" dirty="0"/>
          </a:p>
        </p:txBody>
      </p:sp>
      <p:sp>
        <p:nvSpPr>
          <p:cNvPr id="32" name="Text 30"/>
          <p:cNvSpPr txBox="1"/>
          <p:nvPr/>
        </p:nvSpPr>
        <p:spPr>
          <a:xfrm>
            <a:off x="6885813" y="5048250"/>
            <a:ext cx="40005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1275" dirty="0"/>
          </a:p>
        </p:txBody>
      </p:sp>
      <p:sp>
        <p:nvSpPr>
          <p:cNvPr id="33" name="Text 31"/>
          <p:cNvSpPr txBox="1"/>
          <p:nvPr/>
        </p:nvSpPr>
        <p:spPr>
          <a:xfrm>
            <a:off x="6210300" y="55054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 중 · 과대 신고 69.5 MW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~ +12.9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보정값을 온도 축에 찍으면 흩어진 게 아니라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내려갑니다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95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9048750" y="3904345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572500" y="4476750"/>
            <a:ext cx="2667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85800" y="5372100"/>
            <a:ext cx="10820400" cy="533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486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담당자가 적용한 보정값 16회차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533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1" name="Text 79"/>
          <p:cNvSpPr txBox="1"/>
          <p:nvPr/>
        </p:nvSpPr>
        <p:spPr>
          <a:xfrm>
            <a:off x="533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2" name="Text 80"/>
          <p:cNvSpPr txBox="1"/>
          <p:nvPr/>
        </p:nvSpPr>
        <p:spPr>
          <a:xfrm>
            <a:off x="571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71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609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609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47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47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85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85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723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723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620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620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8001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8001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382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382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763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763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914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914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52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52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90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90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1028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1028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66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66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104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104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914400" y="567690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endParaRPr lang="en-US" sz="975" dirty="0"/>
          </a:p>
        </p:txBody>
      </p:sp>
      <p:sp>
        <p:nvSpPr>
          <p:cNvPr id="113" name="Shape 11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5" name="Text 11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241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13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27051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 설비가 달랐다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5410200" y="27432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31432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2575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3147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1447800" y="32385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 예측할 수 있다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410200" y="32766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36766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7909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8481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1447800" y="37719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 진공 항 때문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5410200" y="38100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685800" y="42100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243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3815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1447800" y="43053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 진공 영향이 보인다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5410200" y="43434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−0.675 →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무의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685800" y="47434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857750"/>
            <a:ext cx="609600" cy="26670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49149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447800" y="48387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 외기온도의 함수다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5410200" y="48768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391150"/>
            <a:ext cx="10820400" cy="552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486400"/>
            <a:ext cx="1036320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그래서 판정을 코드로 옮겼습니다: 안정성 80% 미달이면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기각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88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 계산은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동결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학습하는 것은 이론과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회차가 쌓여도 바뀌지 않습니다.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243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39719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2672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26720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419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291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7가지를 같은 조건에서 겨뤄,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보는 방식으로 40번 채점했습니다. 1위는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333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571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좋다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200400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938" dirty="0"/>
          </a:p>
        </p:txBody>
      </p:sp>
      <p:sp>
        <p:nvSpPr>
          <p:cNvPr id="16" name="Shape 14"/>
          <p:cNvSpPr/>
          <p:nvPr/>
        </p:nvSpPr>
        <p:spPr>
          <a:xfrm>
            <a:off x="2857500" y="3181350"/>
            <a:ext cx="723900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210800" y="315277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638550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938" dirty="0"/>
          </a:p>
        </p:txBody>
      </p:sp>
      <p:sp>
        <p:nvSpPr>
          <p:cNvPr id="19" name="Shape 17"/>
          <p:cNvSpPr/>
          <p:nvPr/>
        </p:nvSpPr>
        <p:spPr>
          <a:xfrm>
            <a:off x="2857500" y="3600450"/>
            <a:ext cx="2477101" cy="209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67951" y="352425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476750"/>
            <a:ext cx="762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 ·  1.30 ~ 1.48 구간만 확대  ·  눈으로는 고를 수 없다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3048000" y="4648200"/>
            <a:ext cx="0" cy="10668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35286" y="4648200"/>
            <a:ext cx="0" cy="10668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22571" y="4648200"/>
            <a:ext cx="0" cy="10668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09857" y="4648200"/>
            <a:ext cx="0" cy="10668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657725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3048000" y="4667250"/>
            <a:ext cx="7620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57946" y="4648200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819650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3048000" y="4829175"/>
            <a:ext cx="168729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92929" y="4810125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81575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3048000" y="4991100"/>
            <a:ext cx="337457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61657" y="4972050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143500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3048000" y="5153025"/>
            <a:ext cx="742406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866606" y="5133975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305425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3048000" y="5314950"/>
            <a:ext cx="2193471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17671" y="5295900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914400" y="5467350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3048000" y="5476875"/>
            <a:ext cx="40157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39940" y="5457825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5629275"/>
            <a:ext cx="1905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3048000" y="5638800"/>
            <a:ext cx="5905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029700" y="5619750"/>
            <a:ext cx="590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819400" y="58102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4506686" y="58102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6193971" y="58102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7881257" y="58102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의심은 코드가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손대야 하는 상수가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→ 재채점 → 재선정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 추가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실측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 전부 재채점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재선정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회차가 늘면 다시 처음으로 — 사람이 누르는 버튼은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자동 기각 문턱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건을 빼도 결론이 유지되는 비율이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미달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이면 코드가 기각합니다.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유의 판정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103327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0.05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538597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α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상관을 넘지 못하면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없음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봅니다. 눈에 보이는 관계도 통과해야 합니다.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대조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남기고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실측과 대조합니다. 사후에 맞추는 것을 막습니다.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상수가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코드가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채점했더니,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현재 도구를 같은 40회차에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1021747" cy="58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</a:t>
            </a:r>
            <a:endParaRPr lang="en-US" sz="4350" dirty="0"/>
          </a:p>
        </p:txBody>
      </p:sp>
      <p:sp>
        <p:nvSpPr>
          <p:cNvPr id="16" name="Text 14"/>
          <p:cNvSpPr txBox="1"/>
          <p:nvPr/>
        </p:nvSpPr>
        <p:spPr>
          <a:xfrm>
            <a:off x="1764697" y="3324225"/>
            <a:ext cx="40005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71900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4448175" y="3048000"/>
            <a:ext cx="1021747" cy="58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</a:t>
            </a:r>
            <a:endParaRPr lang="en-US" sz="4350" dirty="0"/>
          </a:p>
        </p:txBody>
      </p:sp>
      <p:sp>
        <p:nvSpPr>
          <p:cNvPr id="21" name="Text 19"/>
          <p:cNvSpPr txBox="1"/>
          <p:nvPr/>
        </p:nvSpPr>
        <p:spPr>
          <a:xfrm>
            <a:off x="5527072" y="3324225"/>
            <a:ext cx="40005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4448175" y="3771900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210550" y="3048000"/>
            <a:ext cx="1021747" cy="58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</a:t>
            </a:r>
            <a:endParaRPr lang="en-US" sz="4350" dirty="0"/>
          </a:p>
        </p:txBody>
      </p:sp>
      <p:sp>
        <p:nvSpPr>
          <p:cNvPr id="26" name="Text 24"/>
          <p:cNvSpPr txBox="1"/>
          <p:nvPr/>
        </p:nvSpPr>
        <p:spPr>
          <a:xfrm>
            <a:off x="9289447" y="3324225"/>
            <a:ext cx="40005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275" dirty="0"/>
          </a:p>
        </p:txBody>
      </p:sp>
      <p:sp>
        <p:nvSpPr>
          <p:cNvPr id="27" name="Text 25"/>
          <p:cNvSpPr txBox="1"/>
          <p:nvPr/>
        </p:nvSpPr>
        <p:spPr>
          <a:xfrm>
            <a:off x="8210550" y="3771900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MW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685800" y="4305300"/>
            <a:ext cx="10820400" cy="16383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4438650"/>
            <a:ext cx="6477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9회차  ·  세로 = 실측 − 예측 MW  ·  아래쪽은 예측이 컸던 회차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7524750" y="4419600"/>
            <a:ext cx="37528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개선율 +91%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7" name="Text 55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60" name="Text 58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3" name="Text 61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6" name="Text 6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숫자만 좋아진 게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2층(학습)은 설비 종류와 무관합니다.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1층(이론)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학습·채점·재선정 코드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검증 절차와 자동 가드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신고값 산출과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 출력 계산식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성능 곡선과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교체해 병행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모듈 분리 후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돌려 보겠습니다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49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3~4분입니다.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8204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 txBox="1"/>
          <p:nvPr/>
        </p:nvSpPr>
        <p:spPr>
          <a:xfrm>
            <a:off x="13906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취득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13906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그대로 읽어옵니다. 사람이 옮겨 적는 칸이 없습니다.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33528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39814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시뮬레이션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9814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넣으면 이론 출력이 나옵니다. 여기까지가 동결된 1층입니다.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9436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60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16" name="Text 14"/>
          <p:cNvSpPr txBox="1"/>
          <p:nvPr/>
        </p:nvSpPr>
        <p:spPr>
          <a:xfrm>
            <a:off x="65722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학습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65722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온도별 보정을 다시 학습하고 방식을 다시 고릅니다.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85344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91630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91630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숫자와 그 근거가 함께 나옵니다.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4572000"/>
            <a:ext cx="10820400" cy="1371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7053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9144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칸이 없습니다</a:t>
            </a:r>
            <a:endParaRPr lang="en-US" sz="1275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온도만 있으면 나머지는 도구가 채웁니다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2672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958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958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옆에 근거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44958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회차로 학습했는지 화면에 표시됩니다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8486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772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772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넣으면 즉시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80772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재채점·재선정이 그 자리에서 돌아갑니다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붙은 숫자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보십시오.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097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705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4191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005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40005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13" name="Text 11"/>
          <p:cNvSpPr txBox="1"/>
          <p:nvPr/>
        </p:nvSpPr>
        <p:spPr>
          <a:xfrm>
            <a:off x="40005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71900" y="441960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86600" y="441960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76900"/>
            <a:ext cx="108204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한 건씩 가려 채점하고, 시운전 9회차에서 다시 확인했습니다.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2026-09-01T15:10:50Z</dcterms:created>
  <dcterms:modified xsi:type="dcterms:W3CDTF">2026-09-01T15:10:50Z</dcterms:modified>
</cp:coreProperties>
</file>