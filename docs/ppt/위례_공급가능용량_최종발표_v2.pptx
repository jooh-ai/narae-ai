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5270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7655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28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MW ·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383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28900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242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38300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002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5908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0861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2491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38220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02689"/>
            <a:ext cx="1352550" cy="28603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1988725"/>
            <a:ext cx="1352550" cy="21545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04180"/>
            <a:ext cx="1352550" cy="7082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6458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5062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6608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87435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07464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0306050" y="2960084"/>
            <a:ext cx="6286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515100" y="3733800"/>
            <a:ext cx="47625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5.0 MW 모자라고, 여름엔 4.7 MW 넘칩니다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572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(MAE · 평균 몇 MW 틀렸나)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40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0005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(실제 &lt; 신고값)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40005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43" name="Text 41"/>
          <p:cNvSpPr txBox="1"/>
          <p:nvPr/>
        </p:nvSpPr>
        <p:spPr>
          <a:xfrm>
            <a:off x="40005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회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(높게 신고한 양)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73152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46" name="Text 44"/>
          <p:cNvSpPr txBox="1"/>
          <p:nvPr/>
        </p:nvSpPr>
        <p:spPr>
          <a:xfrm>
            <a:off x="73152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7719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866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MAE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폭의 평균입니다. 작을수록 좋습니다.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출력이 신고값에 못 미친 횟수입니다. 40회 중 몇 번이었나.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실제보다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손으로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손이 많이 갔고,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과제는 두 가지를 고쳤습니다 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524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온도 프로파일(온도별 신고값 표) 만드는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870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모으기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사이트 크롤링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280035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02895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4325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결과 계산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14325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넣고 RiMS 조회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491490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514350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5780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출력 계산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−20~40℃ 61개 값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702945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25805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7235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완성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37235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값 복사·붙여넣기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9372600" y="314325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9372600" y="3333750"/>
            <a:ext cx="1905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하나씩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914400" y="3676650"/>
            <a:ext cx="8210550" cy="400050"/>
          </a:xfrm>
          <a:prstGeom prst="rect">
            <a:avLst/>
          </a:prstGeom>
          <a:solidFill>
            <a:srgbClr val="0F1A28"/>
          </a:solidFill>
          <a:ln w="17780">
            <a:solidFill>
              <a:srgbClr val="EFB1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6800" y="3781425"/>
            <a:ext cx="790575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입력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실행 → 온도 프로파일이 바로 나옵니다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372600" y="371475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9372600" y="3905250"/>
            <a:ext cx="1905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적는 값 0개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85800" y="4438650"/>
            <a:ext cx="10820400" cy="1504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4400" y="45720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신고하는 숫자  ·  다음 주에 낼 수 있는 최대 출력을 매주 신고한다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5143500" y="4781550"/>
            <a:ext cx="1905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 능력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4991100"/>
            <a:ext cx="0" cy="285750"/>
          </a:xfrm>
          <a:prstGeom prst="line">
            <a:avLst/>
          </a:prstGeom>
          <a:noFill/>
          <a:ln w="25400">
            <a:solidFill>
              <a:srgbClr val="EAE7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05000" y="5295900"/>
            <a:ext cx="3810000" cy="0"/>
          </a:xfrm>
          <a:prstGeom prst="line">
            <a:avLst/>
          </a:prstGeom>
          <a:noFill/>
          <a:ln w="30480">
            <a:solidFill>
              <a:srgbClr val="A8BC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7000" y="5295900"/>
            <a:ext cx="3810000" cy="0"/>
          </a:xfrm>
          <a:prstGeom prst="line">
            <a:avLst/>
          </a:prstGeom>
          <a:noFill/>
          <a:ln w="30480">
            <a:solidFill>
              <a:srgbClr val="FF4D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71650" y="52101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229850" y="52101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905000" y="49339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신고하면</a:t>
            </a:r>
            <a:endParaRPr lang="en-US" sz="1575" dirty="0"/>
          </a:p>
        </p:txBody>
      </p:sp>
      <p:sp>
        <p:nvSpPr>
          <p:cNvPr id="45" name="Text 43"/>
          <p:cNvSpPr txBox="1"/>
          <p:nvPr/>
        </p:nvSpPr>
        <p:spPr>
          <a:xfrm>
            <a:off x="7429500" y="49339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신고하면</a:t>
            </a:r>
            <a:endParaRPr lang="en-US" sz="1575" dirty="0"/>
          </a:p>
        </p:txBody>
      </p:sp>
      <p:sp>
        <p:nvSpPr>
          <p:cNvPr id="46" name="Text 44"/>
          <p:cNvSpPr txBox="1"/>
          <p:nvPr/>
        </p:nvSpPr>
        <p:spPr>
          <a:xfrm>
            <a:off x="1905000" y="5429250"/>
            <a:ext cx="4000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못 팝니다   ·   종전 누계 75.5 MW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6286500" y="5429250"/>
            <a:ext cx="4000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미쳐 벌점입니다   ·   종전 40회 중 15회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간단하게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정확하게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 두 가지가 목적이었습니다.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MW 더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여름엔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MW 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차이를 온도 축에 찍으면, 흩어진 게 아니라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 줄줄이 내려갑니다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95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239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실제 − 이론값 (MW)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05484" y="3176540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5212" y="3217088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2076" y="3533327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36901" y="3813648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48965" y="383756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2805" y="387674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36645" y="39130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6101" y="37685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2405" y="398989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16933" y="386242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693" y="388900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5845" y="370983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28997" y="374798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197221" y="367323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1605" y="378810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67909" y="382436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3669" y="384339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58053" y="381450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79717" y="407888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06309" y="44841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5077" y="458491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79461" y="43530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2613" y="436340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67141" y="45324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66988" y="4702445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9893" y="444098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9893" y="43444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1813" y="459906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0581" y="459451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5653" y="437823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86341" y="435654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59493" y="452122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3877" y="41224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3877" y="41841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3877" y="443481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78949" y="42452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27717" y="450287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2789" y="424004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88549" y="41233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27461" y="418132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실제가 더 나오고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실제가 덜 나옵니다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685800" y="5372100"/>
            <a:ext cx="10820400" cy="533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14400" y="548640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담당자가 손으로 정한 값 16회  ·  전부 정수 하나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533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1" name="Text 79"/>
          <p:cNvSpPr txBox="1"/>
          <p:nvPr/>
        </p:nvSpPr>
        <p:spPr>
          <a:xfrm>
            <a:off x="533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2" name="Text 80"/>
          <p:cNvSpPr txBox="1"/>
          <p:nvPr/>
        </p:nvSpPr>
        <p:spPr>
          <a:xfrm>
            <a:off x="571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71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609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609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47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47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85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85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723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723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620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620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8001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8001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382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382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763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763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914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914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52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52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90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90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1028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1028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66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66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104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104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914400" y="567690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3" name="Shape 11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5" name="Text 11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원인 규명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원인처럼 보이는 것이 넷이었는데,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걷어내니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남았습니다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후보들이 서로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묶여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있었습니다. 온도의 영향을 뺀 뒤 다시 재는 것이 진짜 질문입니다.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43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5905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보정값과의 관련성  ·  상관계수 r  ·  0 에 가까우면 관계 없음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239000" y="2781300"/>
            <a:ext cx="4038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±0.31 — 이 선을 넘지 못하면 우연으로 봅니다 (n=40)</a:t>
            </a:r>
            <a:endParaRPr lang="en-US" sz="863" dirty="0"/>
          </a:p>
        </p:txBody>
      </p:sp>
      <p:sp>
        <p:nvSpPr>
          <p:cNvPr id="16" name="Shape 14"/>
          <p:cNvSpPr/>
          <p:nvPr/>
        </p:nvSpPr>
        <p:spPr>
          <a:xfrm>
            <a:off x="914400" y="3048000"/>
            <a:ext cx="171450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990850"/>
            <a:ext cx="1428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그냥 봤을 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24150" y="3048000"/>
            <a:ext cx="171450" cy="7620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52750" y="2990850"/>
            <a:ext cx="2000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온도를 직선으로 뺀 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239000" y="2990850"/>
            <a:ext cx="403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온도를 곡선(모델)으로 뺀 뒤  =  오른쪽 숫자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57500" y="3276600"/>
            <a:ext cx="0" cy="13144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9452" y="3276600"/>
            <a:ext cx="0" cy="1314450"/>
          </a:xfrm>
          <a:prstGeom prst="line">
            <a:avLst/>
          </a:prstGeom>
          <a:noFill/>
          <a:ln w="20320">
            <a:solidFill>
              <a:srgbClr val="FF4D63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914400" y="3305175"/>
            <a:ext cx="1809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2857500" y="3295650"/>
            <a:ext cx="512064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54340" y="3286125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-0.84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334500" y="3305175"/>
            <a:ext cx="1943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주된 원인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914400" y="354330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6195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857500" y="3581400"/>
            <a:ext cx="5017008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50708" y="35718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−0.82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2857500" y="3714750"/>
            <a:ext cx="88392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817620" y="37052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−0.14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9334500" y="36195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+0.00 → 사라짐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94335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857500" y="3905250"/>
            <a:ext cx="4474464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08164" y="38957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+0.73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857500" y="4038600"/>
            <a:ext cx="749808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83508" y="40290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9334500" y="394335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−0.13 → 사라짐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42672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857500" y="4229100"/>
            <a:ext cx="4419600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53300" y="42195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−0.72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2857500" y="4362450"/>
            <a:ext cx="2481072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4772" y="43529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−0.41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9334500" y="42672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−0.24 → 사라짐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451485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온도와의 r  진공도 +0.95   ·   대기압 −0.83   ·   대습도 +0.67  — 후보들이 서로 온도에 묶여 있다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00" y="4876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무엇을 알았나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9144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진공도·대기압은 온도의 그림자였습니다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144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에서 강해 보인 것은 이 둘이 온도를 따라가기 때문입니다. 온도를 빼면 사라집니다.</a:t>
            </a:r>
            <a:endParaRPr lang="en-US" sz="938" dirty="0"/>
          </a:p>
        </p:txBody>
      </p:sp>
      <p:sp>
        <p:nvSpPr>
          <p:cNvPr id="52" name="Shape 50"/>
          <p:cNvSpPr/>
          <p:nvPr/>
        </p:nvSpPr>
        <p:spPr>
          <a:xfrm>
            <a:off x="44196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4196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② 에서 남고 ③ 에서 사라졌습니다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44196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남고,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사라집니다 — 관계가 직선이 아니라는 뜻입니다.</a:t>
            </a:r>
            <a:endParaRPr lang="en-US" sz="938" dirty="0"/>
          </a:p>
        </p:txBody>
      </p:sp>
      <p:sp>
        <p:nvSpPr>
          <p:cNvPr id="55" name="Shape 53"/>
          <p:cNvSpPr/>
          <p:nvPr/>
        </p:nvSpPr>
        <p:spPr>
          <a:xfrm>
            <a:off x="79248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9248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남긴 오차는 설명되지 않습니다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79248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1.29 MW 남은 오차를 넷 중 어느 것도 설명하지 못했습니다.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0" name="Text 5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그런데 그 관계가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직선이 아닙니다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곡선을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세웠고,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기각했습니다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 기준은 둘입니다 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 r 이 임계값(±0.31)을 넘지 못하거나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한 회만 빼도 결론이 뒤집히면 채택하지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241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7813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27051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 설비 상태가 달랐다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5715000" y="27622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아니라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IGV(공기 흡입량을 늘리는 조작) 미실시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 효과 평균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 MW</a:t>
            </a:r>
            <a:endParaRPr lang="en-US" sz="1013" dirty="0"/>
          </a:p>
        </p:txBody>
      </p:sp>
      <p:sp>
        <p:nvSpPr>
          <p:cNvPr id="17" name="Shape 15"/>
          <p:cNvSpPr/>
          <p:nvPr/>
        </p:nvSpPr>
        <p:spPr>
          <a:xfrm>
            <a:off x="685800" y="32099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2575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3147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20" name="Text 18"/>
          <p:cNvSpPr txBox="1"/>
          <p:nvPr/>
        </p:nvSpPr>
        <p:spPr>
          <a:xfrm>
            <a:off x="1447800" y="32385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진공도를 보면 보정값을 맞힐 수 있다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5715000" y="32956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5회에서 r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−0.85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보였지만, 40회 전부에서는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+0.00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임계 0.31 미달</a:t>
            </a:r>
            <a:endParaRPr lang="en-US" sz="1013" dirty="0"/>
          </a:p>
        </p:txBody>
      </p:sp>
      <p:sp>
        <p:nvSpPr>
          <p:cNvPr id="22" name="Shape 20"/>
          <p:cNvSpPr/>
          <p:nvPr/>
        </p:nvSpPr>
        <p:spPr>
          <a:xfrm>
            <a:off x="685800" y="37433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7909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8481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25" name="Text 23"/>
          <p:cNvSpPr txBox="1"/>
          <p:nvPr/>
        </p:nvSpPr>
        <p:spPr>
          <a:xfrm>
            <a:off x="1447800" y="37719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이론값과의 차이는 진공 항 때문이다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38290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58회를 맞대 보니 차이가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비례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진공이 아니라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곡선 자체의 차이</a:t>
            </a:r>
            <a:endParaRPr lang="en-US" sz="1013" dirty="0"/>
          </a:p>
        </p:txBody>
      </p:sp>
      <p:sp>
        <p:nvSpPr>
          <p:cNvPr id="27" name="Shape 25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243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3815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1447800" y="43053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 진공도 영향이 보인다</a:t>
            </a:r>
            <a:endParaRPr lang="en-US" sz="1575" dirty="0"/>
          </a:p>
        </p:txBody>
      </p:sp>
      <p:sp>
        <p:nvSpPr>
          <p:cNvPr id="31" name="Text 29"/>
          <p:cNvSpPr txBox="1"/>
          <p:nvPr/>
        </p:nvSpPr>
        <p:spPr>
          <a:xfrm>
            <a:off x="5715000" y="43624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9회 r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−0.675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0.666) → 창을 넓힐수록 0 으로 수렴.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9개 중 고른 값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685800" y="48101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857750"/>
            <a:ext cx="609600" cy="26670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49149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447800" y="48387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 외기온도의 함수다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5715000" y="48958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 r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(설명력 91%) — 위 4건이 강해 보인 이유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5391150"/>
            <a:ext cx="10820400" cy="552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486400"/>
            <a:ext cx="10363200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그래서 이 판정을 사람이 하지 않고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안의 절차로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옮겼습니다 (11장 가드).</a:t>
            </a:r>
            <a:endParaRPr lang="en-US" sz="1088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그래서 온도별 곡선을 학습하기로 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이론값과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(보정 없음)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이론식입니다. 데이터가 쌓여도 바뀌지 않습니다.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243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39719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2672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26720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4196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6291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= 실제 − 이론값 − W(IGV)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배웁니다. 실측 범위 밖은 끝값을 유지합니다(외삽 금지).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점을 그대로 잇지 않았습니다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7가지를 겨뤄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곡선을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맞혀보는 방식(LOOCV)으로 40번 채점했습니다. 세 지표 모두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1위입니다.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62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096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LOOCV 채점 결과  ·  종전(온도 구분 없이 하나의 값)은 MAE 3.80 MW 였습니다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143750" y="2800350"/>
            <a:ext cx="413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MAE·RMSE 는 작을수록,  R² 는 1 에 가까울수록 좋습니다</a:t>
            </a:r>
            <a:endParaRPr lang="en-US" sz="863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285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순위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0670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산출 방식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3238500" y="30670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 (MW)  ·  1.30 ~ 1.48 구간 확대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8153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9296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914400" y="321945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766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333500" y="32766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3238500" y="3295650"/>
            <a:ext cx="5715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37560" y="32766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1.678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296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0.854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4480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1333500" y="34480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Rational Quadratic</a:t>
            </a:r>
            <a:endParaRPr lang="en-US" sz="938" dirty="0"/>
          </a:p>
        </p:txBody>
      </p:sp>
      <p:sp>
        <p:nvSpPr>
          <p:cNvPr id="30" name="Shape 28"/>
          <p:cNvSpPr/>
          <p:nvPr/>
        </p:nvSpPr>
        <p:spPr>
          <a:xfrm>
            <a:off x="3238500" y="3467100"/>
            <a:ext cx="1143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29000" y="34480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296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6195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333500" y="36195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3238500" y="3638550"/>
            <a:ext cx="2286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43300" y="3619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296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37909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333500" y="37909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3238500" y="3810000"/>
            <a:ext cx="50292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7620" y="37909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1.700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296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0.850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39624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333500" y="39624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3238500" y="3981450"/>
            <a:ext cx="148590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00600" y="39624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1.739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9296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0.843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41338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333500" y="41338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 (거리가중 평균)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3238500" y="4152900"/>
            <a:ext cx="27203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0" y="41338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8153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1.794</a:t>
            </a:r>
            <a:endParaRPr lang="en-US" sz="938" dirty="0"/>
          </a:p>
        </p:txBody>
      </p:sp>
      <p:sp>
        <p:nvSpPr>
          <p:cNvPr id="57" name="Text 55"/>
          <p:cNvSpPr txBox="1"/>
          <p:nvPr/>
        </p:nvSpPr>
        <p:spPr>
          <a:xfrm>
            <a:off x="9296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914400" y="43053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333500" y="43053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 (온도 구간별 평균)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3238500" y="4324350"/>
            <a:ext cx="4000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15200" y="43053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8153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1.874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9296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449580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평균 오차  ·  RMSE 크게 틀린 경우에 벌점을 더 준 오차  ·  R² 설명력  ·  커널 점과 점 사이를 어떤 모양으로 이을지 정하는 규칙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685800" y="47625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4400" y="485775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커널별 보정 곡선  ·  0 ~ 30℃  ·  MW</a:t>
            </a:r>
            <a:endParaRPr lang="en-US" sz="788" dirty="0"/>
          </a:p>
        </p:txBody>
      </p:sp>
      <p:sp>
        <p:nvSpPr>
          <p:cNvPr id="67" name="Shape 65"/>
          <p:cNvSpPr/>
          <p:nvPr/>
        </p:nvSpPr>
        <p:spPr>
          <a:xfrm>
            <a:off x="1905000" y="504825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428750" y="49911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69" name="Shape 67"/>
          <p:cNvSpPr/>
          <p:nvPr/>
        </p:nvSpPr>
        <p:spPr>
          <a:xfrm>
            <a:off x="1905000" y="551815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428750" y="54610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71" name="Shape 69"/>
          <p:cNvSpPr/>
          <p:nvPr/>
        </p:nvSpPr>
        <p:spPr>
          <a:xfrm>
            <a:off x="1905000" y="57531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28750" y="569595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13" dirty="0"/>
          </a:p>
        </p:txBody>
      </p:sp>
      <p:sp>
        <p:nvSpPr>
          <p:cNvPr id="73" name="Text 71"/>
          <p:cNvSpPr txBox="1"/>
          <p:nvPr/>
        </p:nvSpPr>
        <p:spPr>
          <a:xfrm>
            <a:off x="1676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74" name="Text 72"/>
          <p:cNvSpPr txBox="1"/>
          <p:nvPr/>
        </p:nvSpPr>
        <p:spPr>
          <a:xfrm>
            <a:off x="3263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75" name="Text 73"/>
          <p:cNvSpPr txBox="1"/>
          <p:nvPr/>
        </p:nvSpPr>
        <p:spPr>
          <a:xfrm>
            <a:off x="4851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76" name="Text 74"/>
          <p:cNvSpPr txBox="1"/>
          <p:nvPr/>
        </p:nvSpPr>
        <p:spPr>
          <a:xfrm>
            <a:off x="6438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77" name="Shape 75"/>
          <p:cNvSpPr/>
          <p:nvPr/>
        </p:nvSpPr>
        <p:spPr>
          <a:xfrm>
            <a:off x="1905000" y="5073507"/>
            <a:ext cx="1587500" cy="14566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92500" y="5219176"/>
            <a:ext cx="1587500" cy="980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80000" y="5317268"/>
            <a:ext cx="1587500" cy="34244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905000" y="5077619"/>
            <a:ext cx="1587500" cy="14038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92500" y="5218001"/>
            <a:ext cx="1587500" cy="10631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80000" y="5324316"/>
            <a:ext cx="1587500" cy="334216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05000" y="5077031"/>
            <a:ext cx="1587500" cy="155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92500" y="5232098"/>
            <a:ext cx="1587500" cy="10455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80000" y="5336651"/>
            <a:ext cx="1587500" cy="30543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05000" y="5071745"/>
            <a:ext cx="1587500" cy="147431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2500" y="5219176"/>
            <a:ext cx="1587500" cy="9632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80000" y="5315506"/>
            <a:ext cx="1587500" cy="343614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05000" y="5078794"/>
            <a:ext cx="1587500" cy="13568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92500" y="5214477"/>
            <a:ext cx="1587500" cy="102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080000" y="5316680"/>
            <a:ext cx="1587500" cy="3359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80000" y="5277406"/>
            <a:ext cx="0" cy="97346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048500" y="5143500"/>
            <a:ext cx="4229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바꾸면 곡선이 갈립니다 — 가장 벌어지는 곳은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20℃, 0.36 MW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눈으로는 고를 수 없어서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표로 채점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곡선의 성격(길이척도·잡음)은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학습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커널은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 고른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그 점들을 따라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6096000" y="3810000"/>
            <a:ext cx="3810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→  확대해 보겠습니다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190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실제 − 이론값 (MW)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예측을 미리 적어 둔다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실측하기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예측을 기록했습니다. 나중에 맞추는 것을 막습니다.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028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67050"/>
            <a:ext cx="149428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2465832" y="3276600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67050"/>
            <a:ext cx="779717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161467" y="327660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20040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3.80 → 1.29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미친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76750"/>
            <a:ext cx="6477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실측 전에 적어 둔 예측과 대조  ·  세로 = 실제 − 예측 MW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7524750" y="4457700"/>
            <a:ext cx="37528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개선율 +91%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그리고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둘로 나눈 덕분에,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갈아끼우면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옮겨집니다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설비 종류와 상관이 없습니다. 사업소마다 다른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09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990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가져가는 것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사업소마다 갈아끼우는 것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차이를 배우고 방식을 고르는 부분</a:t>
            </a:r>
            <a:endParaRPr lang="en-US" sz="1163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의심하고 걸러내는 절차</a:t>
            </a:r>
            <a:endParaRPr lang="en-US" sz="11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766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프로파일 생성과 화면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설비별 이론식 (성능 곡선)</a:t>
            </a:r>
            <a:endParaRPr lang="en-US" sz="1163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 상수</a:t>
            </a:r>
            <a:endParaRPr lang="en-US" sz="1163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 덩어리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2 덩어리뿐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4362450"/>
            <a:ext cx="10820400" cy="1581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95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1428750" y="516255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0" name="Shape 28"/>
          <p:cNvSpPr/>
          <p:nvPr/>
        </p:nvSpPr>
        <p:spPr>
          <a:xfrm>
            <a:off x="1838325" y="50958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200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238" dirty="0"/>
          </a:p>
        </p:txBody>
      </p:sp>
      <p:sp>
        <p:nvSpPr>
          <p:cNvPr id="32" name="Text 30"/>
          <p:cNvSpPr txBox="1"/>
          <p:nvPr/>
        </p:nvSpPr>
        <p:spPr>
          <a:xfrm>
            <a:off x="72390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336232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2026.10~12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445293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36232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문서화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332422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검증·가드 기준을 사내 문서로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596265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7053263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265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238" dirty="0"/>
          </a:p>
        </p:txBody>
      </p:sp>
      <p:sp>
        <p:nvSpPr>
          <p:cNvPr id="40" name="Text 38"/>
          <p:cNvSpPr txBox="1"/>
          <p:nvPr/>
        </p:nvSpPr>
        <p:spPr>
          <a:xfrm>
            <a:off x="592455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바꿔 나란히 운전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856297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965358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6297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238" dirty="0"/>
          </a:p>
        </p:txBody>
      </p:sp>
      <p:sp>
        <p:nvSpPr>
          <p:cNvPr id="44" name="Text 42"/>
          <p:cNvSpPr txBox="1"/>
          <p:nvPr/>
        </p:nvSpPr>
        <p:spPr>
          <a:xfrm>
            <a:off x="852487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부분을 분리한 뒤 확대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위례에서 검증한 절차 그대로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이론식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돌려 보겠습니다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49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3~4분입니다.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단계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8204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150" dirty="0"/>
          </a:p>
        </p:txBody>
      </p:sp>
      <p:sp>
        <p:nvSpPr>
          <p:cNvPr id="8" name="Text 6"/>
          <p:cNvSpPr txBox="1"/>
          <p:nvPr/>
        </p:nvSpPr>
        <p:spPr>
          <a:xfrm>
            <a:off x="13906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취득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13906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그대로 읽어옵니다. 사람이 옮겨 적는 칸이 없습니다.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33528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39814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시뮬레이션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39814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넣으면 이론값이 나옵니다. 손대지 않는 부분입니다.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59436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960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16" name="Text 14"/>
          <p:cNvSpPr txBox="1"/>
          <p:nvPr/>
        </p:nvSpPr>
        <p:spPr>
          <a:xfrm>
            <a:off x="65722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비교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65722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곡선과 모델 곡선을 겹쳐 봅니다. 차이가 눈에 보입니다.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85344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91630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생성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91630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신고값 표가 파일로 바로 나옵니다.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4572000"/>
            <a:ext cx="10820400" cy="1371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7053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9144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옮길 값이 없다</a:t>
            </a:r>
            <a:endParaRPr lang="en-US" sz="1275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나머지는 도구가 채웁니다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267200" y="49530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958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958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옆에 근거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44958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회로 배운 값인지 화면에 함께 나옵니다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848600" y="49530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772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772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넣으면 즉시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80772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채점하고 다시 고르는 일이 그 자리에서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붙은 숫자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보십시오.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09800"/>
            <a:ext cx="6667500" cy="1248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14"/>
              </a:lnSpc>
              <a:buNone/>
            </a:pPr>
            <a:r>
              <a:rPr lang="en-US" sz="39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900" dirty="0"/>
          </a:p>
          <a:p>
            <a:pPr algn="l" indent="0" marL="0">
              <a:lnSpc>
                <a:spcPts val="4914"/>
              </a:lnSpc>
              <a:buNone/>
            </a:pPr>
            <a:r>
              <a:rPr lang="en-US" sz="3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867150"/>
            <a:ext cx="857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 감으로 정한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갱신하는 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2026-09-02T16:15:08Z</dcterms:created>
  <dcterms:modified xsi:type="dcterms:W3CDTF">2026-09-02T16:15:08Z</dcterms:modified>
</cp:coreProperties>
</file>