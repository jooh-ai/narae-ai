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[발표 메모] 프로젝트 목적 → 현재 단계 → 성과 수치 → 다음 계획 순으로 30초 내 설명. 회색 글씨는 모두 교체용 안내문이므로 발표 전 실제 내용으로 바꾸세요.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[발표 메모] 프로젝트 목적 → 현재 단계 → 성과 수치 → 다음 계획 순으로 30초 내 설명. 회색 글씨는 모두 교체용 안내문이므로 발표 전 실제 내용으로 바꾸세요.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[발표 메모] 프로젝트 목적 → 현재 단계 → 성과 수치 → 다음 계획 순으로 30초 내 설명. 회색 글씨는 모두 교체용 안내문이므로 발표 전 실제 내용으로 바꾸세요.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[발표 메모] 프로젝트 목적 → 현재 단계 → 성과 수치 → 다음 계획 순으로 30초 내 설명. 회색 글씨는 모두 교체용 안내문이므로 발표 전 실제 내용으로 바꾸세요.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[발표 메모] 프로젝트 목적 → 현재 단계 → 성과 수치 → 다음 계획 순으로 30초 내 설명. 회색 글씨는 모두 교체용 안내문이므로 발표 전 실제 내용으로 바꾸세요.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6459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①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263640" y="16459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프로젝트명을 입력하세요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16128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 — 왜 하는가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78308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해결하려는 문제를 한 줄로 적으세요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효과(시간 절감·정확도·비용 등)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 설비 또는 업무 범위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538728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930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현황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4572000"/>
            <a:ext cx="4443984" cy="0"/>
          </a:xfrm>
          <a:prstGeom prst="line">
            <a:avLst/>
          </a:prstGeom>
          <a:noFill/>
          <a:ln w="38100">
            <a:solidFill>
              <a:srgbClr val="E8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4572000"/>
            <a:ext cx="1481328" cy="0"/>
          </a:xfrm>
          <a:prstGeom prst="line">
            <a:avLst/>
          </a:prstGeom>
          <a:noFill/>
          <a:ln w="38100">
            <a:solidFill>
              <a:srgbClr val="EA002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434840"/>
            <a:ext cx="274320" cy="274320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04288" y="4434840"/>
            <a:ext cx="274320" cy="274320"/>
          </a:xfrm>
          <a:prstGeom prst="ellipse">
            <a:avLst/>
          </a:prstGeom>
          <a:solidFill>
            <a:srgbClr val="F4772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92808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진행중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01368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85616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4136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82696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66944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5464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64024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50840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단계명·완료 표시는 프로젝트에 맞게 수정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5358384"/>
            <a:ext cx="5394960" cy="1261872"/>
          </a:xfrm>
          <a:prstGeom prst="roundRect">
            <a:avLst>
              <a:gd name="adj" fmla="val 4348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" y="550468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성과 · 수치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2450592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50592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078224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078224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291072" y="1161288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· 사진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91072" y="1536192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519672" y="1691640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519672" y="1691640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19672" y="331927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1072" y="3794760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19672" y="3950208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19672" y="3950208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519672" y="55778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1072" y="605332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565392" y="614476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DF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 :  다음 단계에서 할 일을 한 줄로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6459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②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263640" y="16459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프로젝트명을 입력하세요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16128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 — 왜 하는가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78308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해결하려는 문제를 한 줄로 적으세요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효과(시간 절감·정확도·비용 등)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 설비 또는 업무 범위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538728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930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현황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4572000"/>
            <a:ext cx="4443984" cy="0"/>
          </a:xfrm>
          <a:prstGeom prst="line">
            <a:avLst/>
          </a:prstGeom>
          <a:noFill/>
          <a:ln w="38100">
            <a:solidFill>
              <a:srgbClr val="E8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4572000"/>
            <a:ext cx="1481328" cy="0"/>
          </a:xfrm>
          <a:prstGeom prst="line">
            <a:avLst/>
          </a:prstGeom>
          <a:noFill/>
          <a:ln w="38100">
            <a:solidFill>
              <a:srgbClr val="EA002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434840"/>
            <a:ext cx="274320" cy="274320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04288" y="4434840"/>
            <a:ext cx="274320" cy="274320"/>
          </a:xfrm>
          <a:prstGeom prst="ellipse">
            <a:avLst/>
          </a:prstGeom>
          <a:solidFill>
            <a:srgbClr val="F4772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92808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진행중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01368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85616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4136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82696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66944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5464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64024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50840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단계명·완료 표시는 프로젝트에 맞게 수정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5358384"/>
            <a:ext cx="5394960" cy="1261872"/>
          </a:xfrm>
          <a:prstGeom prst="roundRect">
            <a:avLst>
              <a:gd name="adj" fmla="val 4348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" y="550468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성과 · 수치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2450592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50592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078224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078224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291072" y="1161288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· 사진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91072" y="1536192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519672" y="1691640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519672" y="1691640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19672" y="331927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1072" y="3794760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19672" y="3950208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19672" y="3950208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519672" y="55778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1072" y="605332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565392" y="614476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DF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 :  다음 단계에서 할 일을 한 줄로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6459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③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263640" y="16459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프로젝트명을 입력하세요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16128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 — 왜 하는가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78308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해결하려는 문제를 한 줄로 적으세요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효과(시간 절감·정확도·비용 등)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 설비 또는 업무 범위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538728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930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현황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4572000"/>
            <a:ext cx="4443984" cy="0"/>
          </a:xfrm>
          <a:prstGeom prst="line">
            <a:avLst/>
          </a:prstGeom>
          <a:noFill/>
          <a:ln w="38100">
            <a:solidFill>
              <a:srgbClr val="E8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4572000"/>
            <a:ext cx="1481328" cy="0"/>
          </a:xfrm>
          <a:prstGeom prst="line">
            <a:avLst/>
          </a:prstGeom>
          <a:noFill/>
          <a:ln w="38100">
            <a:solidFill>
              <a:srgbClr val="EA002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434840"/>
            <a:ext cx="274320" cy="274320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04288" y="4434840"/>
            <a:ext cx="274320" cy="274320"/>
          </a:xfrm>
          <a:prstGeom prst="ellipse">
            <a:avLst/>
          </a:prstGeom>
          <a:solidFill>
            <a:srgbClr val="F4772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92808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진행중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01368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85616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4136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82696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66944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5464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64024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50840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단계명·완료 표시는 프로젝트에 맞게 수정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5358384"/>
            <a:ext cx="5394960" cy="1261872"/>
          </a:xfrm>
          <a:prstGeom prst="roundRect">
            <a:avLst>
              <a:gd name="adj" fmla="val 4348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" y="550468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성과 · 수치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2450592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50592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078224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078224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291072" y="1161288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· 사진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91072" y="1536192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519672" y="1691640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519672" y="1691640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19672" y="331927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1072" y="3794760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19672" y="3950208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19672" y="3950208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519672" y="55778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1072" y="605332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565392" y="614476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DF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 :  다음 단계에서 할 일을 한 줄로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6459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④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263640" y="16459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프로젝트명을 입력하세요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16128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 — 왜 하는가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78308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해결하려는 문제를 한 줄로 적으세요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효과(시간 절감·정확도·비용 등)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 설비 또는 업무 범위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538728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930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현황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4572000"/>
            <a:ext cx="4443984" cy="0"/>
          </a:xfrm>
          <a:prstGeom prst="line">
            <a:avLst/>
          </a:prstGeom>
          <a:noFill/>
          <a:ln w="38100">
            <a:solidFill>
              <a:srgbClr val="E8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4572000"/>
            <a:ext cx="1481328" cy="0"/>
          </a:xfrm>
          <a:prstGeom prst="line">
            <a:avLst/>
          </a:prstGeom>
          <a:noFill/>
          <a:ln w="38100">
            <a:solidFill>
              <a:srgbClr val="EA002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434840"/>
            <a:ext cx="274320" cy="274320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04288" y="4434840"/>
            <a:ext cx="274320" cy="274320"/>
          </a:xfrm>
          <a:prstGeom prst="ellipse">
            <a:avLst/>
          </a:prstGeom>
          <a:solidFill>
            <a:srgbClr val="F4772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92808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진행중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01368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85616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4136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82696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66944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5464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64024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50840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단계명·완료 표시는 프로젝트에 맞게 수정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5358384"/>
            <a:ext cx="5394960" cy="1261872"/>
          </a:xfrm>
          <a:prstGeom prst="roundRect">
            <a:avLst>
              <a:gd name="adj" fmla="val 4348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" y="550468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성과 · 수치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2450592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50592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078224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078224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291072" y="1161288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· 사진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91072" y="1536192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519672" y="1691640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519672" y="1691640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19672" y="331927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1072" y="3794760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19672" y="3950208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19672" y="3950208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519672" y="55778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1072" y="605332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565392" y="614476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DF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 :  다음 단계에서 할 일을 한 줄로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64592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6459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263640" y="16459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프로젝트명을 입력하세요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16128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 — 왜 하는가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78308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해결하려는 문제를 한 줄로 적으세요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효과(시간 절감·정확도·비용 등)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 설비 또는 업무 범위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538728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930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현황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4572000"/>
            <a:ext cx="4443984" cy="0"/>
          </a:xfrm>
          <a:prstGeom prst="line">
            <a:avLst/>
          </a:prstGeom>
          <a:noFill/>
          <a:ln w="38100">
            <a:solidFill>
              <a:srgbClr val="E8E0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4572000"/>
            <a:ext cx="1481328" cy="0"/>
          </a:xfrm>
          <a:prstGeom prst="line">
            <a:avLst/>
          </a:prstGeom>
          <a:noFill/>
          <a:ln w="38100">
            <a:solidFill>
              <a:srgbClr val="EA002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434840"/>
            <a:ext cx="274320" cy="274320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04288" y="4434840"/>
            <a:ext cx="274320" cy="274320"/>
          </a:xfrm>
          <a:prstGeom prst="ellipse">
            <a:avLst/>
          </a:prstGeom>
          <a:solidFill>
            <a:srgbClr val="F4772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92808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진행중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01368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85616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4136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82696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66944" y="4434840"/>
            <a:ext cx="274320" cy="274320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5464" y="40416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64024" y="4773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50840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단계명·완료 표시는 프로젝트에 맞게 수정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5358384"/>
            <a:ext cx="5394960" cy="1261872"/>
          </a:xfrm>
          <a:prstGeom prst="roundRect">
            <a:avLst>
              <a:gd name="adj" fmla="val 4348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" y="550468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성과 · 수치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2450592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50592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078224" y="58338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078224" y="6035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291072" y="1161288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1115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· 사진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91072" y="1536192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519672" y="1691640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519672" y="1691640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19672" y="331927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1072" y="3794760"/>
            <a:ext cx="5394960" cy="2121408"/>
          </a:xfrm>
          <a:prstGeom prst="roundRect">
            <a:avLst>
              <a:gd name="adj" fmla="val 2586"/>
            </a:avLst>
          </a:prstGeom>
          <a:solidFill>
            <a:srgbClr val="FAF8F7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19672" y="3950208"/>
            <a:ext cx="4937760" cy="1572768"/>
          </a:xfrm>
          <a:prstGeom prst="roundRect">
            <a:avLst>
              <a:gd name="adj" fmla="val 2326"/>
            </a:avLst>
          </a:prstGeom>
          <a:solidFill>
            <a:srgbClr val="F2EEEC"/>
          </a:solidFill>
          <a:ln w="12700">
            <a:solidFill>
              <a:srgbClr val="E8E0DC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19672" y="3950208"/>
            <a:ext cx="4937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이곳에 사진 또는 화면 캡처를 넣으세요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519672" y="55778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9A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캡션 — 무엇을 보여주는 화면인지 한 줄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1072" y="605332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565392" y="614476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DF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 :  다음 단계에서 할 일을 한 줄로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 프로젝트 현황</dc:title>
  <dc:subject>PptxGenJS Presentation</dc:subject>
  <dc:creator>발전운영팀</dc:creator>
  <cp:lastModifiedBy>발전운영팀</cp:lastModifiedBy>
  <cp:revision>1</cp:revision>
  <dcterms:created xsi:type="dcterms:W3CDTF">2026-08-06T02:29:51Z</dcterms:created>
  <dcterms:modified xsi:type="dcterms:W3CDTF">2026-08-06T02:29:51Z</dcterms:modified>
</cp:coreProperties>
</file>