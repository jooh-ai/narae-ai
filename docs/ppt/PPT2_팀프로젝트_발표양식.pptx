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메모] 프로젝트명·담당자 → 목적 → 현재 단계 → 핵심 지표 → 향후 계획 순으로 30초 내 설명. 회색 글씨는 모두 교체용 안내문이므로 발표 전 실제 내용으로 바꾸세요. 사진 영역은 정사각형이라 화면 캡처를 넣어도 비율이 뭉개지지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메모] 프로젝트명·담당자 → 목적 → 현재 단계 → 핵심 지표 → 향후 계획 순으로 30초 내 설명. 회색 글씨는 모두 교체용 안내문이므로 발표 전 실제 내용으로 바꾸세요. 사진 영역은 정사각형이라 화면 캡처를 넣어도 비율이 뭉개지지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메모] 프로젝트명·담당자 → 목적 → 현재 단계 → 핵심 지표 → 향후 계획 순으로 30초 내 설명. 회색 글씨는 모두 교체용 안내문이므로 발표 전 실제 내용으로 바꾸세요. 사진 영역은 정사각형이라 화면 캡처를 넣어도 비율이 뭉개지지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메모] 프로젝트명·담당자 → 목적 → 현재 단계 → 핵심 지표 → 향후 계획 순으로 30초 내 설명. 회색 글씨는 모두 교체용 안내문이므로 발표 전 실제 내용으로 바꾸세요. 사진 영역은 정사각형이라 화면 캡처를 넣어도 비율이 뭉개지지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메모] 프로젝트명·담당자 → 목적 → 현재 단계 → 핵심 지표 → 향후 계획 순으로 30초 내 설명. 회색 글씨는 모두 교체용 안내문이므로 발표 전 실제 내용으로 바꾸세요. 사진 영역은 정사각형이라 화면 캡처를 넣어도 비율이 뭉개지지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E8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프로젝트명을 입력하세요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55280" y="155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: ○○팀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457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: 홍길동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— 왜 하는가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8249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문제를 한 줄로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(시간 절감 · 정확도 · 비용 등)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설비 또는 업무 범위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단계명·색은 수정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443984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1481328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274320" cy="274320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04288" y="3813048"/>
            <a:ext cx="274320" cy="274320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01368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85616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6944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수치가 있으면 기입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작업시간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3h → 10분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96312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오류 건수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96312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5건 → 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9664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적용 설비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9664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호기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정량 수치가 없으면 정성 효과로 대체 — 예) 수작업 제거, 이력 관리 체계화, 판단 근거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1124712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사진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79992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영역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46520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08008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62288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581144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4535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79992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· 일정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919472"/>
            <a:ext cx="53949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11112" y="51389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단계에서 할 일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시점 (예: 26년 4분기)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지원 · 협조 사항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E8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프로젝트명을 입력하세요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55280" y="155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: ○○팀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457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: 홍길동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— 왜 하는가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8249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문제를 한 줄로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(시간 절감 · 정확도 · 비용 등)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설비 또는 업무 범위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단계명·색은 수정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443984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1481328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274320" cy="274320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04288" y="3813048"/>
            <a:ext cx="274320" cy="274320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01368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85616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6944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수치가 있으면 기입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작업시간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3h → 10분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96312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오류 건수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96312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5건 → 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9664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적용 설비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9664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호기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정량 수치가 없으면 정성 효과로 대체 — 예) 수작업 제거, 이력 관리 체계화, 판단 근거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1124712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사진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79992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영역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46520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08008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62288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581144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4535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79992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· 일정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919472"/>
            <a:ext cx="53949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11112" y="51389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단계에서 할 일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시점 (예: 26년 4분기)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지원 · 협조 사항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E8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프로젝트명을 입력하세요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55280" y="155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: ○○팀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457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: 홍길동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— 왜 하는가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8249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문제를 한 줄로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(시간 절감 · 정확도 · 비용 등)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설비 또는 업무 범위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단계명·색은 수정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443984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1481328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274320" cy="274320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04288" y="3813048"/>
            <a:ext cx="274320" cy="274320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01368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85616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6944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수치가 있으면 기입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작업시간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3h → 10분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96312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오류 건수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96312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5건 → 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9664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적용 설비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9664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호기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정량 수치가 없으면 정성 효과로 대체 — 예) 수작업 제거, 이력 관리 체계화, 판단 근거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1124712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사진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79992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영역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46520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08008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62288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581144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4535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79992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· 일정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919472"/>
            <a:ext cx="53949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11112" y="51389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단계에서 할 일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시점 (예: 26년 4분기)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지원 · 협조 사항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E8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프로젝트명을 입력하세요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55280" y="155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: ○○팀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457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: 홍길동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— 왜 하는가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8249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문제를 한 줄로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(시간 절감 · 정확도 · 비용 등)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설비 또는 업무 범위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단계명·색은 수정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443984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1481328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274320" cy="274320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04288" y="3813048"/>
            <a:ext cx="274320" cy="274320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01368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85616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6944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수치가 있으면 기입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작업시간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3h → 10분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96312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오류 건수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96312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5건 → 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9664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적용 설비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9664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호기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정량 수치가 없으면 정성 효과로 대체 — 예) 수작업 제거, 이력 관리 체계화, 판단 근거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1124712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사진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79992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영역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46520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08008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62288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581144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4535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79992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· 일정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919472"/>
            <a:ext cx="53949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11112" y="51389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단계에서 할 일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시점 (예: 26년 4분기)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지원 · 협조 사항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E8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프로젝트명을 입력하세요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55280" y="155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: ○○팀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457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: 홍길동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— 왜 하는가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8249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문제를 한 줄로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(시간 절감 · 정확도 · 비용 등)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설비 또는 업무 범위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단계명·색은 수정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443984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1481328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274320" cy="274320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04288" y="3813048"/>
            <a:ext cx="274320" cy="274320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01368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85616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6944" y="3813048"/>
            <a:ext cx="274320" cy="274320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4151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수치가 있으면 기입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작업시간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3h → 10분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96312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오류 건수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96312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5건 → 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9664" y="53218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적용 설비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9664" y="5541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호기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정량 수치가 없으면 정성 효과로 대체 — 예) 수작업 제거, 이력 관리 체계화, 판단 근거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1124712"/>
            <a:ext cx="237744" cy="237744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사진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79992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영역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46520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463040"/>
            <a:ext cx="2633472" cy="2889504"/>
          </a:xfrm>
          <a:prstGeom prst="roundRect">
            <a:avLst>
              <a:gd name="adj" fmla="val 2083"/>
            </a:avLst>
          </a:prstGeom>
          <a:solidFill>
            <a:srgbClr val="FAF8F7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1618488"/>
            <a:ext cx="2322576" cy="2322576"/>
          </a:xfrm>
          <a:prstGeom prst="roundRect">
            <a:avLst>
              <a:gd name="adj" fmla="val 1575"/>
            </a:avLst>
          </a:prstGeom>
          <a:solidFill>
            <a:srgbClr val="F2EEEC"/>
          </a:solidFill>
          <a:ln w="12700">
            <a:solidFill>
              <a:srgbClr val="E8E0DC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08008" y="1618488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/ 화면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(정사각형)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62288" y="4005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— 무엇을 보여주는지 한 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581144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4535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79992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· 일정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919472"/>
            <a:ext cx="53949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11112" y="51389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단계에서 할 일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시점 (예: 26년 4분기)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3A9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지원 · 협조 사항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 프로젝트 현황</dc:title>
  <dc:subject>PptxGenJS Presentation</dc:subject>
  <dc:creator>발전운영팀</dc:creator>
  <cp:lastModifiedBy>발전운영팀</cp:lastModifiedBy>
  <cp:revision>1</cp:revision>
  <dcterms:created xsi:type="dcterms:W3CDTF">2026-08-06T04:52:38Z</dcterms:created>
  <dcterms:modified xsi:type="dcterms:W3CDTF">2026-08-06T04:52:38Z</dcterms:modified>
</cp:coreProperties>
</file>