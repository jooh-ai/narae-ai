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 보고 싶은 분야와, 곁에서 보이던 낭비가 같은 자리에 있었습니다.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하나로 정해 두고 그대로 썼습니다.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도구 하나로 합친 것입니다. 다른 하나는 더하는 값을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1790700"/>
            <a:ext cx="2019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87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714750" y="1990725"/>
            <a:ext cx="60007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437197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00575" y="1971675"/>
            <a:ext cx="1238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088" dirty="0"/>
          </a:p>
        </p:txBody>
      </p:sp>
      <p:sp>
        <p:nvSpPr>
          <p:cNvPr id="26" name="Shape 24"/>
          <p:cNvSpPr/>
          <p:nvPr/>
        </p:nvSpPr>
        <p:spPr>
          <a:xfrm>
            <a:off x="5981700" y="1943100"/>
            <a:ext cx="0" cy="3238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46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2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온도마다 다르게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010650" y="1990725"/>
            <a:ext cx="46672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953452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63125" y="1971675"/>
            <a:ext cx="1504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088" dirty="0"/>
          </a:p>
        </p:txBody>
      </p:sp>
      <p:sp>
        <p:nvSpPr>
          <p:cNvPr id="33" name="Shape 31"/>
          <p:cNvSpPr/>
          <p:nvPr/>
        </p:nvSpPr>
        <p:spPr>
          <a:xfrm>
            <a:off x="685800" y="26003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247650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150" y="2533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009650" y="253365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pic>
        <p:nvPicPr>
          <p:cNvPr id="37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838450"/>
            <a:ext cx="8572500" cy="30099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775" y="2828925"/>
            <a:ext cx="8591550" cy="30289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39300" y="28384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25" dirty="0"/>
          </a:p>
        </p:txBody>
      </p:sp>
      <p:sp>
        <p:nvSpPr>
          <p:cNvPr id="40" name="Text 37"/>
          <p:cNvSpPr txBox="1"/>
          <p:nvPr/>
        </p:nvSpPr>
        <p:spPr>
          <a:xfrm>
            <a:off x="9639300" y="30099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</a:t>
            </a:r>
            <a:endParaRPr lang="en-US" sz="825" dirty="0"/>
          </a:p>
        </p:txBody>
      </p:sp>
      <p:sp>
        <p:nvSpPr>
          <p:cNvPr id="41" name="Text 38"/>
          <p:cNvSpPr txBox="1"/>
          <p:nvPr/>
        </p:nvSpPr>
        <p:spPr>
          <a:xfrm>
            <a:off x="9639300" y="37528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25" dirty="0"/>
          </a:p>
        </p:txBody>
      </p:sp>
      <p:sp>
        <p:nvSpPr>
          <p:cNvPr id="42" name="Text 39"/>
          <p:cNvSpPr txBox="1"/>
          <p:nvPr/>
        </p:nvSpPr>
        <p:spPr>
          <a:xfrm>
            <a:off x="9639300" y="39243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값(보정값)과 시험 실적 점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9639300" y="46672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825" dirty="0"/>
          </a:p>
        </p:txBody>
      </p:sp>
      <p:sp>
        <p:nvSpPr>
          <p:cNvPr id="44" name="Text 41"/>
          <p:cNvSpPr txBox="1"/>
          <p:nvPr/>
        </p:nvSpPr>
        <p:spPr>
          <a:xfrm>
            <a:off x="9639300" y="48387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선이 벌어진 만큼이 그 온도에서 더하는 값입니다</a:t>
            </a:r>
            <a:endParaRPr lang="en-US" sz="825" dirty="0"/>
          </a:p>
        </p:txBody>
      </p:sp>
      <p:sp>
        <p:nvSpPr>
          <p:cNvPr id="45" name="Text 42"/>
          <p:cNvSpPr txBox="1"/>
          <p:nvPr/>
        </p:nvSpPr>
        <p:spPr>
          <a:xfrm>
            <a:off x="876300" y="590550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 보정 곡선을 무엇으로 그리는지 — 후보 회귀 모델 7가지를 겨루게 해서 고른 과정은 다음 장에 있습니다.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계산식을 그대로 두었으니 다른 발전소에도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하는지 우리가 정할 수 없었습니다.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781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2192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20002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63" dirty="0"/>
          </a:p>
        </p:txBody>
      </p:sp>
      <p:sp>
        <p:nvSpPr>
          <p:cNvPr id="22" name="Shape 20"/>
          <p:cNvSpPr/>
          <p:nvPr/>
        </p:nvSpPr>
        <p:spPr>
          <a:xfrm>
            <a:off x="2495550" y="2028825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20002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825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20002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0002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71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63" dirty="0"/>
          </a:p>
        </p:txBody>
      </p:sp>
      <p:sp>
        <p:nvSpPr>
          <p:cNvPr id="27" name="Shape 25"/>
          <p:cNvSpPr/>
          <p:nvPr/>
        </p:nvSpPr>
        <p:spPr>
          <a:xfrm>
            <a:off x="2505075" y="2209800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717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825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717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825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1717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완만한 물결과 급한 물결을 섞은 곡선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3431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2505075" y="2381250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3431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3431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3431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5146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505075" y="2552700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5146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5146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25146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6860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2505075" y="2724150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6860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686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6860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8575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2505075" y="2895600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8575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8575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6858000" y="28575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30289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52" name="Shape 50"/>
          <p:cNvSpPr/>
          <p:nvPr/>
        </p:nvSpPr>
        <p:spPr>
          <a:xfrm>
            <a:off x="2505075" y="3067050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30289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825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30289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825" dirty="0"/>
          </a:p>
        </p:txBody>
      </p:sp>
      <p:sp>
        <p:nvSpPr>
          <p:cNvPr id="55" name="Text 53"/>
          <p:cNvSpPr txBox="1"/>
          <p:nvPr/>
        </p:nvSpPr>
        <p:spPr>
          <a:xfrm>
            <a:off x="6858000" y="30289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2004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막대는 1등과의 차이(오른쪽으로 갈수록 더 틀린 것) · 가운데 숫자가 평균 오차 · 채점은 한 회씩 가려 맞혀 보는 방식으로, 누적 40회 가운데 39회를 썼습니다(한 회차는 구간평균이 답을 못 내 빠집니다)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3528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값 하나를 내는 것이 아니라 곡선 전체를 후보로 두고 실적에 가장 잘 맞는 곡선을 고릅니다. 뒤에 붙은 이름(RBF · Matérn …)은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743325"/>
            <a:ext cx="10820400" cy="2352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6195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676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6766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안에서 고릅니다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943975" y="3810000"/>
            <a:ext cx="2447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선정 화면 · 위 표와 같은 숫자입니다</a:t>
            </a:r>
            <a:endParaRPr lang="en-US" sz="825" dirty="0"/>
          </a:p>
        </p:txBody>
      </p:sp>
      <p:pic>
        <p:nvPicPr>
          <p:cNvPr id="63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981450"/>
            <a:ext cx="7210425" cy="20955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971925"/>
            <a:ext cx="7229475" cy="21145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382000" y="3981450"/>
            <a:ext cx="28765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도구에 넣었나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8382000" y="4152900"/>
            <a:ext cx="28765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40회뿐입니다. 실적이 늘면 성적이 바뀔 수 있어 그때마다 다시 채점해야 합니다.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8382000" y="4705350"/>
            <a:ext cx="28765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채점하나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8382000" y="4876800"/>
            <a:ext cx="28765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전 회차를 돌아가며 반복해 평균을 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8382000" y="5429250"/>
            <a:ext cx="28765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앞서면 바꾼다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8382000" y="5600700"/>
            <a:ext cx="287655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모델이 앞서면 그때 바꿉니다. 지금은 GP·RBF 가 앞섭니다.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채점이 도구 안에 들어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−0.04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돌린 결과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8534400" y="3124200"/>
            <a:ext cx="285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날짜와 시각만 넣고 산정을 누른 결과</a:t>
            </a:r>
            <a:endParaRPr lang="en-US" sz="825" dirty="0"/>
          </a:p>
        </p:txBody>
      </p:sp>
      <p:pic>
        <p:nvPicPr>
          <p:cNvPr id="47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295650"/>
            <a:ext cx="8953500" cy="2581275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866775" y="3286125"/>
            <a:ext cx="8972550" cy="2600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963150" y="3352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863" dirty="0"/>
          </a:p>
        </p:txBody>
      </p:sp>
      <p:sp>
        <p:nvSpPr>
          <p:cNvPr id="50" name="Text 47"/>
          <p:cNvSpPr txBox="1"/>
          <p:nvPr/>
        </p:nvSpPr>
        <p:spPr>
          <a:xfrm>
            <a:off x="9963150" y="3524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9963150" y="4114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863" dirty="0"/>
          </a:p>
        </p:txBody>
      </p:sp>
      <p:sp>
        <p:nvSpPr>
          <p:cNvPr id="52" name="Text 49"/>
          <p:cNvSpPr txBox="1"/>
          <p:nvPr/>
        </p:nvSpPr>
        <p:spPr>
          <a:xfrm>
            <a:off x="9963150" y="4286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더할 값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9963150" y="4876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현실화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9963150" y="5048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신고하는 값</a:t>
            </a:r>
            <a:endParaRPr lang="en-US" sz="825" dirty="0"/>
          </a:p>
        </p:txBody>
      </p:sp>
      <p:sp>
        <p:nvSpPr>
          <p:cNvPr id="55" name="Text 52"/>
          <p:cNvSpPr txBox="1"/>
          <p:nvPr/>
        </p:nvSpPr>
        <p:spPr>
          <a:xfrm>
            <a:off x="876300" y="5943600"/>
            <a:ext cx="1038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61구간이 한 표에 나옵니다. 이 표를 그대로 입찰에 씁니다. 쌓인 실적으로 곡선을 다시 고르는 화면은 7장에 있습니다.</a:t>
            </a:r>
            <a:endParaRPr lang="en-US" sz="825" dirty="0"/>
          </a:p>
        </p:txBody>
      </p:sp>
      <p:sp>
        <p:nvSpPr>
          <p:cNvPr id="56" name="Shape 5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59" name="Text 5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계산이 아니라, 넉 달을 기존 방식과 나란히 돌려 확인한 결과입니다.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277350" y="2514600"/>
            <a:ext cx="2114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점이 실제 시험 결과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2026-09-18T06:20:18Z</dcterms:created>
  <dcterms:modified xsi:type="dcterms:W3CDTF">2026-09-18T06:20:18Z</dcterms:modified>
</cp:coreProperties>
</file>