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4478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네 개를 순서대로 돌려서 신고할 숫자를 만들었습니다.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1866900"/>
            <a:ext cx="25336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값 받아오기</a:t>
            </a:r>
            <a:endParaRPr lang="en-US" sz="1088" dirty="0"/>
          </a:p>
        </p:txBody>
      </p:sp>
      <p:sp>
        <p:nvSpPr>
          <p:cNvPr id="14" name="Shape 12"/>
          <p:cNvSpPr/>
          <p:nvPr/>
        </p:nvSpPr>
        <p:spPr>
          <a:xfrm>
            <a:off x="685800" y="2095500"/>
            <a:ext cx="2533650" cy="1733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pic>
        <p:nvPicPr>
          <p:cNvPr id="15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" y="2582820"/>
            <a:ext cx="2343150" cy="758909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71525" y="2573295"/>
            <a:ext cx="2362200" cy="777959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38500" y="28765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8" name="Text 15"/>
          <p:cNvSpPr txBox="1"/>
          <p:nvPr/>
        </p:nvSpPr>
        <p:spPr>
          <a:xfrm>
            <a:off x="3448050" y="1866900"/>
            <a:ext cx="25336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 계산</a:t>
            </a:r>
            <a:endParaRPr lang="en-US" sz="1088" dirty="0"/>
          </a:p>
        </p:txBody>
      </p:sp>
      <p:sp>
        <p:nvSpPr>
          <p:cNvPr id="19" name="Shape 16"/>
          <p:cNvSpPr/>
          <p:nvPr/>
        </p:nvSpPr>
        <p:spPr>
          <a:xfrm>
            <a:off x="3448050" y="2095500"/>
            <a:ext cx="2533650" cy="1733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pic>
        <p:nvPicPr>
          <p:cNvPr id="20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169" y="2171700"/>
            <a:ext cx="1867412" cy="158115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771644" y="2162175"/>
            <a:ext cx="1886462" cy="16002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000750" y="28765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3" name="Text 19"/>
          <p:cNvSpPr txBox="1"/>
          <p:nvPr/>
        </p:nvSpPr>
        <p:spPr>
          <a:xfrm>
            <a:off x="6210300" y="1866900"/>
            <a:ext cx="25336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 더하기</a:t>
            </a:r>
            <a:endParaRPr lang="en-US" sz="1088" dirty="0"/>
          </a:p>
        </p:txBody>
      </p:sp>
      <p:sp>
        <p:nvSpPr>
          <p:cNvPr id="24" name="Shape 20"/>
          <p:cNvSpPr/>
          <p:nvPr/>
        </p:nvSpPr>
        <p:spPr>
          <a:xfrm>
            <a:off x="6210300" y="2095500"/>
            <a:ext cx="2533650" cy="1733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pic>
        <p:nvPicPr>
          <p:cNvPr id="25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550" y="2713004"/>
            <a:ext cx="2343150" cy="49854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296025" y="2703479"/>
            <a:ext cx="2362200" cy="51759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763000" y="28765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8" name="Text 23"/>
          <p:cNvSpPr txBox="1"/>
          <p:nvPr/>
        </p:nvSpPr>
        <p:spPr>
          <a:xfrm>
            <a:off x="8972550" y="1866900"/>
            <a:ext cx="2533650" cy="179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4"/>
              </a:lnSpc>
              <a:buNone/>
            </a:pPr>
            <a:r>
              <a:rPr lang="en-US" sz="108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프로파일 완성</a:t>
            </a:r>
            <a:endParaRPr lang="en-US" sz="1088" dirty="0"/>
          </a:p>
        </p:txBody>
      </p:sp>
      <p:sp>
        <p:nvSpPr>
          <p:cNvPr id="29" name="Shape 24"/>
          <p:cNvSpPr/>
          <p:nvPr/>
        </p:nvSpPr>
        <p:spPr>
          <a:xfrm>
            <a:off x="8972550" y="2095500"/>
            <a:ext cx="2533650" cy="1733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pic>
        <p:nvPicPr>
          <p:cNvPr id="30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2268008"/>
            <a:ext cx="2343150" cy="1388533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9058275" y="2258483"/>
            <a:ext cx="2362200" cy="140758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685800" y="3962400"/>
            <a:ext cx="10820400" cy="1981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14400" y="40767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시험 지점과 신고 범위</a:t>
            </a:r>
            <a:endParaRPr lang="en-US" sz="788" dirty="0"/>
          </a:p>
        </p:txBody>
      </p:sp>
      <p:sp>
        <p:nvSpPr>
          <p:cNvPr id="34" name="Shape 28"/>
          <p:cNvSpPr/>
          <p:nvPr/>
        </p:nvSpPr>
        <p:spPr>
          <a:xfrm>
            <a:off x="203835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2182178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232600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246983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261366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2757488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290131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304514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318897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3332798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347662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362045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376428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3908107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405193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419576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433959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4483418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462724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477107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91490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5058727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520255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534638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8" name="Shape 52"/>
          <p:cNvSpPr/>
          <p:nvPr/>
        </p:nvSpPr>
        <p:spPr>
          <a:xfrm>
            <a:off x="549021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3"/>
          <p:cNvSpPr/>
          <p:nvPr/>
        </p:nvSpPr>
        <p:spPr>
          <a:xfrm>
            <a:off x="5634038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4"/>
          <p:cNvSpPr/>
          <p:nvPr/>
        </p:nvSpPr>
        <p:spPr>
          <a:xfrm>
            <a:off x="577786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Shape 55"/>
          <p:cNvSpPr/>
          <p:nvPr/>
        </p:nvSpPr>
        <p:spPr>
          <a:xfrm>
            <a:off x="592169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606552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Shape 57"/>
          <p:cNvSpPr/>
          <p:nvPr/>
        </p:nvSpPr>
        <p:spPr>
          <a:xfrm>
            <a:off x="6209347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Shape 58"/>
          <p:cNvSpPr/>
          <p:nvPr/>
        </p:nvSpPr>
        <p:spPr>
          <a:xfrm>
            <a:off x="635317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5" name="Shape 59"/>
          <p:cNvSpPr/>
          <p:nvPr/>
        </p:nvSpPr>
        <p:spPr>
          <a:xfrm>
            <a:off x="6497002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664083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6784657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692848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Shape 63"/>
          <p:cNvSpPr/>
          <p:nvPr/>
        </p:nvSpPr>
        <p:spPr>
          <a:xfrm>
            <a:off x="707231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0" name="Shape 64"/>
          <p:cNvSpPr/>
          <p:nvPr/>
        </p:nvSpPr>
        <p:spPr>
          <a:xfrm>
            <a:off x="721614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1" name="Shape 65"/>
          <p:cNvSpPr/>
          <p:nvPr/>
        </p:nvSpPr>
        <p:spPr>
          <a:xfrm>
            <a:off x="7359968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2" name="Shape 66"/>
          <p:cNvSpPr/>
          <p:nvPr/>
        </p:nvSpPr>
        <p:spPr>
          <a:xfrm>
            <a:off x="750379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Shape 67"/>
          <p:cNvSpPr/>
          <p:nvPr/>
        </p:nvSpPr>
        <p:spPr>
          <a:xfrm>
            <a:off x="764762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4" name="Shape 68"/>
          <p:cNvSpPr/>
          <p:nvPr/>
        </p:nvSpPr>
        <p:spPr>
          <a:xfrm>
            <a:off x="779145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7935278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>
            <a:off x="807910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822293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8" name="Shape 72"/>
          <p:cNvSpPr/>
          <p:nvPr/>
        </p:nvSpPr>
        <p:spPr>
          <a:xfrm>
            <a:off x="836676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9" name="Shape 73"/>
          <p:cNvSpPr/>
          <p:nvPr/>
        </p:nvSpPr>
        <p:spPr>
          <a:xfrm>
            <a:off x="8510588" y="5353050"/>
            <a:ext cx="0" cy="152400"/>
          </a:xfrm>
          <a:prstGeom prst="line">
            <a:avLst/>
          </a:prstGeom>
          <a:noFill/>
          <a:ln w="25400">
            <a:solidFill>
              <a:srgbClr val="EFB13C"/>
            </a:solidFill>
            <a:prstDash val="solid"/>
          </a:ln>
        </p:spPr>
      </p:sp>
      <p:sp>
        <p:nvSpPr>
          <p:cNvPr id="80" name="Shape 74"/>
          <p:cNvSpPr/>
          <p:nvPr/>
        </p:nvSpPr>
        <p:spPr>
          <a:xfrm>
            <a:off x="865441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1" name="Shape 75"/>
          <p:cNvSpPr/>
          <p:nvPr/>
        </p:nvSpPr>
        <p:spPr>
          <a:xfrm>
            <a:off x="879824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2" name="Shape 76"/>
          <p:cNvSpPr/>
          <p:nvPr/>
        </p:nvSpPr>
        <p:spPr>
          <a:xfrm>
            <a:off x="894207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Shape 77"/>
          <p:cNvSpPr/>
          <p:nvPr/>
        </p:nvSpPr>
        <p:spPr>
          <a:xfrm>
            <a:off x="9085898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4" name="Shape 78"/>
          <p:cNvSpPr/>
          <p:nvPr/>
        </p:nvSpPr>
        <p:spPr>
          <a:xfrm>
            <a:off x="922972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5" name="Shape 79"/>
          <p:cNvSpPr/>
          <p:nvPr/>
        </p:nvSpPr>
        <p:spPr>
          <a:xfrm>
            <a:off x="937355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6" name="Shape 80"/>
          <p:cNvSpPr/>
          <p:nvPr/>
        </p:nvSpPr>
        <p:spPr>
          <a:xfrm>
            <a:off x="951738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7" name="Shape 81"/>
          <p:cNvSpPr/>
          <p:nvPr/>
        </p:nvSpPr>
        <p:spPr>
          <a:xfrm>
            <a:off x="9661207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Shape 82"/>
          <p:cNvSpPr/>
          <p:nvPr/>
        </p:nvSpPr>
        <p:spPr>
          <a:xfrm>
            <a:off x="980503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9" name="Shape 83"/>
          <p:cNvSpPr/>
          <p:nvPr/>
        </p:nvSpPr>
        <p:spPr>
          <a:xfrm>
            <a:off x="994886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0" name="Shape 84"/>
          <p:cNvSpPr/>
          <p:nvPr/>
        </p:nvSpPr>
        <p:spPr>
          <a:xfrm>
            <a:off x="1009269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1" name="Shape 85"/>
          <p:cNvSpPr/>
          <p:nvPr/>
        </p:nvSpPr>
        <p:spPr>
          <a:xfrm>
            <a:off x="10236517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2" name="Shape 86"/>
          <p:cNvSpPr/>
          <p:nvPr/>
        </p:nvSpPr>
        <p:spPr>
          <a:xfrm>
            <a:off x="10380345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3" name="Shape 87"/>
          <p:cNvSpPr/>
          <p:nvPr/>
        </p:nvSpPr>
        <p:spPr>
          <a:xfrm>
            <a:off x="10524173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4" name="Shape 88"/>
          <p:cNvSpPr/>
          <p:nvPr/>
        </p:nvSpPr>
        <p:spPr>
          <a:xfrm>
            <a:off x="10668000" y="5438775"/>
            <a:ext cx="0" cy="66675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Shape 89"/>
          <p:cNvSpPr/>
          <p:nvPr/>
        </p:nvSpPr>
        <p:spPr>
          <a:xfrm>
            <a:off x="1962150" y="5505450"/>
            <a:ext cx="8782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6" name="Text 90"/>
          <p:cNvSpPr txBox="1"/>
          <p:nvPr/>
        </p:nvSpPr>
        <p:spPr>
          <a:xfrm>
            <a:off x="180975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-20</a:t>
            </a:r>
            <a:endParaRPr lang="en-US" sz="788" dirty="0"/>
          </a:p>
        </p:txBody>
      </p:sp>
      <p:sp>
        <p:nvSpPr>
          <p:cNvPr id="97" name="Text 91"/>
          <p:cNvSpPr txBox="1"/>
          <p:nvPr/>
        </p:nvSpPr>
        <p:spPr>
          <a:xfrm>
            <a:off x="3248025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</a:t>
            </a:r>
            <a:endParaRPr lang="en-US" sz="788" dirty="0"/>
          </a:p>
        </p:txBody>
      </p:sp>
      <p:sp>
        <p:nvSpPr>
          <p:cNvPr id="98" name="Text 92"/>
          <p:cNvSpPr txBox="1"/>
          <p:nvPr/>
        </p:nvSpPr>
        <p:spPr>
          <a:xfrm>
            <a:off x="46863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88" dirty="0"/>
          </a:p>
        </p:txBody>
      </p:sp>
      <p:sp>
        <p:nvSpPr>
          <p:cNvPr id="99" name="Text 93"/>
          <p:cNvSpPr txBox="1"/>
          <p:nvPr/>
        </p:nvSpPr>
        <p:spPr>
          <a:xfrm>
            <a:off x="6124575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88" dirty="0"/>
          </a:p>
        </p:txBody>
      </p:sp>
      <p:sp>
        <p:nvSpPr>
          <p:cNvPr id="100" name="Text 94"/>
          <p:cNvSpPr txBox="1"/>
          <p:nvPr/>
        </p:nvSpPr>
        <p:spPr>
          <a:xfrm>
            <a:off x="756285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+20</a:t>
            </a:r>
            <a:endParaRPr lang="en-US" sz="788" dirty="0"/>
          </a:p>
        </p:txBody>
      </p:sp>
      <p:sp>
        <p:nvSpPr>
          <p:cNvPr id="101" name="Text 95"/>
          <p:cNvSpPr txBox="1"/>
          <p:nvPr/>
        </p:nvSpPr>
        <p:spPr>
          <a:xfrm>
            <a:off x="9001125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+30</a:t>
            </a:r>
            <a:endParaRPr lang="en-US" sz="788" dirty="0"/>
          </a:p>
        </p:txBody>
      </p:sp>
      <p:sp>
        <p:nvSpPr>
          <p:cNvPr id="102" name="Text 96"/>
          <p:cNvSpPr txBox="1"/>
          <p:nvPr/>
        </p:nvSpPr>
        <p:spPr>
          <a:xfrm>
            <a:off x="10439400" y="558165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+40</a:t>
            </a:r>
            <a:endParaRPr lang="en-US" sz="788" dirty="0"/>
          </a:p>
        </p:txBody>
      </p:sp>
      <p:sp>
        <p:nvSpPr>
          <p:cNvPr id="103" name="Text 97"/>
          <p:cNvSpPr txBox="1"/>
          <p:nvPr/>
        </p:nvSpPr>
        <p:spPr>
          <a:xfrm>
            <a:off x="10915650" y="5581650"/>
            <a:ext cx="2286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788" dirty="0"/>
          </a:p>
        </p:txBody>
      </p:sp>
      <p:sp>
        <p:nvSpPr>
          <p:cNvPr id="104" name="Shape 98"/>
          <p:cNvSpPr/>
          <p:nvPr/>
        </p:nvSpPr>
        <p:spPr>
          <a:xfrm>
            <a:off x="2038350" y="4800600"/>
            <a:ext cx="86296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5" name="Shape 99"/>
          <p:cNvSpPr/>
          <p:nvPr/>
        </p:nvSpPr>
        <p:spPr>
          <a:xfrm>
            <a:off x="8443913" y="4733925"/>
            <a:ext cx="133350" cy="13335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06" name="Shape 100"/>
          <p:cNvSpPr/>
          <p:nvPr/>
        </p:nvSpPr>
        <p:spPr>
          <a:xfrm>
            <a:off x="8510588" y="4876800"/>
            <a:ext cx="0" cy="476250"/>
          </a:xfrm>
          <a:prstGeom prst="line">
            <a:avLst/>
          </a:prstGeom>
          <a:noFill/>
          <a:ln w="12700">
            <a:solidFill>
              <a:srgbClr val="EFB13C"/>
            </a:solidFill>
            <a:prstDash val="dash"/>
          </a:ln>
        </p:spPr>
      </p:sp>
      <p:sp>
        <p:nvSpPr>
          <p:cNvPr id="107" name="Text 101"/>
          <p:cNvSpPr txBox="1"/>
          <p:nvPr/>
        </p:nvSpPr>
        <p:spPr>
          <a:xfrm>
            <a:off x="7177088" y="4514850"/>
            <a:ext cx="2667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온도 1곳</a:t>
            </a:r>
            <a:endParaRPr lang="en-US" sz="1050" dirty="0"/>
          </a:p>
        </p:txBody>
      </p:sp>
      <p:sp>
        <p:nvSpPr>
          <p:cNvPr id="108" name="Text 102"/>
          <p:cNvSpPr txBox="1"/>
          <p:nvPr/>
        </p:nvSpPr>
        <p:spPr>
          <a:xfrm>
            <a:off x="914400" y="4495800"/>
            <a:ext cx="2286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범위 61개 온도</a:t>
            </a:r>
            <a:endParaRPr lang="en-US" sz="1013" dirty="0"/>
          </a:p>
        </p:txBody>
      </p:sp>
      <p:sp>
        <p:nvSpPr>
          <p:cNvPr id="109" name="Text 103"/>
          <p:cNvSpPr txBox="1"/>
          <p:nvPr/>
        </p:nvSpPr>
        <p:spPr>
          <a:xfrm>
            <a:off x="914400" y="4838700"/>
            <a:ext cx="2286000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 한 곳의 차이를 나머지 온도에도 똑같이 더했습니다.</a:t>
            </a:r>
            <a:endParaRPr lang="en-US" sz="938" dirty="0"/>
          </a:p>
        </p:txBody>
      </p:sp>
      <p:sp>
        <p:nvSpPr>
          <p:cNvPr id="110" name="Shape 10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1" name="Text 10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12" name="Text 10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그때는 이게 최선이었습니다.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6002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결과는 회차마다 달랐지만, 더해 주는 보정값은 거의 하나로 고정돼 있었습니다.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152650"/>
            <a:ext cx="5219700" cy="3829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6300" y="2266950"/>
            <a:ext cx="2286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기존 실적 시트 기록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4476750" y="2257425"/>
            <a:ext cx="1238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MW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2209800" y="2457450"/>
            <a:ext cx="0" cy="31432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6300" y="2552700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2/24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209800" y="2533650"/>
            <a:ext cx="2001965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" name="Shape 17"/>
          <p:cNvSpPr/>
          <p:nvPr/>
        </p:nvSpPr>
        <p:spPr>
          <a:xfrm>
            <a:off x="2209800" y="2638425"/>
            <a:ext cx="708660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05300" y="254317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4876800" y="254317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76300" y="2790825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2/25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209800" y="2771775"/>
            <a:ext cx="1062990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2209800" y="2876550"/>
            <a:ext cx="708660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05300" y="27813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76800" y="27813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3028950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2/25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209800" y="3009900"/>
            <a:ext cx="1948815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Shape 27"/>
          <p:cNvSpPr/>
          <p:nvPr/>
        </p:nvSpPr>
        <p:spPr>
          <a:xfrm>
            <a:off x="2209800" y="3114675"/>
            <a:ext cx="708660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305300" y="301942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11.0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876800" y="301942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76300" y="3267075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3/4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209800" y="3248025"/>
            <a:ext cx="1417320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Shape 32"/>
          <p:cNvSpPr/>
          <p:nvPr/>
        </p:nvSpPr>
        <p:spPr>
          <a:xfrm>
            <a:off x="2209800" y="3352800"/>
            <a:ext cx="708660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305300" y="325755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876800" y="325755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876300" y="3505200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3/4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09800" y="3486150"/>
            <a:ext cx="2037398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09800" y="3590925"/>
            <a:ext cx="708660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305300" y="349567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11.5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4876800" y="349567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76300" y="3743325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3/18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209800" y="3724275"/>
            <a:ext cx="1222439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4" name="Shape 42"/>
          <p:cNvSpPr/>
          <p:nvPr/>
        </p:nvSpPr>
        <p:spPr>
          <a:xfrm>
            <a:off x="2209800" y="3829050"/>
            <a:ext cx="708660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305300" y="37338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6.9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4876800" y="37338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981450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3/18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209800" y="3962400"/>
            <a:ext cx="1683068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9" name="Shape 47"/>
          <p:cNvSpPr/>
          <p:nvPr/>
        </p:nvSpPr>
        <p:spPr>
          <a:xfrm>
            <a:off x="2209800" y="4067175"/>
            <a:ext cx="708660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305300" y="397192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9.5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4876800" y="397192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876300" y="4219575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3/24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209800" y="4200525"/>
            <a:ext cx="673227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Shape 52"/>
          <p:cNvSpPr/>
          <p:nvPr/>
        </p:nvSpPr>
        <p:spPr>
          <a:xfrm>
            <a:off x="2209800" y="4305300"/>
            <a:ext cx="708660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305300" y="421005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876800" y="421005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4457700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3/24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209800" y="4438650"/>
            <a:ext cx="1718500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9800" y="4543425"/>
            <a:ext cx="708660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305300" y="444817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9.7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4876800" y="444817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876300" y="4695825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4/2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2209800" y="4676775"/>
            <a:ext cx="814959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4" name="Shape 62"/>
          <p:cNvSpPr/>
          <p:nvPr/>
        </p:nvSpPr>
        <p:spPr>
          <a:xfrm>
            <a:off x="2209800" y="4781550"/>
            <a:ext cx="885825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305300" y="46863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4.6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4876800" y="46863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876300" y="4933950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4/2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2209800" y="4914900"/>
            <a:ext cx="1807083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9" name="Shape 67"/>
          <p:cNvSpPr/>
          <p:nvPr/>
        </p:nvSpPr>
        <p:spPr>
          <a:xfrm>
            <a:off x="2209800" y="5019675"/>
            <a:ext cx="885825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305300" y="492442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10.2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4876800" y="492442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876300" y="5172075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4/15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1394841" y="5153025"/>
            <a:ext cx="814959" cy="85725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74" name="Shape 72"/>
          <p:cNvSpPr/>
          <p:nvPr/>
        </p:nvSpPr>
        <p:spPr>
          <a:xfrm>
            <a:off x="2209800" y="5257800"/>
            <a:ext cx="354330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305300" y="516255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-4.6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4876800" y="516255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876300" y="5410200"/>
            <a:ext cx="552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4/15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209800" y="5391150"/>
            <a:ext cx="566928" cy="857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9" name="Shape 77"/>
          <p:cNvSpPr/>
          <p:nvPr/>
        </p:nvSpPr>
        <p:spPr>
          <a:xfrm>
            <a:off x="2209800" y="5495925"/>
            <a:ext cx="354330" cy="476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305300" y="540067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3.2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4876800" y="5400675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876300" y="5715000"/>
            <a:ext cx="1524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85850" y="5686425"/>
            <a:ext cx="1143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차이</a:t>
            </a:r>
            <a:endParaRPr lang="en-US" sz="863" dirty="0"/>
          </a:p>
        </p:txBody>
      </p:sp>
      <p:sp>
        <p:nvSpPr>
          <p:cNvPr id="84" name="Shape 82"/>
          <p:cNvSpPr/>
          <p:nvPr/>
        </p:nvSpPr>
        <p:spPr>
          <a:xfrm>
            <a:off x="2286000" y="5724525"/>
            <a:ext cx="152400" cy="571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2495550" y="5686425"/>
            <a:ext cx="1333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적용한 보정값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6057900" y="2152650"/>
            <a:ext cx="5448300" cy="3829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248400" y="2266950"/>
            <a:ext cx="2286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시험 40회 전체</a:t>
            </a:r>
            <a:endParaRPr lang="en-US" sz="788" dirty="0"/>
          </a:p>
        </p:txBody>
      </p:sp>
      <p:sp>
        <p:nvSpPr>
          <p:cNvPr id="88" name="Text 86"/>
          <p:cNvSpPr txBox="1"/>
          <p:nvPr/>
        </p:nvSpPr>
        <p:spPr>
          <a:xfrm>
            <a:off x="9029700" y="2257425"/>
            <a:ext cx="2286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/ 세로 차이 MW</a:t>
            </a:r>
            <a:endParaRPr lang="en-US" sz="788" dirty="0"/>
          </a:p>
        </p:txBody>
      </p:sp>
      <p:sp>
        <p:nvSpPr>
          <p:cNvPr id="89" name="Shape 87"/>
          <p:cNvSpPr/>
          <p:nvPr/>
        </p:nvSpPr>
        <p:spPr>
          <a:xfrm>
            <a:off x="6667500" y="2979420"/>
            <a:ext cx="44767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667500" y="3451860"/>
            <a:ext cx="44767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667500" y="3924300"/>
            <a:ext cx="44767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667500" y="4869180"/>
            <a:ext cx="44767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667500" y="4396740"/>
            <a:ext cx="44767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248400" y="2912745"/>
            <a:ext cx="323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6248400" y="3385185"/>
            <a:ext cx="323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6248400" y="3857625"/>
            <a:ext cx="323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6248400" y="4330065"/>
            <a:ext cx="323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6248400" y="4802505"/>
            <a:ext cx="323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6990398" y="51054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780847" y="51816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8066723" y="51054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857172" y="51816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9143048" y="51054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8933498" y="51816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10219373" y="51054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0009823" y="5181600"/>
            <a:ext cx="4191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6667500" y="4106780"/>
            <a:ext cx="447675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108" name="Text 106"/>
          <p:cNvSpPr txBox="1"/>
          <p:nvPr/>
        </p:nvSpPr>
        <p:spPr>
          <a:xfrm>
            <a:off x="9358313" y="391628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적용한 보정값</a:t>
            </a:r>
            <a:endParaRPr lang="en-US" sz="863" dirty="0"/>
          </a:p>
        </p:txBody>
      </p:sp>
      <p:sp>
        <p:nvSpPr>
          <p:cNvPr id="109" name="Shape 107"/>
          <p:cNvSpPr/>
          <p:nvPr/>
        </p:nvSpPr>
        <p:spPr>
          <a:xfrm>
            <a:off x="6755416" y="283732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03850" y="289319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64419" y="332890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379684" y="369149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605713" y="372445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713345" y="37784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820978" y="382850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917847" y="362937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982426" y="393433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8" name="Shape 116"/>
          <p:cNvSpPr/>
          <p:nvPr/>
        </p:nvSpPr>
        <p:spPr>
          <a:xfrm>
            <a:off x="8165402" y="375870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326850" y="379531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359140" y="354846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391430" y="360102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509826" y="349803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520589" y="3656301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85168" y="3706261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746617" y="373248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57380" y="3692679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252490" y="405693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661493" y="4615354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683020" y="475413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693783" y="4434646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726073" y="444893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909048" y="468185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048970" y="4939684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0210419" y="455582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0210419" y="4422835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0264235" y="4773621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0285762" y="476736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10371868" y="446937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210" y="443948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0" name="Shape 138"/>
          <p:cNvSpPr/>
          <p:nvPr/>
        </p:nvSpPr>
        <p:spPr>
          <a:xfrm>
            <a:off x="10479500" y="4666378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1" name="Shape 139"/>
          <p:cNvSpPr/>
          <p:nvPr/>
        </p:nvSpPr>
        <p:spPr>
          <a:xfrm>
            <a:off x="10490263" y="4116930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10490263" y="4201969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10490263" y="4547323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4" name="Shape 142"/>
          <p:cNvSpPr/>
          <p:nvPr/>
        </p:nvSpPr>
        <p:spPr>
          <a:xfrm>
            <a:off x="10576369" y="4286181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0597896" y="4641102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6" name="Shape 144"/>
          <p:cNvSpPr/>
          <p:nvPr/>
        </p:nvSpPr>
        <p:spPr>
          <a:xfrm>
            <a:off x="10684002" y="4278977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0845451" y="4118229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1039189" y="4198071"/>
            <a:ext cx="60960" cy="6096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6248400" y="5429250"/>
            <a:ext cx="51435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때는 더 나오고 더울 때는 덜 나옵니다. 그 폭이 온도마다 달랐습니다.</a:t>
            </a:r>
            <a:endParaRPr lang="en-US" sz="1050" dirty="0"/>
          </a:p>
        </p:txBody>
      </p:sp>
      <p:sp>
        <p:nvSpPr>
          <p:cNvPr id="150" name="Shape 14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52" name="Text 15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다른 것을 하나로 맞추려니 맞을 수가 없었습니다.</a:t>
            </a:r>
            <a:endParaRPr lang="en-US" sz="123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2026-09-16T04:57:40Z</dcterms:created>
  <dcterms:modified xsi:type="dcterms:W3CDTF">2026-09-16T04:57:40Z</dcterms:modified>
</cp:coreProperties>
</file>