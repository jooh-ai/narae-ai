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기존에는 이렇게 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38300"/>
            <a:ext cx="25336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값 받아오기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685800" y="188595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14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" y="2697120"/>
            <a:ext cx="2343150" cy="75890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71525" y="2687595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8500" y="29718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7" name="Text 14"/>
          <p:cNvSpPr txBox="1"/>
          <p:nvPr/>
        </p:nvSpPr>
        <p:spPr>
          <a:xfrm>
            <a:off x="3448050" y="1638300"/>
            <a:ext cx="25336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계산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3448050" y="188595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19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4595"/>
            <a:ext cx="2343150" cy="198396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533775" y="2075070"/>
            <a:ext cx="2362200" cy="2003011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000750" y="29718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2" name="Text 18"/>
          <p:cNvSpPr txBox="1"/>
          <p:nvPr/>
        </p:nvSpPr>
        <p:spPr>
          <a:xfrm>
            <a:off x="6210300" y="1638300"/>
            <a:ext cx="25336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 더하기</a:t>
            </a:r>
            <a:endParaRPr lang="en-US" sz="1125" dirty="0"/>
          </a:p>
        </p:txBody>
      </p:sp>
      <p:sp>
        <p:nvSpPr>
          <p:cNvPr id="23" name="Shape 19"/>
          <p:cNvSpPr/>
          <p:nvPr/>
        </p:nvSpPr>
        <p:spPr>
          <a:xfrm>
            <a:off x="6210300" y="188595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2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2827304"/>
            <a:ext cx="2343150" cy="49854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6296025" y="2817779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763000" y="29718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Text 22"/>
          <p:cNvSpPr txBox="1"/>
          <p:nvPr/>
        </p:nvSpPr>
        <p:spPr>
          <a:xfrm>
            <a:off x="8972550" y="1638300"/>
            <a:ext cx="25336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프로파일 완성</a:t>
            </a:r>
            <a:endParaRPr lang="en-US" sz="1125" dirty="0"/>
          </a:p>
        </p:txBody>
      </p:sp>
      <p:sp>
        <p:nvSpPr>
          <p:cNvPr id="28" name="Shape 23"/>
          <p:cNvSpPr/>
          <p:nvPr/>
        </p:nvSpPr>
        <p:spPr>
          <a:xfrm>
            <a:off x="8972550" y="188595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29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2382308"/>
            <a:ext cx="2343150" cy="13885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58275" y="2372783"/>
            <a:ext cx="2362200" cy="140758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85800" y="4533900"/>
            <a:ext cx="7810500" cy="1048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64"/>
              </a:lnSpc>
              <a:buNone/>
            </a:pPr>
            <a:r>
              <a:rPr lang="en-US" sz="12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하루에 한 번, 그날 날씨에서만 합니다. 그런데 신고는 영하 20도부터 40도까지 61개 온도를 다 해야 합니다.</a:t>
            </a:r>
            <a:endParaRPr lang="en-US" sz="1200" dirty="0"/>
          </a:p>
          <a:p>
            <a:pPr algn="l" indent="0" marL="0">
              <a:lnSpc>
                <a:spcPts val="2064"/>
              </a:lnSpc>
              <a:buNone/>
            </a:pPr>
            <a:r>
              <a:rPr lang="en-US" sz="12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실제로 얼마가 나오는지 알 방법이 없었습니다. 그래서 시험한 날에 생긴 차이를 나머지 온도에도 똑같이 더해서 신고했습니다.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8763000" y="4572000"/>
            <a:ext cx="28575" cy="91440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8972550" y="4610100"/>
            <a:ext cx="25336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1125" dirty="0"/>
          </a:p>
        </p:txBody>
      </p:sp>
      <p:sp>
        <p:nvSpPr>
          <p:cNvPr id="34" name="Text 28"/>
          <p:cNvSpPr txBox="1"/>
          <p:nvPr/>
        </p:nvSpPr>
        <p:spPr>
          <a:xfrm>
            <a:off x="8972550" y="4876800"/>
            <a:ext cx="25336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 61개</a:t>
            </a:r>
            <a:endParaRPr lang="en-US" sz="1125" dirty="0"/>
          </a:p>
        </p:txBody>
      </p:sp>
      <p:sp>
        <p:nvSpPr>
          <p:cNvPr id="35" name="Text 29"/>
          <p:cNvSpPr txBox="1"/>
          <p:nvPr/>
        </p:nvSpPr>
        <p:spPr>
          <a:xfrm>
            <a:off x="8972550" y="5143500"/>
            <a:ext cx="25336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받는 파일 별도</a:t>
            </a:r>
            <a:endParaRPr lang="en-US" sz="1125" dirty="0"/>
          </a:p>
        </p:txBody>
      </p:sp>
      <p:sp>
        <p:nvSpPr>
          <p:cNvPr id="36" name="Shape 3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8" name="Text 3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문제가 있었습니다</a:t>
            </a:r>
            <a:endParaRPr lang="en-US" sz="2775" dirty="0"/>
          </a:p>
        </p:txBody>
      </p:sp>
      <p:sp>
        <p:nvSpPr>
          <p:cNvPr id="12" name="Shape 10"/>
          <p:cNvSpPr/>
          <p:nvPr/>
        </p:nvSpPr>
        <p:spPr>
          <a:xfrm>
            <a:off x="685800" y="1638300"/>
            <a:ext cx="6172200" cy="3810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6300" y="1752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기존 실적 시트에서 세 열만 오렸습니다</a:t>
            </a:r>
            <a:endParaRPr lang="en-US" sz="788" dirty="0"/>
          </a:p>
        </p:txBody>
      </p:sp>
      <p:pic>
        <p:nvPicPr>
          <p:cNvPr id="14" name="Image 0" descr="/home/user/Narae-AI/docs/ppt/assets/xl1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231" y="1981200"/>
            <a:ext cx="5785338" cy="32004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69706" y="1971675"/>
            <a:ext cx="5804388" cy="32194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6300" y="5257800"/>
            <a:ext cx="5791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시트 같은 회차이고, 열 사이 거리만 좁혔습니다.</a:t>
            </a:r>
            <a:endParaRPr lang="en-US" sz="863" dirty="0"/>
          </a:p>
        </p:txBody>
      </p:sp>
      <p:sp>
        <p:nvSpPr>
          <p:cNvPr id="17" name="Shape 14"/>
          <p:cNvSpPr/>
          <p:nvPr/>
        </p:nvSpPr>
        <p:spPr>
          <a:xfrm>
            <a:off x="7162800" y="1866900"/>
            <a:ext cx="247650" cy="1333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524750" y="1809750"/>
            <a:ext cx="39433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시험할 때마다 달랐습니다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7162800" y="2171700"/>
            <a:ext cx="434340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날은 11 정도 차이가 났고, 어떤 날은 4밖에 안 났습니다. 한 번은 아예 반대로 나온 날도 있었습니다.</a:t>
            </a:r>
            <a:endParaRPr lang="en-US" sz="1125" dirty="0"/>
          </a:p>
        </p:txBody>
      </p:sp>
      <p:sp>
        <p:nvSpPr>
          <p:cNvPr id="20" name="Shape 17"/>
          <p:cNvSpPr/>
          <p:nvPr/>
        </p:nvSpPr>
        <p:spPr>
          <a:xfrm>
            <a:off x="7162800" y="3276600"/>
            <a:ext cx="247650" cy="1333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524750" y="3219450"/>
            <a:ext cx="39433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늘 같았습니다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7162800" y="3581400"/>
            <a:ext cx="434340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차이가 얼마로 나오든 4를 더했습니다. 몇 달에 한 번 5나 2로 바꾸기는 했지만, 온도마다 다르게 주지는 못했습니다.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7162800" y="4572000"/>
            <a:ext cx="4343400" cy="95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62800" y="4724400"/>
            <a:ext cx="434340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더 낼 수 있는데 적게 신고했고, 여름에는 못 내는데 많이 신고했습니다.</a:t>
            </a:r>
            <a:endParaRPr lang="en-US" sz="1125" dirty="0"/>
          </a:p>
        </p:txBody>
      </p:sp>
      <p:sp>
        <p:nvSpPr>
          <p:cNvPr id="25" name="Shape 2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7" name="Text 2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2026-09-16T04:33:56Z</dcterms:created>
  <dcterms:modified xsi:type="dcterms:W3CDTF">2026-09-16T04:33:56Z</dcterms:modified>
</cp:coreProperties>
</file>