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 · 모델 재검증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둘이었습니다. 각각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손으로 이어야 한다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배우는 계산은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곡선을 찾는 계산은 엑셀 수식으로 짜기 어렵습니다.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다시 배우려면 저장소가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 늘 때마다 다시 배워야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배운다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여기서 정하지 않았습니다 — 후보 회귀 모델 7가지를 겨루게 한 결과가 다음 장입니다.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 — 값 하나가 아니라 곡선 전체를 후보로 두고 실적에 가장 잘 맞는 곡선을 고릅니다. 뒤에 붙은 이름은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계속 지켜본다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지켜보나 — 시험이 40회뿐입니다. 표본이 적으면 한 번 고른 곡선을 계속 믿을 수 없고,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지켜보나 — 한 회를 가리고 나머지로 그 회를 맞혀 보는 채점을 후보 7가지에 모두 다시 돌려 성적을 새로 매깁니다. 앞서는 모델이 바뀌면 그때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앞섭니다. 이 표가 다음 회차에 다시 계산됩니다.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277350" y="2514600"/>
            <a:ext cx="2114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점이 실제 시험 결과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2026-09-18T06:46:52Z</dcterms:created>
  <dcterms:modified xsi:type="dcterms:W3CDTF">2026-09-18T06:46:52Z</dcterms:modified>
</cp:coreProperties>
</file>