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552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47529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61" name="Text 59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2" name="Text 60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 보고 싶었고, 마침 눈에 보이던 비효율이 그 대상이었습니다.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값을 하나로 끝냈습니다.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5334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같이 움직입니다 (겹침 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차이가 반대로 움직입니다 (겹침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도구 하나로 합친 것입니다. 다른 하나는 더하는 값을 온도마다 다르게 한 것입니다.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1790700"/>
            <a:ext cx="2019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87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714750" y="1990725"/>
            <a:ext cx="60007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437197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00575" y="1971675"/>
            <a:ext cx="1238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088" dirty="0"/>
          </a:p>
        </p:txBody>
      </p:sp>
      <p:sp>
        <p:nvSpPr>
          <p:cNvPr id="26" name="Shape 24"/>
          <p:cNvSpPr/>
          <p:nvPr/>
        </p:nvSpPr>
        <p:spPr>
          <a:xfrm>
            <a:off x="5981700" y="1943100"/>
            <a:ext cx="0" cy="3238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46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2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온도마다 다르게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010650" y="1990725"/>
            <a:ext cx="46672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953452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63125" y="1971675"/>
            <a:ext cx="1504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088" dirty="0"/>
          </a:p>
        </p:txBody>
      </p:sp>
      <p:sp>
        <p:nvSpPr>
          <p:cNvPr id="33" name="Shape 31"/>
          <p:cNvSpPr/>
          <p:nvPr/>
        </p:nvSpPr>
        <p:spPr>
          <a:xfrm>
            <a:off x="685800" y="26003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247650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9150" y="2533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009650" y="253365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pic>
        <p:nvPicPr>
          <p:cNvPr id="37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838450"/>
            <a:ext cx="8572500" cy="30099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66775" y="2828925"/>
            <a:ext cx="8591550" cy="30289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39300" y="28384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25" dirty="0"/>
          </a:p>
        </p:txBody>
      </p:sp>
      <p:sp>
        <p:nvSpPr>
          <p:cNvPr id="40" name="Text 37"/>
          <p:cNvSpPr txBox="1"/>
          <p:nvPr/>
        </p:nvSpPr>
        <p:spPr>
          <a:xfrm>
            <a:off x="9639300" y="30099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</a:t>
            </a:r>
            <a:endParaRPr lang="en-US" sz="825" dirty="0"/>
          </a:p>
        </p:txBody>
      </p:sp>
      <p:sp>
        <p:nvSpPr>
          <p:cNvPr id="41" name="Text 38"/>
          <p:cNvSpPr txBox="1"/>
          <p:nvPr/>
        </p:nvSpPr>
        <p:spPr>
          <a:xfrm>
            <a:off x="9639300" y="37528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25" dirty="0"/>
          </a:p>
        </p:txBody>
      </p:sp>
      <p:sp>
        <p:nvSpPr>
          <p:cNvPr id="42" name="Text 39"/>
          <p:cNvSpPr txBox="1"/>
          <p:nvPr/>
        </p:nvSpPr>
        <p:spPr>
          <a:xfrm>
            <a:off x="9639300" y="39243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값(보정값)과 시험 실적 점</a:t>
            </a:r>
            <a:endParaRPr lang="en-US" sz="825" dirty="0"/>
          </a:p>
        </p:txBody>
      </p:sp>
      <p:sp>
        <p:nvSpPr>
          <p:cNvPr id="43" name="Text 40"/>
          <p:cNvSpPr txBox="1"/>
          <p:nvPr/>
        </p:nvSpPr>
        <p:spPr>
          <a:xfrm>
            <a:off x="9639300" y="46672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825" dirty="0"/>
          </a:p>
        </p:txBody>
      </p:sp>
      <p:sp>
        <p:nvSpPr>
          <p:cNvPr id="44" name="Text 41"/>
          <p:cNvSpPr txBox="1"/>
          <p:nvPr/>
        </p:nvSpPr>
        <p:spPr>
          <a:xfrm>
            <a:off x="9639300" y="48387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선이 벌어진 만큼이 그 온도에서 더하는 값입니다</a:t>
            </a:r>
            <a:endParaRPr lang="en-US" sz="825" dirty="0"/>
          </a:p>
        </p:txBody>
      </p:sp>
      <p:sp>
        <p:nvSpPr>
          <p:cNvPr id="45" name="Text 42"/>
          <p:cNvSpPr txBox="1"/>
          <p:nvPr/>
        </p:nvSpPr>
        <p:spPr>
          <a:xfrm>
            <a:off x="876300" y="5905500"/>
            <a:ext cx="10382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이 보정 곡선을 무엇으로 그리는지 — 후보 회귀 모델 7가지를 겨루게 해서 고른 과정은 다음 장에 있습니다.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계산식을 그대로 두었으니 다른 발전소에도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하는지 우리가 정할 수 없었습니다.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781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2192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20002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63" dirty="0"/>
          </a:p>
        </p:txBody>
      </p:sp>
      <p:sp>
        <p:nvSpPr>
          <p:cNvPr id="22" name="Shape 20"/>
          <p:cNvSpPr/>
          <p:nvPr/>
        </p:nvSpPr>
        <p:spPr>
          <a:xfrm>
            <a:off x="2495550" y="2028825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20002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825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20002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20002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71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63" dirty="0"/>
          </a:p>
        </p:txBody>
      </p:sp>
      <p:sp>
        <p:nvSpPr>
          <p:cNvPr id="27" name="Shape 25"/>
          <p:cNvSpPr/>
          <p:nvPr/>
        </p:nvSpPr>
        <p:spPr>
          <a:xfrm>
            <a:off x="2505075" y="2209800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717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825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717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825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1717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굵기의 파동을 섞은 곡선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3431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63" dirty="0"/>
          </a:p>
        </p:txBody>
      </p:sp>
      <p:sp>
        <p:nvSpPr>
          <p:cNvPr id="32" name="Shape 30"/>
          <p:cNvSpPr/>
          <p:nvPr/>
        </p:nvSpPr>
        <p:spPr>
          <a:xfrm>
            <a:off x="2505075" y="2381250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3431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3431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23431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덜 부드러운 곡선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5146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505075" y="2552700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5146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5146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6858000" y="25146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덜 부드러운 곡선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6860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2505075" y="2724150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6860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6860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6860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8575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2505075" y="2895600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8575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8575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6858000" y="28575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30289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52" name="Shape 50"/>
          <p:cNvSpPr/>
          <p:nvPr/>
        </p:nvSpPr>
        <p:spPr>
          <a:xfrm>
            <a:off x="2505075" y="3067050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30289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825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30289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825" dirty="0"/>
          </a:p>
        </p:txBody>
      </p:sp>
      <p:sp>
        <p:nvSpPr>
          <p:cNvPr id="55" name="Text 53"/>
          <p:cNvSpPr txBox="1"/>
          <p:nvPr/>
        </p:nvSpPr>
        <p:spPr>
          <a:xfrm>
            <a:off x="6858000" y="30289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구간을 나눠 그 안의 평균을 씀 — 가장 단순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2385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이름 · 막대는 1등과의 차이(오른쪽으로 갈수록 더 틀린 것) · 가운데 숫자가 평균 오차 · 채점은 시험 39회를 한 회씩 가려 맞혀 보는 방식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4099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프로세스. 값 하나를 내는 것이 아니라 곡선 전체를 후보로 두고 실적에 가장 잘 맞는 곡선을 고릅니다. 뒤에 붙은 이름(RBF · Matérn …)은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743325"/>
            <a:ext cx="10820400" cy="2352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6195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676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6766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안에서 고릅니다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943975" y="3810000"/>
            <a:ext cx="2447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선정 화면 · 위 표와 같은 숫자입니다</a:t>
            </a:r>
            <a:endParaRPr lang="en-US" sz="825" dirty="0"/>
          </a:p>
        </p:txBody>
      </p:sp>
      <p:pic>
        <p:nvPicPr>
          <p:cNvPr id="63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981450"/>
            <a:ext cx="7410450" cy="215265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971925"/>
            <a:ext cx="7429500" cy="21717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572500" y="39814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도구에 넣었나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8572500" y="41529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40회뿐입니다. 실적이 늘면 성적이 바뀔 수 있어 그때마다 다시 채점해야 합니다.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8572500" y="47053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채점하나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8572500" y="48768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봅니다. 전 회차를 돌아가며 반복해 평균을 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8572500" y="54292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앞서면 바꾼다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6007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모델이 앞서면 그때 바꿉니다. 지금은 GP·RBF 가 앞섭니다.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채점이 도구 안에 들어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-0.04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돌린 결과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8534400" y="3124200"/>
            <a:ext cx="285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날짜와 시각만 넣고 산정을 누른 결과</a:t>
            </a:r>
            <a:endParaRPr lang="en-US" sz="825" dirty="0"/>
          </a:p>
        </p:txBody>
      </p:sp>
      <p:pic>
        <p:nvPicPr>
          <p:cNvPr id="47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295650"/>
            <a:ext cx="8953500" cy="2581275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866775" y="3286125"/>
            <a:ext cx="8972550" cy="2600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963150" y="3352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863" dirty="0"/>
          </a:p>
        </p:txBody>
      </p:sp>
      <p:sp>
        <p:nvSpPr>
          <p:cNvPr id="50" name="Text 47"/>
          <p:cNvSpPr txBox="1"/>
          <p:nvPr/>
        </p:nvSpPr>
        <p:spPr>
          <a:xfrm>
            <a:off x="9963150" y="3524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</a:t>
            </a:r>
            <a:endParaRPr lang="en-US" sz="825" dirty="0"/>
          </a:p>
        </p:txBody>
      </p:sp>
      <p:sp>
        <p:nvSpPr>
          <p:cNvPr id="51" name="Text 48"/>
          <p:cNvSpPr txBox="1"/>
          <p:nvPr/>
        </p:nvSpPr>
        <p:spPr>
          <a:xfrm>
            <a:off x="9963150" y="4114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863" dirty="0"/>
          </a:p>
        </p:txBody>
      </p:sp>
      <p:sp>
        <p:nvSpPr>
          <p:cNvPr id="52" name="Text 49"/>
          <p:cNvSpPr txBox="1"/>
          <p:nvPr/>
        </p:nvSpPr>
        <p:spPr>
          <a:xfrm>
            <a:off x="9963150" y="4286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더할 값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9963150" y="4876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현실화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9963150" y="5048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신고하는 값</a:t>
            </a:r>
            <a:endParaRPr lang="en-US" sz="825" dirty="0"/>
          </a:p>
        </p:txBody>
      </p:sp>
      <p:sp>
        <p:nvSpPr>
          <p:cNvPr id="55" name="Text 52"/>
          <p:cNvSpPr txBox="1"/>
          <p:nvPr/>
        </p:nvSpPr>
        <p:spPr>
          <a:xfrm>
            <a:off x="876300" y="5943600"/>
            <a:ext cx="1038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61구간이 한 표에 나옵니다. 이 표를 그대로 입찰에 씁니다. 쌓인 실적으로 곡선을 다시 고르는 화면은 7장에 있습니다.</a:t>
            </a:r>
            <a:endParaRPr lang="en-US" sz="825" dirty="0"/>
          </a:p>
        </p:txBody>
      </p:sp>
      <p:sp>
        <p:nvSpPr>
          <p:cNvPr id="56" name="Shape 5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59" name="Text 5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계산이 아니라, 넉 달을 기존 방식과 나란히 돌려 확인한 결과입니다.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933700"/>
            <a:ext cx="49149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오가며 61개 값을 옮기던 일이, 날짜와 시각을 넣는 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324225"/>
            <a:ext cx="10820400" cy="942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2004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575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9090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957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05325"/>
            <a:ext cx="10820400" cy="1590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3815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38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386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5720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74345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3395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1015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89585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3400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1495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58165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2440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7434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7434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49911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49911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387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387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4864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4864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7912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더할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대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가지입니다. 실적을 쌓아 더 정확하게, 그리고 다른 발전소로.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067175" y="1847850"/>
            <a:ext cx="18002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1049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049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2" name="Text 20"/>
          <p:cNvSpPr txBox="1"/>
          <p:nvPr/>
        </p:nvSpPr>
        <p:spPr>
          <a:xfrm>
            <a:off x="11049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13~19회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22098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098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22098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20~26회</a:t>
            </a:r>
            <a:endParaRPr lang="en-US" sz="825" dirty="0"/>
          </a:p>
        </p:txBody>
      </p:sp>
      <p:sp>
        <p:nvSpPr>
          <p:cNvPr id="26" name="Shape 24"/>
          <p:cNvSpPr/>
          <p:nvPr/>
        </p:nvSpPr>
        <p:spPr>
          <a:xfrm>
            <a:off x="3314700" y="3133725"/>
            <a:ext cx="838200" cy="409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14700" y="292417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125" dirty="0"/>
          </a:p>
        </p:txBody>
      </p:sp>
      <p:sp>
        <p:nvSpPr>
          <p:cNvPr id="28" name="Text 26"/>
          <p:cNvSpPr txBox="1"/>
          <p:nvPr/>
        </p:nvSpPr>
        <p:spPr>
          <a:xfrm>
            <a:off x="33147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27~33회</a:t>
            </a:r>
            <a:endParaRPr lang="en-US" sz="825" dirty="0"/>
          </a:p>
        </p:txBody>
      </p:sp>
      <p:sp>
        <p:nvSpPr>
          <p:cNvPr id="29" name="Shape 27"/>
          <p:cNvSpPr/>
          <p:nvPr/>
        </p:nvSpPr>
        <p:spPr>
          <a:xfrm>
            <a:off x="4419600" y="3000375"/>
            <a:ext cx="838200" cy="5429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9600" y="279082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44196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34~40회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914400" y="3543300"/>
            <a:ext cx="48768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0193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— 틀리는 폭 (MW, 작을수록 좋다)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3752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늘어난 것 말고 바꾼 것은 없습니다.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39433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평균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2.26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틀렸고, 지금은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1.19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4133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앞으로도 2주마다 한 회씩 쌓입니다.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76300" y="4343400"/>
            <a:ext cx="49149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조금 올라간 것은 겨울 시험이 적게 섞인 탓입니다. 있는 대로 적었습니다.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6134100" y="1781175"/>
            <a:ext cx="53721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341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64579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발전소로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10125075" y="1847850"/>
            <a:ext cx="1266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기종이 달라도 됩니다</a:t>
            </a:r>
            <a:endParaRPr lang="en-US" sz="825" dirty="0"/>
          </a:p>
        </p:txBody>
      </p:sp>
      <p:sp>
        <p:nvSpPr>
          <p:cNvPr id="43" name="Text 41"/>
          <p:cNvSpPr txBox="1"/>
          <p:nvPr/>
        </p:nvSpPr>
        <p:spPr>
          <a:xfrm>
            <a:off x="6324600" y="2019300"/>
            <a:ext cx="49911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발전소는 기종이 달라 특성 곡선이 다릅니다.</a:t>
            </a:r>
            <a:endParaRPr lang="en-US" sz="938" dirty="0"/>
          </a:p>
        </p:txBody>
      </p:sp>
      <p:sp>
        <p:nvSpPr>
          <p:cNvPr id="44" name="Shape 42"/>
          <p:cNvSpPr/>
          <p:nvPr/>
        </p:nvSpPr>
        <p:spPr>
          <a:xfrm>
            <a:off x="6324600" y="22669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96050" y="2247900"/>
            <a:ext cx="481965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가는 것은 곡선이 아니라 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163" dirty="0"/>
          </a:p>
        </p:txBody>
      </p:sp>
      <p:sp>
        <p:nvSpPr>
          <p:cNvPr id="46" name="Text 44"/>
          <p:cNvSpPr txBox="1"/>
          <p:nvPr/>
        </p:nvSpPr>
        <p:spPr>
          <a:xfrm>
            <a:off x="6324600" y="25717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6534150" y="25527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특성 곡선은 표 파일로 읽는다</a:t>
            </a:r>
            <a:endParaRPr lang="en-US" sz="1013" dirty="0"/>
          </a:p>
        </p:txBody>
      </p:sp>
      <p:sp>
        <p:nvSpPr>
          <p:cNvPr id="48" name="Text 46"/>
          <p:cNvSpPr txBox="1"/>
          <p:nvPr/>
        </p:nvSpPr>
        <p:spPr>
          <a:xfrm>
            <a:off x="6534150" y="27432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곡선을 품고 있지 않습니다. 온도 61줄 표를 읽어 씁니다. 그 발전소 표로 바꿔 넣으면 됩니다 — 제작사 계산식은 손대지 않았습니다.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6324600" y="32194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6534150" y="32004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곡선은 새로 쌓는다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6534150" y="33909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위례가 시험 40회로 만든 것처럼, 그 발전소는 그 발전소 실적으로 만듭니다.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6324600" y="38671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63" dirty="0"/>
          </a:p>
        </p:txBody>
      </p:sp>
      <p:sp>
        <p:nvSpPr>
          <p:cNvPr id="53" name="Text 51"/>
          <p:cNvSpPr txBox="1"/>
          <p:nvPr/>
        </p:nvSpPr>
        <p:spPr>
          <a:xfrm>
            <a:off x="6534150" y="38481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필요한 것은 셋</a:t>
            </a:r>
            <a:endParaRPr lang="en-US" sz="1013" dirty="0"/>
          </a:p>
        </p:txBody>
      </p:sp>
      <p:sp>
        <p:nvSpPr>
          <p:cNvPr id="54" name="Text 52"/>
          <p:cNvSpPr txBox="1"/>
          <p:nvPr/>
        </p:nvSpPr>
        <p:spPr>
          <a:xfrm>
            <a:off x="6534150" y="40386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· 그 발전소 특성 곡선표 · 그 발전소 시험 실적.</a:t>
            </a:r>
            <a:endParaRPr lang="en-US" sz="863" dirty="0"/>
          </a:p>
        </p:txBody>
      </p:sp>
      <p:sp>
        <p:nvSpPr>
          <p:cNvPr id="55" name="Shape 53"/>
          <p:cNvSpPr/>
          <p:nvPr/>
        </p:nvSpPr>
        <p:spPr>
          <a:xfrm>
            <a:off x="685800" y="475297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" y="46291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19150" y="46863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009650" y="46863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무엇을</a:t>
            </a:r>
            <a:endParaRPr lang="en-US" sz="101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763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163" dirty="0"/>
          </a:p>
        </p:txBody>
      </p:sp>
      <p:sp>
        <p:nvSpPr>
          <p:cNvPr id="61" name="Text 59"/>
          <p:cNvSpPr txBox="1"/>
          <p:nvPr/>
        </p:nvSpPr>
        <p:spPr>
          <a:xfrm>
            <a:off x="8763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넣습니다. 쌓일수록 곡선이 촘촘해집니다.</a:t>
            </a:r>
            <a:endParaRPr lang="en-US" sz="863" dirty="0"/>
          </a:p>
        </p:txBody>
      </p:sp>
      <p:sp>
        <p:nvSpPr>
          <p:cNvPr id="62" name="Shape 60"/>
          <p:cNvSpPr/>
          <p:nvPr/>
        </p:nvSpPr>
        <p:spPr>
          <a:xfrm>
            <a:off x="42291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3815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43815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163" dirty="0"/>
          </a:p>
        </p:txBody>
      </p:sp>
      <p:sp>
        <p:nvSpPr>
          <p:cNvPr id="65" name="Text 63"/>
          <p:cNvSpPr txBox="1"/>
          <p:nvPr/>
        </p:nvSpPr>
        <p:spPr>
          <a:xfrm>
            <a:off x="43815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곡선표를 그 발전소 것으로 바꿔 넣고, 그 발전소 실적으로 보정 곡선을 새로 쌓습니다.</a:t>
            </a:r>
            <a:endParaRPr lang="en-US" sz="863" dirty="0"/>
          </a:p>
        </p:txBody>
      </p:sp>
      <p:sp>
        <p:nvSpPr>
          <p:cNvPr id="66" name="Shape 64"/>
          <p:cNvSpPr/>
          <p:nvPr/>
        </p:nvSpPr>
        <p:spPr>
          <a:xfrm>
            <a:off x="77343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8867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78867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163" dirty="0"/>
          </a:p>
        </p:txBody>
      </p:sp>
      <p:sp>
        <p:nvSpPr>
          <p:cNvPr id="69" name="Text 67"/>
          <p:cNvSpPr txBox="1"/>
          <p:nvPr/>
        </p:nvSpPr>
        <p:spPr>
          <a:xfrm>
            <a:off x="78867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숫자를 내는 순서를 사업소 표준으로 정리합니다.</a:t>
            </a:r>
            <a:endParaRPr lang="en-US" sz="863" dirty="0"/>
          </a:p>
        </p:txBody>
      </p:sp>
      <p:sp>
        <p:nvSpPr>
          <p:cNvPr id="70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쓸수록 촘촘해지고,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696450" y="3181350"/>
            <a:ext cx="1695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572625" y="251460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점은 실제 시험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2026-09-18T05:05:01Z</dcterms:created>
  <dcterms:modified xsi:type="dcterms:W3CDTF">2026-09-18T05:05:01Z</dcterms:modified>
</cp:coreProperties>
</file>