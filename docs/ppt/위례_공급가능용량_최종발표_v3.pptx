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4295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1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→ 원인 → 해결 → 효과 → 확산 순서로 이어집니다.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이 과제는 그 신고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의 도움을 받아 직접 공부하고 풀어내는 성취감을 느껴 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사람이 손으로 옮겼습니다. 한 회에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 보고 싶은 분야였고, 줄일 수 있는 일도 눈에 보였습니다.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늘 하나였습니다. 그래서 신고 숫자가 실제와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591800" y="1847850"/>
            <a:ext cx="800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두 가지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합칩니다.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쌓아서 더하는 값을 온도마다 다르게 만듭니다.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하나로 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흔들리는 폭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쓰는 값입니다 (두 번 반영됩니다)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±0.08 은 그냥 흔들리는 폭이라, 그보다 작은 차이는 의미가 없습니다. 채점은 한 회를 가리고 나머지로 그 회를 맞혀 봤습니다.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하나로 대부분이 설명된다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추우면 차이가 커지고, 더우면 작아집니다. 온도만 넣어도 대부분 맞습니다.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해야 합니다. 그래서 입력도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조작(IGV turn-up)을 하지 않고 측정한 날이었습니다. 덜 올린 채로 쟀으니 낮게 나왔습니다.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빼 보니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두 가지였습니다. 각 목표를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사람이 손으로 잇는다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계산은 엑셀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곡선은 엑셀 수식으로 짜기 어렵습니다. 프로그램에서 계산해야 합니다.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둘 곳이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두고, 늘 때마다 곡선을 다시 그려야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그린다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다음 장에서 정합니다. 후보 회귀 모델 7가지를 같은 데이터로 겨루게 했습니다.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꺾이는 곳을 따라가는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시험을 더 크게 보는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숫자가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곡선 하나를 고르는 대신 가능한 곡선을 모두 놓고 그 가운데를 답으로 냅니다. 뒤에 붙은 이름은 곡선을 얼마나 부드럽게 그을지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끝내지 않습니다. 2주마다 실적을 넣고, 곡선을 다시 그리고, 모델을 다시 채점합니다.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였고, 한쪽으로 쏠리지도 않았습니다 (치우침 −0.04 MW).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305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866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다시 채점한다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채점하나 — 시험이 아직 40회뿐입니다.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채점하나 — 한 회를 가리고 나머지로 맞혀 보는 채점을 후보 7가지에 다시 돌립니다. 1등이 바뀌면 쓰는 모델을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성적이 가장 좋은 모델에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 화면에서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1등입니다. 다음 회차에 이 표를 다시 계산합니다.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기존 방식과 나란히 돌려 확인했습니다. 실적이 늘 때마다 도구가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모델이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하나뿐이라, 가리면 종전 방식이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가지를 다 이뤘습니다.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적기는 어렵지만, 일하는 방식이 이렇게 달라졌습니다.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숫자뿐 아니라 일하는 방식도 사람 손에서 도구로 넘어왔습니다.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시험이 적은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생깁니다.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도구는 곡선을 표 파일(온도 61줄)로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실적이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느껴 보고 싶었습니다. 그 마음으로 끝까지 왔습니다.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의 도움을 받아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962275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3228975"/>
            <a:ext cx="85725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124325"/>
            <a:ext cx="3810000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0"/>
              </a:lnSpc>
              <a:buNone/>
            </a:pPr>
            <a:r>
              <a:rPr lang="en-US" sz="2325" b="1" spc="20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2325" dirty="0"/>
          </a:p>
        </p:txBody>
      </p:sp>
      <p:sp>
        <p:nvSpPr>
          <p:cNvPr id="8" name="Shape 6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2026-09-21T13:16:40Z</dcterms:created>
  <dcterms:modified xsi:type="dcterms:W3CDTF">2026-09-21T13:16:40Z</dcterms:modified>
</cp:coreProperties>
</file>