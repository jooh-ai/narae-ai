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모델이 하는 일</a:t>
            </a:r>
            <a:endParaRPr lang="en-US" sz="24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 점들을 지나는 곡선을 찾는 일입니다. 그 곡선을 어떻게 긋느냐가 방법의 차이입니다.</a:t>
            </a:r>
            <a:endParaRPr lang="en-US" sz="1275" dirty="0"/>
          </a:p>
        </p:txBody>
      </p:sp>
      <p:sp>
        <p:nvSpPr>
          <p:cNvPr id="7" name="Shape 5"/>
          <p:cNvSpPr/>
          <p:nvPr/>
        </p:nvSpPr>
        <p:spPr>
          <a:xfrm>
            <a:off x="685800" y="1724025"/>
            <a:ext cx="108204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00200"/>
            <a:ext cx="21145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0" name="Text 8"/>
          <p:cNvSpPr txBox="1"/>
          <p:nvPr/>
        </p:nvSpPr>
        <p:spPr>
          <a:xfrm>
            <a:off x="1009650" y="1657350"/>
            <a:ext cx="16764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(가우시안 프로세스)</a:t>
            </a:r>
            <a:endParaRPr lang="en-US" sz="1013" dirty="0"/>
          </a:p>
        </p:txBody>
      </p:sp>
      <p:sp>
        <p:nvSpPr>
          <p:cNvPr id="11" name="Text 9"/>
          <p:cNvSpPr txBox="1"/>
          <p:nvPr/>
        </p:nvSpPr>
        <p:spPr>
          <a:xfrm>
            <a:off x="9048750" y="1790700"/>
            <a:ext cx="2343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쓰는 방법 · 점 40개는 실제 시험</a:t>
            </a:r>
            <a:endParaRPr lang="en-US" sz="825" dirty="0"/>
          </a:p>
        </p:txBody>
      </p:sp>
      <p:sp>
        <p:nvSpPr>
          <p:cNvPr id="12" name="Shape 10"/>
          <p:cNvSpPr/>
          <p:nvPr/>
        </p:nvSpPr>
        <p:spPr>
          <a:xfrm>
            <a:off x="1123950" y="1962150"/>
            <a:ext cx="4705350" cy="15430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19200" y="3004887"/>
            <a:ext cx="45148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29641" y="2655019"/>
            <a:ext cx="102610" cy="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732251" y="2655019"/>
            <a:ext cx="102610" cy="238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834861" y="2657405"/>
            <a:ext cx="102610" cy="2835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37472" y="2685759"/>
            <a:ext cx="102610" cy="3228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040082" y="2718044"/>
            <a:ext cx="102610" cy="3123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142692" y="2749276"/>
            <a:ext cx="102610" cy="2589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245302" y="2775174"/>
            <a:ext cx="102610" cy="1775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347913" y="2792931"/>
            <a:ext cx="102610" cy="821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2450523" y="2799738"/>
            <a:ext cx="102610" cy="140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2553133" y="2790053"/>
            <a:ext cx="102610" cy="968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2655743" y="2774332"/>
            <a:ext cx="102610" cy="1572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 flipV="1">
            <a:off x="2758353" y="2756014"/>
            <a:ext cx="102610" cy="1831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2860964" y="2739240"/>
            <a:ext cx="102610" cy="167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2963574" y="2728151"/>
            <a:ext cx="102610" cy="1108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066184" y="2726817"/>
            <a:ext cx="102610" cy="133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168794" y="2726817"/>
            <a:ext cx="102610" cy="1144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3271405" y="2738257"/>
            <a:ext cx="102610" cy="2589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3374015" y="2764155"/>
            <a:ext cx="102610" cy="4035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476625" y="2804511"/>
            <a:ext cx="102610" cy="5341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579235" y="2857921"/>
            <a:ext cx="102610" cy="6379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681845" y="2921719"/>
            <a:ext cx="102610" cy="7039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3784456" y="2992113"/>
            <a:ext cx="102610" cy="7306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887066" y="3065175"/>
            <a:ext cx="102610" cy="7137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989676" y="3136552"/>
            <a:ext cx="102610" cy="6541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092286" y="3201964"/>
            <a:ext cx="102610" cy="5565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194897" y="3257620"/>
            <a:ext cx="102610" cy="4267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297507" y="3300292"/>
            <a:ext cx="102610" cy="2723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400117" y="3327524"/>
            <a:ext cx="102610" cy="105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4502727" y="3331945"/>
            <a:ext cx="102610" cy="610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4605338" y="3310820"/>
            <a:ext cx="102610" cy="2112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 flipV="1">
            <a:off x="4707948" y="3277482"/>
            <a:ext cx="102610" cy="3333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 flipV="1">
            <a:off x="4810558" y="3235582"/>
            <a:ext cx="102610" cy="4190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 flipV="1">
            <a:off x="4913168" y="3189261"/>
            <a:ext cx="102610" cy="4632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 flipV="1">
            <a:off x="5015778" y="3142799"/>
            <a:ext cx="102610" cy="4646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118389" y="3100127"/>
            <a:ext cx="102610" cy="4267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220999" y="3064754"/>
            <a:ext cx="102610" cy="3537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323609" y="3039979"/>
            <a:ext cx="102610" cy="2477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5426219" y="3028890"/>
            <a:ext cx="102610" cy="1108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5528830" y="3028890"/>
            <a:ext cx="102610" cy="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5631440" y="3028890"/>
            <a:ext cx="102610" cy="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1629641" y="2304729"/>
            <a:ext cx="102610" cy="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1732251" y="2304729"/>
            <a:ext cx="102610" cy="526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834861" y="2309993"/>
            <a:ext cx="102610" cy="5032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937472" y="2360315"/>
            <a:ext cx="102610" cy="4484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2040082" y="2405163"/>
            <a:ext cx="102610" cy="3775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2142692" y="2442922"/>
            <a:ext cx="102610" cy="2947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2245302" y="2472399"/>
            <a:ext cx="102610" cy="1986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2347913" y="2492261"/>
            <a:ext cx="102610" cy="982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 flipV="1">
            <a:off x="2450523" y="2502017"/>
            <a:ext cx="102610" cy="7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 flipV="1">
            <a:off x="2553133" y="2493595"/>
            <a:ext cx="102610" cy="842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 flipV="1">
            <a:off x="2655743" y="2479347"/>
            <a:ext cx="102610" cy="1424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 flipV="1">
            <a:off x="2758353" y="2462433"/>
            <a:ext cx="102610" cy="1691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 flipV="1">
            <a:off x="2860964" y="2446571"/>
            <a:ext cx="102610" cy="1586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 flipV="1">
            <a:off x="2963574" y="2435412"/>
            <a:ext cx="102610" cy="1115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 flipV="1">
            <a:off x="3066184" y="2432254"/>
            <a:ext cx="102610" cy="315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3168794" y="2432254"/>
            <a:ext cx="102610" cy="786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3271405" y="2440115"/>
            <a:ext cx="102610" cy="2091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3374015" y="2461029"/>
            <a:ext cx="102610" cy="3509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3476625" y="2496122"/>
            <a:ext cx="102610" cy="4905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3579235" y="2545180"/>
            <a:ext cx="102610" cy="6148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3681845" y="2606662"/>
            <a:ext cx="102610" cy="707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3784456" y="2677407"/>
            <a:ext cx="102610" cy="7565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76" name="Shape 74"/>
          <p:cNvSpPr/>
          <p:nvPr/>
        </p:nvSpPr>
        <p:spPr>
          <a:xfrm>
            <a:off x="3887066" y="2753066"/>
            <a:ext cx="102610" cy="7551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3989676" y="2828584"/>
            <a:ext cx="102610" cy="699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4092286" y="2898558"/>
            <a:ext cx="102610" cy="5965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4194897" y="2958214"/>
            <a:ext cx="102610" cy="4562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4297507" y="3003834"/>
            <a:ext cx="102610" cy="2919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81" name="Shape 79"/>
          <p:cNvSpPr/>
          <p:nvPr/>
        </p:nvSpPr>
        <p:spPr>
          <a:xfrm>
            <a:off x="4400117" y="3033031"/>
            <a:ext cx="102610" cy="1207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82" name="Shape 80"/>
          <p:cNvSpPr/>
          <p:nvPr/>
        </p:nvSpPr>
        <p:spPr>
          <a:xfrm flipV="1">
            <a:off x="4502727" y="3040470"/>
            <a:ext cx="102610" cy="463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83" name="Shape 81"/>
          <p:cNvSpPr/>
          <p:nvPr/>
        </p:nvSpPr>
        <p:spPr>
          <a:xfrm flipV="1">
            <a:off x="4605338" y="3020889"/>
            <a:ext cx="102610" cy="1958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 flipV="1">
            <a:off x="4707948" y="2988885"/>
            <a:ext cx="102610" cy="3200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85" name="Shape 83"/>
          <p:cNvSpPr/>
          <p:nvPr/>
        </p:nvSpPr>
        <p:spPr>
          <a:xfrm flipV="1">
            <a:off x="4810558" y="2947827"/>
            <a:ext cx="102610" cy="4105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86" name="Shape 84"/>
          <p:cNvSpPr/>
          <p:nvPr/>
        </p:nvSpPr>
        <p:spPr>
          <a:xfrm flipV="1">
            <a:off x="4913168" y="2901014"/>
            <a:ext cx="102610" cy="4681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87" name="Shape 85"/>
          <p:cNvSpPr/>
          <p:nvPr/>
        </p:nvSpPr>
        <p:spPr>
          <a:xfrm flipV="1">
            <a:off x="5015778" y="2852166"/>
            <a:ext cx="102610" cy="4884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88" name="Shape 86"/>
          <p:cNvSpPr/>
          <p:nvPr/>
        </p:nvSpPr>
        <p:spPr>
          <a:xfrm flipV="1">
            <a:off x="5118389" y="2804300"/>
            <a:ext cx="102610" cy="4786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89" name="Shape 87"/>
          <p:cNvSpPr/>
          <p:nvPr/>
        </p:nvSpPr>
        <p:spPr>
          <a:xfrm flipV="1">
            <a:off x="5220999" y="2759453"/>
            <a:ext cx="102610" cy="4484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0" name="Shape 88"/>
          <p:cNvSpPr/>
          <p:nvPr/>
        </p:nvSpPr>
        <p:spPr>
          <a:xfrm flipV="1">
            <a:off x="5323609" y="2718535"/>
            <a:ext cx="102610" cy="4091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V="1">
            <a:off x="5426219" y="2684777"/>
            <a:ext cx="102610" cy="3375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>
            <a:off x="5528830" y="2684777"/>
            <a:ext cx="102610" cy="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>
            <a:off x="5631440" y="2684777"/>
            <a:ext cx="102610" cy="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>
            <a:off x="5309105" y="2832735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5" name="Shape 93"/>
          <p:cNvSpPr/>
          <p:nvPr/>
        </p:nvSpPr>
        <p:spPr>
          <a:xfrm>
            <a:off x="4970491" y="2831963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6" name="Shape 94"/>
          <p:cNvSpPr/>
          <p:nvPr/>
        </p:nvSpPr>
        <p:spPr>
          <a:xfrm>
            <a:off x="5155190" y="2928256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7" name="Shape 95"/>
          <p:cNvSpPr/>
          <p:nvPr/>
        </p:nvSpPr>
        <p:spPr>
          <a:xfrm>
            <a:off x="4970491" y="2882496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8" name="Shape 96"/>
          <p:cNvSpPr/>
          <p:nvPr/>
        </p:nvSpPr>
        <p:spPr>
          <a:xfrm>
            <a:off x="5052580" y="2932537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9" name="Shape 97"/>
          <p:cNvSpPr/>
          <p:nvPr/>
        </p:nvSpPr>
        <p:spPr>
          <a:xfrm>
            <a:off x="4960230" y="3158460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0" name="Shape 98"/>
          <p:cNvSpPr/>
          <p:nvPr/>
        </p:nvSpPr>
        <p:spPr>
          <a:xfrm>
            <a:off x="5073102" y="3143441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1" name="Shape 99"/>
          <p:cNvSpPr/>
          <p:nvPr/>
        </p:nvSpPr>
        <p:spPr>
          <a:xfrm>
            <a:off x="4703705" y="3092768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755010" y="3222187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416396" y="3167654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200915" y="3210607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180393" y="3128140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790474" y="2796309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092724" y="2558245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908026" y="2640851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082463" y="2464198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969592" y="2525398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938809" y="2494166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518107" y="2542243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799835" y="2363694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005056" y="2579159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456091" y="2104784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6" name="Shape 114"/>
          <p:cNvSpPr/>
          <p:nvPr/>
        </p:nvSpPr>
        <p:spPr>
          <a:xfrm>
            <a:off x="1409916" y="2071587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323148" y="2630815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425758" y="2660573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220537" y="2598741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154290" y="2587932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54110" y="2619094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579673" y="2723458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08206" y="2603513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18467" y="2579861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241959" y="3029251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211176" y="3020758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929447" y="3023636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49789" y="3320866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857620" y="3041393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493804" y="2880180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03705" y="3013740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970491" y="3087714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775532" y="3218467"/>
            <a:ext cx="49530" cy="4953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219200" y="2388669"/>
            <a:ext cx="10261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1321810" y="2388669"/>
            <a:ext cx="10261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424420" y="2388669"/>
            <a:ext cx="10261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1527031" y="2388669"/>
            <a:ext cx="102610" cy="9116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1629641" y="2479839"/>
            <a:ext cx="10261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1732251" y="2479839"/>
            <a:ext cx="102610" cy="3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834861" y="2483699"/>
            <a:ext cx="102610" cy="3937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937472" y="2523072"/>
            <a:ext cx="102610" cy="3853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040082" y="2561603"/>
            <a:ext cx="102610" cy="34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142692" y="2596064"/>
            <a:ext cx="102610" cy="2772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245302" y="2623787"/>
            <a:ext cx="102610" cy="188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347913" y="2642596"/>
            <a:ext cx="102610" cy="898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2450523" y="2650878"/>
            <a:ext cx="102610" cy="7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2553133" y="2641824"/>
            <a:ext cx="102610" cy="905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2655743" y="2626805"/>
            <a:ext cx="102610" cy="1501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2758353" y="2609258"/>
            <a:ext cx="102610" cy="1754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2860964" y="2592906"/>
            <a:ext cx="102610" cy="1635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2963574" y="2581746"/>
            <a:ext cx="102610" cy="111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3066184" y="2579571"/>
            <a:ext cx="102610" cy="217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168794" y="2579571"/>
            <a:ext cx="102610" cy="961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271405" y="2589186"/>
            <a:ext cx="102610" cy="2337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374015" y="2612557"/>
            <a:ext cx="102610" cy="377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3476625" y="2650316"/>
            <a:ext cx="102610" cy="5123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3579235" y="2701551"/>
            <a:ext cx="102610" cy="626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3681845" y="2764155"/>
            <a:ext cx="102610" cy="706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3784456" y="2834760"/>
            <a:ext cx="102610" cy="7439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3887066" y="2909156"/>
            <a:ext cx="102610" cy="7341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3989676" y="2982568"/>
            <a:ext cx="102610" cy="676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4092286" y="3050226"/>
            <a:ext cx="102610" cy="5769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4194897" y="3107917"/>
            <a:ext cx="102610" cy="4414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4297507" y="3152063"/>
            <a:ext cx="102610" cy="2821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4400117" y="3180277"/>
            <a:ext cx="102610" cy="113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 flipV="1">
            <a:off x="4502727" y="3186173"/>
            <a:ext cx="102610" cy="54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 flipV="1">
            <a:off x="4605338" y="3165819"/>
            <a:ext cx="102610" cy="2035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4707948" y="3133184"/>
            <a:ext cx="102610" cy="32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4810558" y="3091705"/>
            <a:ext cx="102610" cy="4147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4913168" y="3045173"/>
            <a:ext cx="102610" cy="4653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5015778" y="2997517"/>
            <a:ext cx="102610" cy="4765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5118389" y="2952179"/>
            <a:ext cx="102610" cy="453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5220999" y="2912103"/>
            <a:ext cx="102610" cy="4007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5323609" y="2879257"/>
            <a:ext cx="102610" cy="3284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5426219" y="2856868"/>
            <a:ext cx="102610" cy="2238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528830" y="2856868"/>
            <a:ext cx="10261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5631440" y="2856868"/>
            <a:ext cx="10261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439141" y="3390900"/>
            <a:ext cx="3810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179" name="Text 177"/>
          <p:cNvSpPr txBox="1"/>
          <p:nvPr/>
        </p:nvSpPr>
        <p:spPr>
          <a:xfrm>
            <a:off x="3491345" y="3390900"/>
            <a:ext cx="3810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20℃</a:t>
            </a:r>
            <a:endParaRPr lang="en-US" sz="713" dirty="0"/>
          </a:p>
        </p:txBody>
      </p:sp>
      <p:sp>
        <p:nvSpPr>
          <p:cNvPr id="180" name="Text 178"/>
          <p:cNvSpPr txBox="1"/>
          <p:nvPr/>
        </p:nvSpPr>
        <p:spPr>
          <a:xfrm>
            <a:off x="5543550" y="3390900"/>
            <a:ext cx="3810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181" name="Text 179"/>
          <p:cNvSpPr txBox="1"/>
          <p:nvPr/>
        </p:nvSpPr>
        <p:spPr>
          <a:xfrm>
            <a:off x="876300" y="2947737"/>
            <a:ext cx="2286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182" name="Text 180"/>
          <p:cNvSpPr txBox="1"/>
          <p:nvPr/>
        </p:nvSpPr>
        <p:spPr>
          <a:xfrm>
            <a:off x="876300" y="2596816"/>
            <a:ext cx="2286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713" dirty="0"/>
          </a:p>
        </p:txBody>
      </p:sp>
      <p:sp>
        <p:nvSpPr>
          <p:cNvPr id="183" name="Text 181"/>
          <p:cNvSpPr txBox="1"/>
          <p:nvPr/>
        </p:nvSpPr>
        <p:spPr>
          <a:xfrm>
            <a:off x="1123950" y="3562350"/>
            <a:ext cx="47053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더하는 값 MW · 빨간 선이 도구가 쓰는 곡선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6172200" y="1981200"/>
            <a:ext cx="38100" cy="3810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85" name="Text 183"/>
          <p:cNvSpPr txBox="1"/>
          <p:nvPr/>
        </p:nvSpPr>
        <p:spPr>
          <a:xfrm>
            <a:off x="6343650" y="1962150"/>
            <a:ext cx="49149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하나만 고르지 않습니다</a:t>
            </a:r>
            <a:endParaRPr lang="en-US" sz="1050" dirty="0"/>
          </a:p>
        </p:txBody>
      </p:sp>
      <p:sp>
        <p:nvSpPr>
          <p:cNvPr id="186" name="Text 184"/>
          <p:cNvSpPr txBox="1"/>
          <p:nvPr/>
        </p:nvSpPr>
        <p:spPr>
          <a:xfrm>
            <a:off x="6343650" y="2152650"/>
            <a:ext cx="4914900" cy="29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점들을 지날 수 있는 곡선을 모두 놓고, 그 한가운데를 답으로 냅니다.</a:t>
            </a:r>
            <a:endParaRPr lang="en-US" sz="825" dirty="0"/>
          </a:p>
        </p:txBody>
      </p:sp>
      <p:sp>
        <p:nvSpPr>
          <p:cNvPr id="187" name="Shape 185"/>
          <p:cNvSpPr/>
          <p:nvPr/>
        </p:nvSpPr>
        <p:spPr>
          <a:xfrm>
            <a:off x="6172200" y="2533650"/>
            <a:ext cx="38100" cy="3810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6343650" y="2514600"/>
            <a:ext cx="49149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범위가 같이 나옵니다</a:t>
            </a:r>
            <a:endParaRPr lang="en-US" sz="1050" dirty="0"/>
          </a:p>
        </p:txBody>
      </p:sp>
      <p:sp>
        <p:nvSpPr>
          <p:cNvPr id="189" name="Text 187"/>
          <p:cNvSpPr txBox="1"/>
          <p:nvPr/>
        </p:nvSpPr>
        <p:spPr>
          <a:xfrm>
            <a:off x="6343650" y="2705100"/>
            <a:ext cx="4914900" cy="29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연한 점선 두 줄이 90% 범위입니다. 값 하나만 내놓는 방법에는 없는 것입니다.</a:t>
            </a:r>
            <a:endParaRPr lang="en-US" sz="825" dirty="0"/>
          </a:p>
        </p:txBody>
      </p:sp>
      <p:sp>
        <p:nvSpPr>
          <p:cNvPr id="190" name="Shape 188"/>
          <p:cNvSpPr/>
          <p:nvPr/>
        </p:nvSpPr>
        <p:spPr>
          <a:xfrm>
            <a:off x="6172200" y="3086100"/>
            <a:ext cx="38100" cy="3810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91" name="Text 189"/>
          <p:cNvSpPr txBox="1"/>
          <p:nvPr/>
        </p:nvSpPr>
        <p:spPr>
          <a:xfrm>
            <a:off x="6343650" y="3067050"/>
            <a:ext cx="49149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곡선의 성격입니다</a:t>
            </a:r>
            <a:endParaRPr lang="en-US" sz="1050" dirty="0"/>
          </a:p>
        </p:txBody>
      </p:sp>
      <p:sp>
        <p:nvSpPr>
          <p:cNvPr id="192" name="Text 190"/>
          <p:cNvSpPr txBox="1"/>
          <p:nvPr/>
        </p:nvSpPr>
        <p:spPr>
          <a:xfrm>
            <a:off x="6343650" y="3257550"/>
            <a:ext cx="4914900" cy="29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부드럽게 그을지 정하는 설정입니다. 아래 셋이 그 차이입니다.</a:t>
            </a:r>
            <a:endParaRPr lang="en-US" sz="825" dirty="0"/>
          </a:p>
        </p:txBody>
      </p:sp>
      <p:sp>
        <p:nvSpPr>
          <p:cNvPr id="193" name="Shape 191"/>
          <p:cNvSpPr/>
          <p:nvPr/>
        </p:nvSpPr>
        <p:spPr>
          <a:xfrm>
            <a:off x="685800" y="3914775"/>
            <a:ext cx="10820400" cy="2181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85800" y="3790950"/>
            <a:ext cx="36861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819150" y="38481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96" name="Text 194"/>
          <p:cNvSpPr txBox="1"/>
          <p:nvPr/>
        </p:nvSpPr>
        <p:spPr>
          <a:xfrm>
            <a:off x="1009650" y="3848100"/>
            <a:ext cx="32480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긋는 방법 셋 · 곡선의 성격이 이렇게 다릅니다</a:t>
            </a:r>
            <a:endParaRPr lang="en-US" sz="1013" dirty="0"/>
          </a:p>
        </p:txBody>
      </p:sp>
      <p:sp>
        <p:nvSpPr>
          <p:cNvPr id="197" name="Text 195"/>
          <p:cNvSpPr txBox="1"/>
          <p:nvPr/>
        </p:nvSpPr>
        <p:spPr>
          <a:xfrm>
            <a:off x="8486775" y="398145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40회 · 차이가 가장 큰 20~40℃ 를 확대</a:t>
            </a:r>
            <a:endParaRPr lang="en-US" sz="825" dirty="0"/>
          </a:p>
        </p:txBody>
      </p:sp>
      <p:sp>
        <p:nvSpPr>
          <p:cNvPr id="198" name="Text 196"/>
          <p:cNvSpPr txBox="1"/>
          <p:nvPr/>
        </p:nvSpPr>
        <p:spPr>
          <a:xfrm>
            <a:off x="876300" y="41529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endParaRPr lang="en-US" sz="1050" dirty="0"/>
          </a:p>
        </p:txBody>
      </p:sp>
      <p:sp>
        <p:nvSpPr>
          <p:cNvPr id="199" name="Text 197"/>
          <p:cNvSpPr txBox="1"/>
          <p:nvPr/>
        </p:nvSpPr>
        <p:spPr>
          <a:xfrm>
            <a:off x="3295650" y="4181475"/>
            <a:ext cx="8953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쓰는 것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876300" y="4362450"/>
            <a:ext cx="3314700" cy="9144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971550" y="4772633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3469386" y="4598021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03" name="Shape 201"/>
          <p:cNvSpPr/>
          <p:nvPr/>
        </p:nvSpPr>
        <p:spPr>
          <a:xfrm>
            <a:off x="2953893" y="4597197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04" name="Shape 202"/>
          <p:cNvSpPr/>
          <p:nvPr/>
        </p:nvSpPr>
        <p:spPr>
          <a:xfrm>
            <a:off x="3235071" y="470007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05" name="Shape 203"/>
          <p:cNvSpPr/>
          <p:nvPr/>
        </p:nvSpPr>
        <p:spPr>
          <a:xfrm>
            <a:off x="2953893" y="465118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06" name="Shape 204"/>
          <p:cNvSpPr/>
          <p:nvPr/>
        </p:nvSpPr>
        <p:spPr>
          <a:xfrm>
            <a:off x="3078861" y="4704649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07" name="Shape 205"/>
          <p:cNvSpPr/>
          <p:nvPr/>
        </p:nvSpPr>
        <p:spPr>
          <a:xfrm>
            <a:off x="2938272" y="4946022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08" name="Shape 206"/>
          <p:cNvSpPr/>
          <p:nvPr/>
        </p:nvSpPr>
        <p:spPr>
          <a:xfrm>
            <a:off x="3110103" y="4929976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09" name="Shape 207"/>
          <p:cNvSpPr/>
          <p:nvPr/>
        </p:nvSpPr>
        <p:spPr>
          <a:xfrm>
            <a:off x="2547747" y="4875837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10" name="Shape 208"/>
          <p:cNvSpPr/>
          <p:nvPr/>
        </p:nvSpPr>
        <p:spPr>
          <a:xfrm>
            <a:off x="2625852" y="5014108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11" name="Shape 209"/>
          <p:cNvSpPr/>
          <p:nvPr/>
        </p:nvSpPr>
        <p:spPr>
          <a:xfrm>
            <a:off x="2110359" y="495584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12" name="Shape 210"/>
          <p:cNvSpPr/>
          <p:nvPr/>
        </p:nvSpPr>
        <p:spPr>
          <a:xfrm>
            <a:off x="1782318" y="5001736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13" name="Shape 211"/>
          <p:cNvSpPr/>
          <p:nvPr/>
        </p:nvSpPr>
        <p:spPr>
          <a:xfrm>
            <a:off x="1751076" y="4913629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14" name="Shape 212"/>
          <p:cNvSpPr/>
          <p:nvPr/>
        </p:nvSpPr>
        <p:spPr>
          <a:xfrm>
            <a:off x="1157478" y="455910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844802" y="4807977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16" name="Shape 214"/>
          <p:cNvSpPr/>
          <p:nvPr/>
        </p:nvSpPr>
        <p:spPr>
          <a:xfrm>
            <a:off x="1797939" y="4798904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17" name="Shape 215"/>
          <p:cNvSpPr/>
          <p:nvPr/>
        </p:nvSpPr>
        <p:spPr>
          <a:xfrm>
            <a:off x="2891409" y="4801978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18" name="Shape 216"/>
          <p:cNvSpPr/>
          <p:nvPr/>
        </p:nvSpPr>
        <p:spPr>
          <a:xfrm>
            <a:off x="2313432" y="5119536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19" name="Shape 217"/>
          <p:cNvSpPr/>
          <p:nvPr/>
        </p:nvSpPr>
        <p:spPr>
          <a:xfrm>
            <a:off x="2782062" y="4820949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750564" y="4648711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21" name="Shape 219"/>
          <p:cNvSpPr/>
          <p:nvPr/>
        </p:nvSpPr>
        <p:spPr>
          <a:xfrm>
            <a:off x="2547747" y="479140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22" name="Shape 220"/>
          <p:cNvSpPr/>
          <p:nvPr/>
        </p:nvSpPr>
        <p:spPr>
          <a:xfrm>
            <a:off x="2953893" y="4870439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23" name="Shape 221"/>
          <p:cNvSpPr/>
          <p:nvPr/>
        </p:nvSpPr>
        <p:spPr>
          <a:xfrm>
            <a:off x="2657094" y="5010134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71550" y="4515438"/>
            <a:ext cx="156210" cy="7543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1127760" y="4590872"/>
            <a:ext cx="156210" cy="7948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1283970" y="4670355"/>
            <a:ext cx="156210" cy="7843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1440180" y="4748788"/>
            <a:ext cx="156210" cy="722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1596390" y="4821073"/>
            <a:ext cx="156210" cy="6163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1752600" y="4882710"/>
            <a:ext cx="156210" cy="4716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1908810" y="4929875"/>
            <a:ext cx="156210" cy="3014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065020" y="4960018"/>
            <a:ext cx="156210" cy="1207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 flipV="1">
            <a:off x="2221230" y="4966317"/>
            <a:ext cx="156210" cy="577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 flipV="1">
            <a:off x="2377440" y="4944571"/>
            <a:ext cx="156210" cy="2174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 flipV="1">
            <a:off x="2533650" y="4909704"/>
            <a:ext cx="156210" cy="3486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 flipV="1">
            <a:off x="2689860" y="4865388"/>
            <a:ext cx="156210" cy="4431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 flipV="1">
            <a:off x="2846070" y="4815674"/>
            <a:ext cx="156210" cy="4971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 flipV="1">
            <a:off x="3002280" y="4764760"/>
            <a:ext cx="156210" cy="5091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 flipV="1">
            <a:off x="3158490" y="4716320"/>
            <a:ext cx="156210" cy="4844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 flipV="1">
            <a:off x="3314700" y="4673504"/>
            <a:ext cx="156210" cy="4281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 flipV="1">
            <a:off x="3470910" y="4638412"/>
            <a:ext cx="156210" cy="3509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 flipV="1">
            <a:off x="3627120" y="4614492"/>
            <a:ext cx="156210" cy="239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3783330" y="4614492"/>
            <a:ext cx="15621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3939540" y="4614492"/>
            <a:ext cx="15621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4" name="Text 242"/>
          <p:cNvSpPr txBox="1"/>
          <p:nvPr/>
        </p:nvSpPr>
        <p:spPr>
          <a:xfrm>
            <a:off x="781050" y="5162550"/>
            <a:ext cx="3810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20℃</a:t>
            </a:r>
            <a:endParaRPr lang="en-US" sz="713" dirty="0"/>
          </a:p>
        </p:txBody>
      </p:sp>
      <p:sp>
        <p:nvSpPr>
          <p:cNvPr id="245" name="Text 243"/>
          <p:cNvSpPr txBox="1"/>
          <p:nvPr/>
        </p:nvSpPr>
        <p:spPr>
          <a:xfrm>
            <a:off x="3905250" y="5162550"/>
            <a:ext cx="3810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246" name="Text 244"/>
          <p:cNvSpPr txBox="1"/>
          <p:nvPr/>
        </p:nvSpPr>
        <p:spPr>
          <a:xfrm>
            <a:off x="876300" y="5334000"/>
            <a:ext cx="331470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온도끼리는 아주 비슷하다고 봅니다. 그래서 가장 매끄럽게 이어집니다.</a:t>
            </a:r>
            <a:endParaRPr lang="en-US" sz="788" dirty="0"/>
          </a:p>
        </p:txBody>
      </p:sp>
      <p:sp>
        <p:nvSpPr>
          <p:cNvPr id="247" name="Text 245"/>
          <p:cNvSpPr txBox="1"/>
          <p:nvPr/>
        </p:nvSpPr>
        <p:spPr>
          <a:xfrm>
            <a:off x="876300" y="5657850"/>
            <a:ext cx="495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점</a:t>
            </a:r>
            <a:endParaRPr lang="en-US" sz="750" dirty="0"/>
          </a:p>
        </p:txBody>
      </p:sp>
      <p:sp>
        <p:nvSpPr>
          <p:cNvPr id="248" name="Text 246"/>
          <p:cNvSpPr txBox="1"/>
          <p:nvPr/>
        </p:nvSpPr>
        <p:spPr>
          <a:xfrm>
            <a:off x="1409700" y="5657850"/>
            <a:ext cx="27813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없는 온도도 자연스럽게 메웁니다</a:t>
            </a:r>
            <a:endParaRPr lang="en-US" sz="788" dirty="0"/>
          </a:p>
        </p:txBody>
      </p:sp>
      <p:sp>
        <p:nvSpPr>
          <p:cNvPr id="249" name="Text 247"/>
          <p:cNvSpPr txBox="1"/>
          <p:nvPr/>
        </p:nvSpPr>
        <p:spPr>
          <a:xfrm>
            <a:off x="876300" y="5848350"/>
            <a:ext cx="495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아쉬운 점</a:t>
            </a:r>
            <a:endParaRPr lang="en-US" sz="750" dirty="0"/>
          </a:p>
        </p:txBody>
      </p:sp>
      <p:sp>
        <p:nvSpPr>
          <p:cNvPr id="250" name="Text 248"/>
          <p:cNvSpPr txBox="1"/>
          <p:nvPr/>
        </p:nvSpPr>
        <p:spPr>
          <a:xfrm>
            <a:off x="1409700" y="5848350"/>
            <a:ext cx="2781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갑작스러운 꺾임은 따라가지 못합니다</a:t>
            </a:r>
            <a:endParaRPr lang="en-US" sz="788" dirty="0"/>
          </a:p>
        </p:txBody>
      </p:sp>
      <p:sp>
        <p:nvSpPr>
          <p:cNvPr id="251" name="Shape 249"/>
          <p:cNvSpPr/>
          <p:nvPr/>
        </p:nvSpPr>
        <p:spPr>
          <a:xfrm>
            <a:off x="4267200" y="4133850"/>
            <a:ext cx="0" cy="1943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2" name="Text 250"/>
          <p:cNvSpPr txBox="1"/>
          <p:nvPr/>
        </p:nvSpPr>
        <p:spPr>
          <a:xfrm>
            <a:off x="4381500" y="41529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 (Matérn 1/2)</a:t>
            </a:r>
            <a:endParaRPr lang="en-US" sz="1050" dirty="0"/>
          </a:p>
        </p:txBody>
      </p:sp>
      <p:sp>
        <p:nvSpPr>
          <p:cNvPr id="253" name="Shape 251"/>
          <p:cNvSpPr/>
          <p:nvPr/>
        </p:nvSpPr>
        <p:spPr>
          <a:xfrm>
            <a:off x="4381500" y="4362450"/>
            <a:ext cx="3314700" cy="9144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4476750" y="4772633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6974586" y="4598021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459093" y="4597197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57" name="Shape 255"/>
          <p:cNvSpPr/>
          <p:nvPr/>
        </p:nvSpPr>
        <p:spPr>
          <a:xfrm>
            <a:off x="6740271" y="470007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58" name="Shape 256"/>
          <p:cNvSpPr/>
          <p:nvPr/>
        </p:nvSpPr>
        <p:spPr>
          <a:xfrm>
            <a:off x="6459093" y="465118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59" name="Shape 257"/>
          <p:cNvSpPr/>
          <p:nvPr/>
        </p:nvSpPr>
        <p:spPr>
          <a:xfrm>
            <a:off x="6584061" y="4704649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43472" y="4946022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61" name="Shape 259"/>
          <p:cNvSpPr/>
          <p:nvPr/>
        </p:nvSpPr>
        <p:spPr>
          <a:xfrm>
            <a:off x="6615303" y="4929976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62" name="Shape 260"/>
          <p:cNvSpPr/>
          <p:nvPr/>
        </p:nvSpPr>
        <p:spPr>
          <a:xfrm>
            <a:off x="6052947" y="4875837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131052" y="5014108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615559" y="495584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65" name="Shape 263"/>
          <p:cNvSpPr/>
          <p:nvPr/>
        </p:nvSpPr>
        <p:spPr>
          <a:xfrm>
            <a:off x="5287518" y="5001736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66" name="Shape 264"/>
          <p:cNvSpPr/>
          <p:nvPr/>
        </p:nvSpPr>
        <p:spPr>
          <a:xfrm>
            <a:off x="5256276" y="4913629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662678" y="455910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350002" y="4807977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69" name="Shape 267"/>
          <p:cNvSpPr/>
          <p:nvPr/>
        </p:nvSpPr>
        <p:spPr>
          <a:xfrm>
            <a:off x="5303139" y="4798904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396609" y="4801978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71" name="Shape 269"/>
          <p:cNvSpPr/>
          <p:nvPr/>
        </p:nvSpPr>
        <p:spPr>
          <a:xfrm>
            <a:off x="5818632" y="5119536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287262" y="4820949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73" name="Shape 271"/>
          <p:cNvSpPr/>
          <p:nvPr/>
        </p:nvSpPr>
        <p:spPr>
          <a:xfrm>
            <a:off x="7255764" y="4648711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052947" y="479140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459093" y="4870439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162294" y="5010134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76750" y="4540632"/>
            <a:ext cx="156210" cy="4904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4632960" y="4589672"/>
            <a:ext cx="156210" cy="66286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4789170" y="4655958"/>
            <a:ext cx="156210" cy="7400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4945380" y="4729967"/>
            <a:ext cx="156210" cy="7445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5101590" y="4804426"/>
            <a:ext cx="156210" cy="7543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5257800" y="4879860"/>
            <a:ext cx="156210" cy="18746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5414010" y="4898606"/>
            <a:ext cx="156210" cy="4604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570220" y="4944646"/>
            <a:ext cx="156210" cy="42666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726430" y="4987312"/>
            <a:ext cx="156210" cy="877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 flipV="1">
            <a:off x="5882640" y="4931149"/>
            <a:ext cx="156210" cy="64936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6038850" y="4931149"/>
            <a:ext cx="156210" cy="322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 flipV="1">
            <a:off x="6195060" y="4851966"/>
            <a:ext cx="156210" cy="8240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 flipV="1">
            <a:off x="6351270" y="4791679"/>
            <a:ext cx="156210" cy="6028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 flipV="1">
            <a:off x="6507480" y="4786355"/>
            <a:ext cx="156210" cy="532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 flipV="1">
            <a:off x="6663690" y="4722694"/>
            <a:ext cx="156210" cy="63661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 flipV="1">
            <a:off x="6819900" y="4673129"/>
            <a:ext cx="156210" cy="4956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 flipV="1">
            <a:off x="6976110" y="4666456"/>
            <a:ext cx="156210" cy="667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 flipV="1">
            <a:off x="7132320" y="4664881"/>
            <a:ext cx="156210" cy="1575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7288530" y="4664881"/>
            <a:ext cx="156210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7444740" y="4664881"/>
            <a:ext cx="156210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297" name="Text 295"/>
          <p:cNvSpPr txBox="1"/>
          <p:nvPr/>
        </p:nvSpPr>
        <p:spPr>
          <a:xfrm>
            <a:off x="4286250" y="5162550"/>
            <a:ext cx="3810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20℃</a:t>
            </a:r>
            <a:endParaRPr lang="en-US" sz="713" dirty="0"/>
          </a:p>
        </p:txBody>
      </p:sp>
      <p:sp>
        <p:nvSpPr>
          <p:cNvPr id="298" name="Text 296"/>
          <p:cNvSpPr txBox="1"/>
          <p:nvPr/>
        </p:nvSpPr>
        <p:spPr>
          <a:xfrm>
            <a:off x="7410450" y="5162550"/>
            <a:ext cx="3810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299" name="Text 297"/>
          <p:cNvSpPr txBox="1"/>
          <p:nvPr/>
        </p:nvSpPr>
        <p:spPr>
          <a:xfrm>
            <a:off x="4381500" y="5334000"/>
            <a:ext cx="331470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옆 점만 보고 따라갑니다. 그래서 각지고 구불거립니다.</a:t>
            </a:r>
            <a:endParaRPr lang="en-US" sz="788" dirty="0"/>
          </a:p>
        </p:txBody>
      </p:sp>
      <p:sp>
        <p:nvSpPr>
          <p:cNvPr id="300" name="Text 298"/>
          <p:cNvSpPr txBox="1"/>
          <p:nvPr/>
        </p:nvSpPr>
        <p:spPr>
          <a:xfrm>
            <a:off x="4381500" y="5657850"/>
            <a:ext cx="495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점</a:t>
            </a:r>
            <a:endParaRPr lang="en-US" sz="750" dirty="0"/>
          </a:p>
        </p:txBody>
      </p:sp>
      <p:sp>
        <p:nvSpPr>
          <p:cNvPr id="301" name="Text 299"/>
          <p:cNvSpPr txBox="1"/>
          <p:nvPr/>
        </p:nvSpPr>
        <p:spPr>
          <a:xfrm>
            <a:off x="4914900" y="5657850"/>
            <a:ext cx="27813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급한 변화도 놓치지 않습니다</a:t>
            </a:r>
            <a:endParaRPr lang="en-US" sz="788" dirty="0"/>
          </a:p>
        </p:txBody>
      </p:sp>
      <p:sp>
        <p:nvSpPr>
          <p:cNvPr id="302" name="Text 300"/>
          <p:cNvSpPr txBox="1"/>
          <p:nvPr/>
        </p:nvSpPr>
        <p:spPr>
          <a:xfrm>
            <a:off x="4381500" y="5848350"/>
            <a:ext cx="495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아쉬운 점</a:t>
            </a:r>
            <a:endParaRPr lang="en-US" sz="750" dirty="0"/>
          </a:p>
        </p:txBody>
      </p:sp>
      <p:sp>
        <p:nvSpPr>
          <p:cNvPr id="303" name="Text 301"/>
          <p:cNvSpPr txBox="1"/>
          <p:nvPr/>
        </p:nvSpPr>
        <p:spPr>
          <a:xfrm>
            <a:off x="4914900" y="5848350"/>
            <a:ext cx="2781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잡음까지 따라가 1.8배 더 구불거립니다</a:t>
            </a:r>
            <a:endParaRPr lang="en-US" sz="788" dirty="0"/>
          </a:p>
        </p:txBody>
      </p:sp>
      <p:sp>
        <p:nvSpPr>
          <p:cNvPr id="304" name="Shape 302"/>
          <p:cNvSpPr/>
          <p:nvPr/>
        </p:nvSpPr>
        <p:spPr>
          <a:xfrm>
            <a:off x="7772400" y="4133850"/>
            <a:ext cx="0" cy="1943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5" name="Text 303"/>
          <p:cNvSpPr txBox="1"/>
          <p:nvPr/>
        </p:nvSpPr>
        <p:spPr>
          <a:xfrm>
            <a:off x="7886700" y="41529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1050" dirty="0"/>
          </a:p>
        </p:txBody>
      </p:sp>
      <p:sp>
        <p:nvSpPr>
          <p:cNvPr id="306" name="Text 304"/>
          <p:cNvSpPr txBox="1"/>
          <p:nvPr/>
        </p:nvSpPr>
        <p:spPr>
          <a:xfrm>
            <a:off x="10306050" y="4181475"/>
            <a:ext cx="8953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가 아닌 것</a:t>
            </a:r>
            <a:endParaRPr lang="en-US" sz="750" dirty="0"/>
          </a:p>
        </p:txBody>
      </p:sp>
      <p:sp>
        <p:nvSpPr>
          <p:cNvPr id="307" name="Shape 305"/>
          <p:cNvSpPr/>
          <p:nvPr/>
        </p:nvSpPr>
        <p:spPr>
          <a:xfrm>
            <a:off x="7886700" y="4362450"/>
            <a:ext cx="3314700" cy="9144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7981950" y="4772633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10479786" y="4598021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10" name="Shape 308"/>
          <p:cNvSpPr/>
          <p:nvPr/>
        </p:nvSpPr>
        <p:spPr>
          <a:xfrm>
            <a:off x="9964293" y="4597197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11" name="Shape 309"/>
          <p:cNvSpPr/>
          <p:nvPr/>
        </p:nvSpPr>
        <p:spPr>
          <a:xfrm>
            <a:off x="10245471" y="470007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12" name="Shape 310"/>
          <p:cNvSpPr/>
          <p:nvPr/>
        </p:nvSpPr>
        <p:spPr>
          <a:xfrm>
            <a:off x="9964293" y="465118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13" name="Shape 311"/>
          <p:cNvSpPr/>
          <p:nvPr/>
        </p:nvSpPr>
        <p:spPr>
          <a:xfrm>
            <a:off x="10089261" y="4704649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14" name="Shape 312"/>
          <p:cNvSpPr/>
          <p:nvPr/>
        </p:nvSpPr>
        <p:spPr>
          <a:xfrm>
            <a:off x="9948672" y="4946022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15" name="Shape 313"/>
          <p:cNvSpPr/>
          <p:nvPr/>
        </p:nvSpPr>
        <p:spPr>
          <a:xfrm>
            <a:off x="10120503" y="4929976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16" name="Shape 314"/>
          <p:cNvSpPr/>
          <p:nvPr/>
        </p:nvSpPr>
        <p:spPr>
          <a:xfrm>
            <a:off x="9558147" y="4875837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17" name="Shape 315"/>
          <p:cNvSpPr/>
          <p:nvPr/>
        </p:nvSpPr>
        <p:spPr>
          <a:xfrm>
            <a:off x="9636252" y="5014108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18" name="Shape 316"/>
          <p:cNvSpPr/>
          <p:nvPr/>
        </p:nvSpPr>
        <p:spPr>
          <a:xfrm>
            <a:off x="9120759" y="495584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19" name="Shape 317"/>
          <p:cNvSpPr/>
          <p:nvPr/>
        </p:nvSpPr>
        <p:spPr>
          <a:xfrm>
            <a:off x="8792718" y="5001736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20" name="Shape 318"/>
          <p:cNvSpPr/>
          <p:nvPr/>
        </p:nvSpPr>
        <p:spPr>
          <a:xfrm>
            <a:off x="8761476" y="4913629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21" name="Shape 319"/>
          <p:cNvSpPr/>
          <p:nvPr/>
        </p:nvSpPr>
        <p:spPr>
          <a:xfrm>
            <a:off x="8167878" y="455910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22" name="Shape 320"/>
          <p:cNvSpPr/>
          <p:nvPr/>
        </p:nvSpPr>
        <p:spPr>
          <a:xfrm>
            <a:off x="8855202" y="4807977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23" name="Shape 321"/>
          <p:cNvSpPr/>
          <p:nvPr/>
        </p:nvSpPr>
        <p:spPr>
          <a:xfrm>
            <a:off x="8808339" y="4798904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24" name="Shape 322"/>
          <p:cNvSpPr/>
          <p:nvPr/>
        </p:nvSpPr>
        <p:spPr>
          <a:xfrm>
            <a:off x="9901809" y="4801978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25" name="Shape 323"/>
          <p:cNvSpPr/>
          <p:nvPr/>
        </p:nvSpPr>
        <p:spPr>
          <a:xfrm>
            <a:off x="9323832" y="5119536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26" name="Shape 324"/>
          <p:cNvSpPr/>
          <p:nvPr/>
        </p:nvSpPr>
        <p:spPr>
          <a:xfrm>
            <a:off x="9792462" y="4820949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27" name="Shape 325"/>
          <p:cNvSpPr/>
          <p:nvPr/>
        </p:nvSpPr>
        <p:spPr>
          <a:xfrm>
            <a:off x="10760964" y="4648711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28" name="Shape 326"/>
          <p:cNvSpPr/>
          <p:nvPr/>
        </p:nvSpPr>
        <p:spPr>
          <a:xfrm>
            <a:off x="9558147" y="4791405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29" name="Shape 327"/>
          <p:cNvSpPr/>
          <p:nvPr/>
        </p:nvSpPr>
        <p:spPr>
          <a:xfrm>
            <a:off x="9964293" y="4870439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30" name="Shape 328"/>
          <p:cNvSpPr/>
          <p:nvPr/>
        </p:nvSpPr>
        <p:spPr>
          <a:xfrm>
            <a:off x="9667494" y="5010134"/>
            <a:ext cx="34290" cy="3429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331" name="Shape 329"/>
          <p:cNvSpPr/>
          <p:nvPr/>
        </p:nvSpPr>
        <p:spPr>
          <a:xfrm>
            <a:off x="7981950" y="4543707"/>
            <a:ext cx="156210" cy="10002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38160" y="4643735"/>
            <a:ext cx="156210" cy="93505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8294370" y="4737241"/>
            <a:ext cx="156210" cy="71385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8450580" y="4808625"/>
            <a:ext cx="156210" cy="47165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8606790" y="4855790"/>
            <a:ext cx="156210" cy="2804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8763000" y="4883834"/>
            <a:ext cx="156210" cy="1424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8919210" y="4898081"/>
            <a:ext cx="156210" cy="434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 flipV="1">
            <a:off x="9075420" y="4899356"/>
            <a:ext cx="156210" cy="307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 flipV="1">
            <a:off x="9231630" y="4890883"/>
            <a:ext cx="156210" cy="847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 flipV="1">
            <a:off x="9387840" y="4879035"/>
            <a:ext cx="156210" cy="1184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 flipV="1">
            <a:off x="9544050" y="4865163"/>
            <a:ext cx="156210" cy="13872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 flipV="1">
            <a:off x="9700260" y="4850316"/>
            <a:ext cx="156210" cy="1484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 flipV="1">
            <a:off x="9856470" y="4835170"/>
            <a:ext cx="156210" cy="1514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 flipV="1">
            <a:off x="10012680" y="4819798"/>
            <a:ext cx="156210" cy="15372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 flipV="1">
            <a:off x="10168890" y="4804351"/>
            <a:ext cx="156210" cy="1544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 flipV="1">
            <a:off x="10325100" y="4788605"/>
            <a:ext cx="156210" cy="1574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 flipV="1">
            <a:off x="10481310" y="4772708"/>
            <a:ext cx="156210" cy="1589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 flipV="1">
            <a:off x="10637520" y="4758461"/>
            <a:ext cx="156210" cy="1424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10793730" y="4758461"/>
            <a:ext cx="156210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10949940" y="4758461"/>
            <a:ext cx="156210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51" name="Text 349"/>
          <p:cNvSpPr txBox="1"/>
          <p:nvPr/>
        </p:nvSpPr>
        <p:spPr>
          <a:xfrm>
            <a:off x="7791450" y="5162550"/>
            <a:ext cx="3810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20℃</a:t>
            </a:r>
            <a:endParaRPr lang="en-US" sz="713" dirty="0"/>
          </a:p>
        </p:txBody>
      </p:sp>
      <p:sp>
        <p:nvSpPr>
          <p:cNvPr id="352" name="Text 350"/>
          <p:cNvSpPr txBox="1"/>
          <p:nvPr/>
        </p:nvSpPr>
        <p:spPr>
          <a:xfrm>
            <a:off x="10915650" y="5162550"/>
            <a:ext cx="3810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353" name="Text 351"/>
          <p:cNvSpPr txBox="1"/>
          <p:nvPr/>
        </p:nvSpPr>
        <p:spPr>
          <a:xfrm>
            <a:off x="7886700" y="5334000"/>
            <a:ext cx="331470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온도 가까이에 있는 시험들의 평균입니다. 가까울수록 무게를 더 줍니다.</a:t>
            </a:r>
            <a:endParaRPr lang="en-US" sz="788" dirty="0"/>
          </a:p>
        </p:txBody>
      </p:sp>
      <p:sp>
        <p:nvSpPr>
          <p:cNvPr id="354" name="Text 352"/>
          <p:cNvSpPr txBox="1"/>
          <p:nvPr/>
        </p:nvSpPr>
        <p:spPr>
          <a:xfrm>
            <a:off x="7886700" y="5657850"/>
            <a:ext cx="495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점</a:t>
            </a:r>
            <a:endParaRPr lang="en-US" sz="750" dirty="0"/>
          </a:p>
        </p:txBody>
      </p:sp>
      <p:sp>
        <p:nvSpPr>
          <p:cNvPr id="355" name="Text 353"/>
          <p:cNvSpPr txBox="1"/>
          <p:nvPr/>
        </p:nvSpPr>
        <p:spPr>
          <a:xfrm>
            <a:off x="8420100" y="5657850"/>
            <a:ext cx="27813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셈이 단순하고 뜻이 바로 보입니다</a:t>
            </a:r>
            <a:endParaRPr lang="en-US" sz="788" dirty="0"/>
          </a:p>
        </p:txBody>
      </p:sp>
      <p:sp>
        <p:nvSpPr>
          <p:cNvPr id="356" name="Text 354"/>
          <p:cNvSpPr txBox="1"/>
          <p:nvPr/>
        </p:nvSpPr>
        <p:spPr>
          <a:xfrm>
            <a:off x="7886700" y="5848350"/>
            <a:ext cx="495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아쉬운 점</a:t>
            </a:r>
            <a:endParaRPr lang="en-US" sz="750" dirty="0"/>
          </a:p>
        </p:txBody>
      </p:sp>
      <p:sp>
        <p:nvSpPr>
          <p:cNvPr id="357" name="Text 355"/>
          <p:cNvSpPr txBox="1"/>
          <p:nvPr/>
        </p:nvSpPr>
        <p:spPr>
          <a:xfrm>
            <a:off x="8420100" y="5848350"/>
            <a:ext cx="2781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범위가 나오지 않습니다 · RBF 와 최대 1.9 MW 차이</a:t>
            </a:r>
            <a:endParaRPr lang="en-US" sz="788" dirty="0"/>
          </a:p>
        </p:txBody>
      </p:sp>
      <p:sp>
        <p:nvSpPr>
          <p:cNvPr id="358" name="Shape 356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360" name="Text 358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361" name="Text 359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실적에서는 세 곡선이 크게 다르지 않았습니다. 그래서 눈이 아니라 성적으로 골랐습니다.</a:t>
            </a:r>
            <a:endParaRPr lang="en-US" sz="116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x01_model</dc:title>
  <dc:subject>PptxGenJS Presentation</dc:subject>
  <dc:creator>주현M, 정상우M</dc:creator>
  <cp:lastModifiedBy>주현M, 정상우M</cp:lastModifiedBy>
  <cp:revision>1</cp:revision>
  <dcterms:created xsi:type="dcterms:W3CDTF">2026-09-21T02:29:43Z</dcterms:created>
  <dcterms:modified xsi:type="dcterms:W3CDTF">2026-09-21T02:29:43Z</dcterms:modified>
</cp:coreProperties>
</file>