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323850"/>
            <a:ext cx="76200" cy="419100"/>
          </a:xfrm>
          <a:prstGeom prst="rect">
            <a:avLst/>
          </a:prstGeom>
          <a:solidFill>
            <a:srgbClr val="EA0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42900"/>
            <a:ext cx="66675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b="1" spc="60" kern="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· 회귀 모델</a:t>
            </a:r>
            <a:endParaRPr lang="en-US" sz="975" dirty="0"/>
          </a:p>
        </p:txBody>
      </p:sp>
      <p:sp>
        <p:nvSpPr>
          <p:cNvPr id="4" name="Text 2"/>
          <p:cNvSpPr txBox="1"/>
          <p:nvPr/>
        </p:nvSpPr>
        <p:spPr>
          <a:xfrm>
            <a:off x="7696200" y="361950"/>
            <a:ext cx="3810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50" spc="160" kern="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FRONTIER  ·  위례사업소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00100"/>
            <a:ext cx="10287000" cy="39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19"/>
              </a:lnSpc>
              <a:buNone/>
            </a:pPr>
            <a:r>
              <a:rPr lang="en-US" sz="24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가우시안 프로세스 (GP) 란</a:t>
            </a:r>
            <a:endParaRPr lang="en-US" sz="2475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276350"/>
            <a:ext cx="10287000" cy="25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곡선 하나를 고르는 대신, 가능한 곡선 전체를 다루는 회귀 방법입니다.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685800" y="1724025"/>
            <a:ext cx="10820400" cy="273367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00200"/>
            <a:ext cx="2667000" cy="247650"/>
          </a:xfrm>
          <a:prstGeom prst="rect">
            <a:avLst>
              <a:gd name="adj" fmla="val 44308"/>
            </a:avLst>
          </a:prstGeom>
          <a:solidFill>
            <a:srgbClr val="EA00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9150" y="1657350"/>
            <a:ext cx="15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8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38" dirty="0"/>
          </a:p>
        </p:txBody>
      </p:sp>
      <p:sp>
        <p:nvSpPr>
          <p:cNvPr id="10" name="Text 8"/>
          <p:cNvSpPr txBox="1"/>
          <p:nvPr/>
        </p:nvSpPr>
        <p:spPr>
          <a:xfrm>
            <a:off x="1009650" y="1657350"/>
            <a:ext cx="222885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곡선 하나가 아니라 곡선의 무리</a:t>
            </a:r>
            <a:endParaRPr lang="en-US" sz="1013" dirty="0"/>
          </a:p>
        </p:txBody>
      </p:sp>
      <p:sp>
        <p:nvSpPr>
          <p:cNvPr id="11" name="Text 9"/>
          <p:cNvSpPr txBox="1"/>
          <p:nvPr/>
        </p:nvSpPr>
        <p:spPr>
          <a:xfrm>
            <a:off x="10039350" y="1790700"/>
            <a:ext cx="135255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데이터 · 점 13개</a:t>
            </a:r>
            <a:endParaRPr lang="en-US" sz="825" dirty="0"/>
          </a:p>
        </p:txBody>
      </p:sp>
      <p:sp>
        <p:nvSpPr>
          <p:cNvPr id="12" name="Text 10"/>
          <p:cNvSpPr txBox="1"/>
          <p:nvPr/>
        </p:nvSpPr>
        <p:spPr>
          <a:xfrm>
            <a:off x="876300" y="1962150"/>
            <a:ext cx="335280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관측 전</a:t>
            </a:r>
            <a:endParaRPr lang="en-US" sz="1013" dirty="0"/>
          </a:p>
        </p:txBody>
      </p:sp>
      <p:sp>
        <p:nvSpPr>
          <p:cNvPr id="13" name="Shape 11"/>
          <p:cNvSpPr/>
          <p:nvPr/>
        </p:nvSpPr>
        <p:spPr>
          <a:xfrm>
            <a:off x="876300" y="2171700"/>
            <a:ext cx="3352800" cy="167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500" y="3009900"/>
            <a:ext cx="3200400" cy="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2500" y="2770184"/>
            <a:ext cx="32004" cy="161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4504" y="2786329"/>
            <a:ext cx="32004" cy="1763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6508" y="2803960"/>
            <a:ext cx="32004" cy="1911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8512" y="2823077"/>
            <a:ext cx="32004" cy="2048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0516" y="2843565"/>
            <a:ext cx="32004" cy="2177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2520" y="2865339"/>
            <a:ext cx="32004" cy="2271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4524" y="2888056"/>
            <a:ext cx="32004" cy="2363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6528" y="2911688"/>
            <a:ext cx="32004" cy="2394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8532" y="2935634"/>
            <a:ext cx="32004" cy="2391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40536" y="2959551"/>
            <a:ext cx="32004" cy="2346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72540" y="2983011"/>
            <a:ext cx="32004" cy="2246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04544" y="3005471"/>
            <a:ext cx="32004" cy="2088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36548" y="3026359"/>
            <a:ext cx="32004" cy="1888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68552" y="3045247"/>
            <a:ext cx="32004" cy="1643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00556" y="3061678"/>
            <a:ext cx="32004" cy="1351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32560" y="3075194"/>
            <a:ext cx="32004" cy="104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64564" y="3085595"/>
            <a:ext cx="32004" cy="69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96568" y="3092567"/>
            <a:ext cx="32004" cy="354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28572" y="3096111"/>
            <a:ext cx="32004" cy="25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1560576" y="3093482"/>
            <a:ext cx="32004" cy="28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1592580" y="3087767"/>
            <a:ext cx="32004" cy="57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1624584" y="3079794"/>
            <a:ext cx="32004" cy="79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1656588" y="3070193"/>
            <a:ext cx="32004" cy="96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1688592" y="3059649"/>
            <a:ext cx="32004" cy="1054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1720596" y="3048819"/>
            <a:ext cx="32004" cy="1083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1752600" y="3038332"/>
            <a:ext cx="32004" cy="1048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1784604" y="3029045"/>
            <a:ext cx="32004" cy="928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1816608" y="3021330"/>
            <a:ext cx="32004" cy="77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1848612" y="3015729"/>
            <a:ext cx="32004" cy="56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1880616" y="3012500"/>
            <a:ext cx="32004" cy="322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1912620" y="3011843"/>
            <a:ext cx="32004" cy="65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44624" y="3011843"/>
            <a:ext cx="32004" cy="16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76628" y="3013529"/>
            <a:ext cx="32004" cy="41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08632" y="3017644"/>
            <a:ext cx="32004" cy="602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40636" y="3023673"/>
            <a:ext cx="32004" cy="76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072640" y="3031274"/>
            <a:ext cx="32004" cy="868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04644" y="3039961"/>
            <a:ext cx="32004" cy="925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136648" y="3049219"/>
            <a:ext cx="32004" cy="943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68652" y="3058649"/>
            <a:ext cx="32004" cy="908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00656" y="3067736"/>
            <a:ext cx="32004" cy="85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32660" y="3076308"/>
            <a:ext cx="32004" cy="75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64664" y="3083824"/>
            <a:ext cx="32004" cy="662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296668" y="3090453"/>
            <a:ext cx="32004" cy="545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28672" y="3095911"/>
            <a:ext cx="32004" cy="43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60676" y="3100226"/>
            <a:ext cx="32004" cy="32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92680" y="3103512"/>
            <a:ext cx="32004" cy="20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424684" y="3105598"/>
            <a:ext cx="32004" cy="10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2456688" y="3106398"/>
            <a:ext cx="32004" cy="2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2488692" y="3105083"/>
            <a:ext cx="32004" cy="131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2520696" y="3102312"/>
            <a:ext cx="32004" cy="27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2552700" y="3097825"/>
            <a:ext cx="32004" cy="44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2584704" y="3091567"/>
            <a:ext cx="32004" cy="625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2616708" y="3082995"/>
            <a:ext cx="32004" cy="857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2648712" y="3072108"/>
            <a:ext cx="32004" cy="1088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2680716" y="3058592"/>
            <a:ext cx="32004" cy="1351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2712720" y="3042475"/>
            <a:ext cx="32004" cy="1611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2744724" y="3023816"/>
            <a:ext cx="32004" cy="1865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2776728" y="3002813"/>
            <a:ext cx="32004" cy="2100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2808732" y="2980125"/>
            <a:ext cx="32004" cy="2268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2840736" y="2956208"/>
            <a:ext cx="32004" cy="2391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2872740" y="2932033"/>
            <a:ext cx="32004" cy="2417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2904744" y="2908516"/>
            <a:ext cx="32004" cy="2351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2936748" y="2886656"/>
            <a:ext cx="32004" cy="2186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2968752" y="2867539"/>
            <a:ext cx="32004" cy="1911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3000756" y="2852109"/>
            <a:ext cx="32004" cy="1543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3032760" y="2841422"/>
            <a:ext cx="32004" cy="1068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3064764" y="2835964"/>
            <a:ext cx="32004" cy="545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096768" y="2835964"/>
            <a:ext cx="32004" cy="20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128772" y="2836164"/>
            <a:ext cx="32004" cy="605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160776" y="2842222"/>
            <a:ext cx="32004" cy="116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192780" y="2853823"/>
            <a:ext cx="32004" cy="1683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24784" y="2870654"/>
            <a:ext cx="32004" cy="2108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56788" y="2891742"/>
            <a:ext cx="32004" cy="2437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88792" y="2916117"/>
            <a:ext cx="32004" cy="2646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0796" y="2942577"/>
            <a:ext cx="32004" cy="2734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52800" y="2969924"/>
            <a:ext cx="32004" cy="2674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4804" y="2996670"/>
            <a:ext cx="32004" cy="2494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416808" y="3021616"/>
            <a:ext cx="32004" cy="2203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448812" y="3043647"/>
            <a:ext cx="32004" cy="1803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480816" y="3061678"/>
            <a:ext cx="32004" cy="133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512820" y="3075022"/>
            <a:ext cx="32004" cy="803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544824" y="3083052"/>
            <a:ext cx="32004" cy="254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3576828" y="3082623"/>
            <a:ext cx="32004" cy="29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3608832" y="3074251"/>
            <a:ext cx="32004" cy="83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3640836" y="3060735"/>
            <a:ext cx="32004" cy="1351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3672840" y="3042676"/>
            <a:ext cx="32004" cy="1805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3704844" y="3020501"/>
            <a:ext cx="32004" cy="2217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3736848" y="2994898"/>
            <a:ext cx="32004" cy="2560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3768852" y="2966580"/>
            <a:ext cx="32004" cy="2831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3800856" y="2936177"/>
            <a:ext cx="32004" cy="3040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3832860" y="2904401"/>
            <a:ext cx="32004" cy="3177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3864864" y="2872054"/>
            <a:ext cx="32004" cy="3234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3896868" y="2839679"/>
            <a:ext cx="32004" cy="3237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3928872" y="2807846"/>
            <a:ext cx="32004" cy="3183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3960876" y="2777442"/>
            <a:ext cx="32004" cy="3040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3992880" y="2748982"/>
            <a:ext cx="32004" cy="2846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4024884" y="2722950"/>
            <a:ext cx="32004" cy="2603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4056888" y="2700033"/>
            <a:ext cx="32004" cy="2291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4088892" y="2680630"/>
            <a:ext cx="32004" cy="1940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V="1">
            <a:off x="4120896" y="2665171"/>
            <a:ext cx="32004" cy="1545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952500" y="2989526"/>
            <a:ext cx="32004" cy="2608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984504" y="2958694"/>
            <a:ext cx="32004" cy="3083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V="1">
            <a:off x="1016508" y="2923518"/>
            <a:ext cx="32004" cy="3517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1048512" y="2884599"/>
            <a:ext cx="32004" cy="3891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1080516" y="2842365"/>
            <a:ext cx="32004" cy="4223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1112520" y="2797531"/>
            <a:ext cx="32004" cy="4483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1144524" y="2750696"/>
            <a:ext cx="32004" cy="4683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1176528" y="2702347"/>
            <a:ext cx="32004" cy="4834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V="1">
            <a:off x="1208532" y="2653313"/>
            <a:ext cx="32004" cy="4903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1240536" y="2604135"/>
            <a:ext cx="32004" cy="4917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flipV="1">
            <a:off x="1272540" y="2555672"/>
            <a:ext cx="32004" cy="4846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1304544" y="2508637"/>
            <a:ext cx="32004" cy="4703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flipV="1">
            <a:off x="1336548" y="2463803"/>
            <a:ext cx="32004" cy="4483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1368552" y="2421941"/>
            <a:ext cx="32004" cy="4186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flipV="1">
            <a:off x="1400556" y="2383993"/>
            <a:ext cx="32004" cy="3794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1432560" y="2350360"/>
            <a:ext cx="32004" cy="3363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V="1">
            <a:off x="1464564" y="2321957"/>
            <a:ext cx="32004" cy="2840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1496568" y="2299297"/>
            <a:ext cx="32004" cy="2266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1528572" y="2282638"/>
            <a:ext cx="32004" cy="1665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1560576" y="2272436"/>
            <a:ext cx="32004" cy="102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1592580" y="2268693"/>
            <a:ext cx="32004" cy="374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624584" y="2268693"/>
            <a:ext cx="32004" cy="282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656588" y="2271522"/>
            <a:ext cx="32004" cy="925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688592" y="2280780"/>
            <a:ext cx="32004" cy="1531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720596" y="2296096"/>
            <a:ext cx="32004" cy="2111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752600" y="2317213"/>
            <a:ext cx="32004" cy="2623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784604" y="2343445"/>
            <a:ext cx="32004" cy="3091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816608" y="2374363"/>
            <a:ext cx="32004" cy="3491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848612" y="2409282"/>
            <a:ext cx="32004" cy="3823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880616" y="2447515"/>
            <a:ext cx="32004" cy="4063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912620" y="2488149"/>
            <a:ext cx="32004" cy="4246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944624" y="2530612"/>
            <a:ext cx="32004" cy="4326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976628" y="2573874"/>
            <a:ext cx="32004" cy="4334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008632" y="2617222"/>
            <a:ext cx="32004" cy="4254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040636" y="2659771"/>
            <a:ext cx="32004" cy="4089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072640" y="2700661"/>
            <a:ext cx="32004" cy="3854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104644" y="2739209"/>
            <a:ext cx="32004" cy="3531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136648" y="2774528"/>
            <a:ext cx="32004" cy="3160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168652" y="2806132"/>
            <a:ext cx="32004" cy="2726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200656" y="2833392"/>
            <a:ext cx="32004" cy="2260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2232660" y="2855995"/>
            <a:ext cx="32004" cy="1771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264664" y="2873712"/>
            <a:ext cx="32004" cy="1274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296668" y="2886456"/>
            <a:ext cx="32004" cy="77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328672" y="2894171"/>
            <a:ext cx="32004" cy="31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V="1">
            <a:off x="2360676" y="2896057"/>
            <a:ext cx="32004" cy="12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flipV="1">
            <a:off x="2392680" y="2890885"/>
            <a:ext cx="32004" cy="51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flipV="1">
            <a:off x="2424684" y="2882255"/>
            <a:ext cx="32004" cy="863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flipV="1">
            <a:off x="2456688" y="2870740"/>
            <a:ext cx="32004" cy="1151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flipV="1">
            <a:off x="2488692" y="2856767"/>
            <a:ext cx="32004" cy="1397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flipV="1">
            <a:off x="2520696" y="2840736"/>
            <a:ext cx="32004" cy="1603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flipV="1">
            <a:off x="2552700" y="2823277"/>
            <a:ext cx="32004" cy="1745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flipV="1">
            <a:off x="2584704" y="2804646"/>
            <a:ext cx="32004" cy="1863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flipV="1">
            <a:off x="2616708" y="2785015"/>
            <a:ext cx="32004" cy="1963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flipV="1">
            <a:off x="2648712" y="2764812"/>
            <a:ext cx="32004" cy="2020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flipV="1">
            <a:off x="2680716" y="2744067"/>
            <a:ext cx="32004" cy="207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flipV="1">
            <a:off x="2712720" y="2722921"/>
            <a:ext cx="32004" cy="2114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flipV="1">
            <a:off x="2744724" y="2701547"/>
            <a:ext cx="32004" cy="2137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flipV="1">
            <a:off x="2776728" y="2679973"/>
            <a:ext cx="32004" cy="2157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flipV="1">
            <a:off x="2808732" y="2658399"/>
            <a:ext cx="32004" cy="2157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flipV="1">
            <a:off x="2840736" y="2636939"/>
            <a:ext cx="32004" cy="2146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flipV="1">
            <a:off x="2872740" y="2615422"/>
            <a:ext cx="32004" cy="2151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flipV="1">
            <a:off x="2904744" y="2594134"/>
            <a:ext cx="32004" cy="2128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flipV="1">
            <a:off x="2936748" y="2573017"/>
            <a:ext cx="32004" cy="2111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flipV="1">
            <a:off x="2968752" y="2552043"/>
            <a:ext cx="32004" cy="2097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flipV="1">
            <a:off x="3000756" y="2531183"/>
            <a:ext cx="32004" cy="2086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flipV="1">
            <a:off x="3032760" y="2510523"/>
            <a:ext cx="32004" cy="2066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flipV="1">
            <a:off x="3064764" y="2489778"/>
            <a:ext cx="32004" cy="207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flipV="1">
            <a:off x="3096768" y="2469232"/>
            <a:ext cx="32004" cy="205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flipV="1">
            <a:off x="3128772" y="2448544"/>
            <a:ext cx="32004" cy="2068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flipV="1">
            <a:off x="3160776" y="2427999"/>
            <a:ext cx="32004" cy="205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flipV="1">
            <a:off x="3192780" y="2407625"/>
            <a:ext cx="32004" cy="2037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flipV="1">
            <a:off x="3224784" y="2387594"/>
            <a:ext cx="32004" cy="2003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flipV="1">
            <a:off x="3256788" y="2368420"/>
            <a:ext cx="32004" cy="1917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flipV="1">
            <a:off x="3288792" y="2350332"/>
            <a:ext cx="32004" cy="1808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flipV="1">
            <a:off x="3320796" y="2333958"/>
            <a:ext cx="32004" cy="1637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flipV="1">
            <a:off x="3352800" y="2319699"/>
            <a:ext cx="32004" cy="1425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flipV="1">
            <a:off x="3384804" y="2308469"/>
            <a:ext cx="32004" cy="1123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flipV="1">
            <a:off x="3416808" y="2300669"/>
            <a:ext cx="32004" cy="78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flipV="1">
            <a:off x="3448812" y="2296897"/>
            <a:ext cx="32004" cy="37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3480816" y="2296897"/>
            <a:ext cx="32004" cy="5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512820" y="2297468"/>
            <a:ext cx="32004" cy="54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3544824" y="2302955"/>
            <a:ext cx="32004" cy="104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3576828" y="2313356"/>
            <a:ext cx="32004" cy="1560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3608832" y="2328958"/>
            <a:ext cx="32004" cy="205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3640836" y="2349503"/>
            <a:ext cx="32004" cy="2523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3672840" y="2374735"/>
            <a:ext cx="32004" cy="2988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3704844" y="2404624"/>
            <a:ext cx="32004" cy="3391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3736848" y="2438543"/>
            <a:ext cx="32004" cy="3769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3768852" y="2476233"/>
            <a:ext cx="32004" cy="4100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3800856" y="2517238"/>
            <a:ext cx="32004" cy="4372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832860" y="2560958"/>
            <a:ext cx="32004" cy="4609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3864864" y="2607050"/>
            <a:ext cx="32004" cy="4812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3896868" y="2655170"/>
            <a:ext cx="32004" cy="4952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928872" y="2704690"/>
            <a:ext cx="32004" cy="5054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3960876" y="2755240"/>
            <a:ext cx="32004" cy="5106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3992880" y="2806303"/>
            <a:ext cx="32004" cy="5097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4024884" y="2857281"/>
            <a:ext cx="32004" cy="5037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4056888" y="2907659"/>
            <a:ext cx="32004" cy="4897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4088892" y="2956636"/>
            <a:ext cx="32004" cy="4706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4120896" y="3003699"/>
            <a:ext cx="32004" cy="4429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 flipV="1">
            <a:off x="952500" y="2582647"/>
            <a:ext cx="32004" cy="265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984504" y="2582647"/>
            <a:ext cx="32004" cy="36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16508" y="2586333"/>
            <a:ext cx="32004" cy="95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48512" y="2595848"/>
            <a:ext cx="32004" cy="149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80516" y="2610793"/>
            <a:ext cx="32004" cy="1971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112520" y="2630510"/>
            <a:ext cx="32004" cy="2374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144524" y="2654256"/>
            <a:ext cx="32004" cy="2711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176528" y="2681373"/>
            <a:ext cx="32004" cy="2954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208532" y="2710920"/>
            <a:ext cx="32004" cy="3114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240536" y="2742067"/>
            <a:ext cx="32004" cy="3197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272540" y="2774042"/>
            <a:ext cx="32004" cy="3203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304544" y="2806075"/>
            <a:ext cx="32004" cy="3103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336548" y="2837107"/>
            <a:ext cx="32004" cy="2957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368552" y="2866682"/>
            <a:ext cx="32004" cy="2731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400556" y="2894000"/>
            <a:ext cx="32004" cy="2477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432560" y="2918774"/>
            <a:ext cx="32004" cy="2168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464564" y="2940463"/>
            <a:ext cx="32004" cy="1828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496568" y="2958751"/>
            <a:ext cx="32004" cy="1488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528572" y="2973638"/>
            <a:ext cx="32004" cy="1154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560576" y="2985183"/>
            <a:ext cx="32004" cy="825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592580" y="2993441"/>
            <a:ext cx="32004" cy="52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624584" y="2998727"/>
            <a:ext cx="32004" cy="25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656588" y="3001242"/>
            <a:ext cx="32004" cy="22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 flipV="1">
            <a:off x="1688592" y="2999813"/>
            <a:ext cx="32004" cy="165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 flipV="1">
            <a:off x="1720596" y="2996641"/>
            <a:ext cx="32004" cy="31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 flipV="1">
            <a:off x="1752600" y="2992298"/>
            <a:ext cx="32004" cy="434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 flipV="1">
            <a:off x="1784604" y="2987126"/>
            <a:ext cx="32004" cy="51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 flipV="1">
            <a:off x="1816608" y="2981382"/>
            <a:ext cx="32004" cy="574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 flipV="1">
            <a:off x="1848612" y="2975239"/>
            <a:ext cx="32004" cy="614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 flipV="1">
            <a:off x="1880616" y="2968838"/>
            <a:ext cx="32004" cy="64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 flipV="1">
            <a:off x="1912620" y="2962180"/>
            <a:ext cx="32004" cy="665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 flipV="1">
            <a:off x="1944624" y="2955407"/>
            <a:ext cx="32004" cy="67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 flipV="1">
            <a:off x="1976628" y="2948607"/>
            <a:ext cx="32004" cy="68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 flipV="1">
            <a:off x="2008632" y="2941606"/>
            <a:ext cx="32004" cy="70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 flipV="1">
            <a:off x="2040636" y="2934691"/>
            <a:ext cx="32004" cy="69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 flipV="1">
            <a:off x="2072640" y="2927775"/>
            <a:ext cx="32004" cy="69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 flipV="1">
            <a:off x="2104644" y="2921203"/>
            <a:ext cx="32004" cy="65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flipV="1">
            <a:off x="2136648" y="2914831"/>
            <a:ext cx="32004" cy="63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 flipV="1">
            <a:off x="2168652" y="2909030"/>
            <a:ext cx="32004" cy="58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 flipV="1">
            <a:off x="2200656" y="2903887"/>
            <a:ext cx="32004" cy="514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 flipV="1">
            <a:off x="2232660" y="2899572"/>
            <a:ext cx="32004" cy="43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 flipV="1">
            <a:off x="2264664" y="2896086"/>
            <a:ext cx="32004" cy="34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 flipV="1">
            <a:off x="2296668" y="2893657"/>
            <a:ext cx="32004" cy="242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 flipV="1">
            <a:off x="2328672" y="2892285"/>
            <a:ext cx="32004" cy="13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 flipV="1">
            <a:off x="2360676" y="2891800"/>
            <a:ext cx="32004" cy="4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2392680" y="2891800"/>
            <a:ext cx="32004" cy="42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2424684" y="2892228"/>
            <a:ext cx="32004" cy="11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2456688" y="2893400"/>
            <a:ext cx="32004" cy="180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2488692" y="2895200"/>
            <a:ext cx="32004" cy="21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2520696" y="2897315"/>
            <a:ext cx="32004" cy="25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2552700" y="2899829"/>
            <a:ext cx="32004" cy="25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2584704" y="2902401"/>
            <a:ext cx="32004" cy="25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2616708" y="2904973"/>
            <a:ext cx="32004" cy="254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2648712" y="2907516"/>
            <a:ext cx="32004" cy="23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2680716" y="2909888"/>
            <a:ext cx="32004" cy="225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2712720" y="2912145"/>
            <a:ext cx="32004" cy="234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2744724" y="2914488"/>
            <a:ext cx="32004" cy="23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2776728" y="2916803"/>
            <a:ext cx="32004" cy="242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2808732" y="2919232"/>
            <a:ext cx="32004" cy="27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2840736" y="2921946"/>
            <a:ext cx="32004" cy="294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2872740" y="2924889"/>
            <a:ext cx="32004" cy="354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2904744" y="2928433"/>
            <a:ext cx="32004" cy="41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2936748" y="2932605"/>
            <a:ext cx="32004" cy="49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2968752" y="2937520"/>
            <a:ext cx="32004" cy="574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3000756" y="2943263"/>
            <a:ext cx="32004" cy="66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3032760" y="2949864"/>
            <a:ext cx="32004" cy="745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3064764" y="2957322"/>
            <a:ext cx="32004" cy="82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3096768" y="2965523"/>
            <a:ext cx="32004" cy="874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3128772" y="2974267"/>
            <a:ext cx="32004" cy="905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3160776" y="2983325"/>
            <a:ext cx="32004" cy="89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3192780" y="2992241"/>
            <a:ext cx="32004" cy="83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3224784" y="3000556"/>
            <a:ext cx="32004" cy="70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3256788" y="3007557"/>
            <a:ext cx="32004" cy="51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3288792" y="3012672"/>
            <a:ext cx="32004" cy="260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 flipV="1">
            <a:off x="3320796" y="3014558"/>
            <a:ext cx="32004" cy="71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 flipV="1">
            <a:off x="3352800" y="3010071"/>
            <a:ext cx="32004" cy="44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 flipV="1">
            <a:off x="3384804" y="3001413"/>
            <a:ext cx="32004" cy="865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 flipV="1">
            <a:off x="3416808" y="2988212"/>
            <a:ext cx="32004" cy="1320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 flipV="1">
            <a:off x="3448812" y="2970467"/>
            <a:ext cx="32004" cy="177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 flipV="1">
            <a:off x="3480816" y="2948292"/>
            <a:ext cx="32004" cy="2217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 flipV="1">
            <a:off x="3512820" y="2922032"/>
            <a:ext cx="32004" cy="2626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 flipV="1">
            <a:off x="3544824" y="2892314"/>
            <a:ext cx="32004" cy="2971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 flipV="1">
            <a:off x="3576828" y="2859824"/>
            <a:ext cx="32004" cy="3249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 flipV="1">
            <a:off x="3608832" y="2825448"/>
            <a:ext cx="32004" cy="3437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 flipV="1">
            <a:off x="3640836" y="2790044"/>
            <a:ext cx="32004" cy="3540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 flipV="1">
            <a:off x="3672840" y="2754668"/>
            <a:ext cx="32004" cy="3537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 flipV="1">
            <a:off x="3704844" y="2720064"/>
            <a:ext cx="32004" cy="3460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 flipV="1">
            <a:off x="3736848" y="2687088"/>
            <a:ext cx="32004" cy="3297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 flipV="1">
            <a:off x="3768852" y="2656113"/>
            <a:ext cx="32004" cy="3097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 flipV="1">
            <a:off x="3800856" y="2627824"/>
            <a:ext cx="32004" cy="2828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 flipV="1">
            <a:off x="3832860" y="2602535"/>
            <a:ext cx="32004" cy="2528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 flipV="1">
            <a:off x="3864864" y="2580075"/>
            <a:ext cx="32004" cy="2246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 flipV="1">
            <a:off x="3896868" y="2560672"/>
            <a:ext cx="32004" cy="1940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 flipV="1">
            <a:off x="3928872" y="2544356"/>
            <a:ext cx="32004" cy="1631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 flipV="1">
            <a:off x="3960876" y="2530840"/>
            <a:ext cx="32004" cy="1351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 flipV="1">
            <a:off x="3992880" y="2520439"/>
            <a:ext cx="32004" cy="104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 flipV="1">
            <a:off x="4024884" y="2512981"/>
            <a:ext cx="32004" cy="745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 flipV="1">
            <a:off x="4056888" y="2508895"/>
            <a:ext cx="32004" cy="40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 flipV="1">
            <a:off x="4088892" y="2508409"/>
            <a:ext cx="32004" cy="4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4120896" y="2508409"/>
            <a:ext cx="32004" cy="360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 flipV="1">
            <a:off x="952500" y="3170949"/>
            <a:ext cx="32004" cy="2357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 flipV="1">
            <a:off x="984504" y="3150089"/>
            <a:ext cx="32004" cy="2086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 flipV="1">
            <a:off x="1016508" y="3132058"/>
            <a:ext cx="32004" cy="1803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 flipV="1">
            <a:off x="1048512" y="3116971"/>
            <a:ext cx="32004" cy="1508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 flipV="1">
            <a:off x="1080516" y="3104740"/>
            <a:ext cx="32004" cy="1223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 flipV="1">
            <a:off x="1112520" y="3095196"/>
            <a:ext cx="32004" cy="954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 flipV="1">
            <a:off x="1144524" y="3087910"/>
            <a:ext cx="32004" cy="728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 flipV="1">
            <a:off x="1176528" y="3082509"/>
            <a:ext cx="32004" cy="54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 flipV="1">
            <a:off x="1208532" y="3078423"/>
            <a:ext cx="32004" cy="40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 flipV="1">
            <a:off x="1240536" y="3075308"/>
            <a:ext cx="32004" cy="31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 flipV="1">
            <a:off x="1272540" y="3072622"/>
            <a:ext cx="32004" cy="26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 flipV="1">
            <a:off x="1304544" y="3069936"/>
            <a:ext cx="32004" cy="26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 flipV="1">
            <a:off x="1336548" y="3067050"/>
            <a:ext cx="32004" cy="28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 flipV="1">
            <a:off x="1368552" y="3063707"/>
            <a:ext cx="32004" cy="334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 flipV="1">
            <a:off x="1400556" y="3059906"/>
            <a:ext cx="32004" cy="380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 flipV="1">
            <a:off x="1432560" y="3055820"/>
            <a:ext cx="32004" cy="40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 flipV="1">
            <a:off x="1464564" y="3051677"/>
            <a:ext cx="32004" cy="414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 flipV="1">
            <a:off x="1496568" y="3047848"/>
            <a:ext cx="32004" cy="382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 flipV="1">
            <a:off x="1528572" y="3044904"/>
            <a:ext cx="32004" cy="294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 flipV="1">
            <a:off x="1560576" y="3043476"/>
            <a:ext cx="32004" cy="142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592580" y="3043476"/>
            <a:ext cx="32004" cy="54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1624584" y="3044019"/>
            <a:ext cx="32004" cy="314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1656588" y="3047162"/>
            <a:ext cx="32004" cy="602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1688592" y="3053191"/>
            <a:ext cx="32004" cy="923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1720596" y="3062421"/>
            <a:ext cx="32004" cy="1254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1752600" y="3074965"/>
            <a:ext cx="32004" cy="155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1784604" y="3090510"/>
            <a:ext cx="32004" cy="183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1816608" y="3108855"/>
            <a:ext cx="32004" cy="2046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1848612" y="3129315"/>
            <a:ext cx="32004" cy="2203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1880616" y="3151346"/>
            <a:ext cx="32004" cy="2257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1912620" y="3173921"/>
            <a:ext cx="32004" cy="2234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1944624" y="3196266"/>
            <a:ext cx="32004" cy="2126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1976628" y="3217526"/>
            <a:ext cx="32004" cy="1940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2008632" y="3236928"/>
            <a:ext cx="32004" cy="1677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2040636" y="3253702"/>
            <a:ext cx="32004" cy="1363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2072640" y="3267332"/>
            <a:ext cx="32004" cy="1003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2104644" y="3277362"/>
            <a:ext cx="32004" cy="63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2136648" y="3283677"/>
            <a:ext cx="32004" cy="234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 flipV="1">
            <a:off x="2168652" y="3284449"/>
            <a:ext cx="32004" cy="15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 flipV="1">
            <a:off x="2200656" y="3278905"/>
            <a:ext cx="32004" cy="554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 flipV="1">
            <a:off x="2232660" y="3269618"/>
            <a:ext cx="32004" cy="928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 flipV="1">
            <a:off x="2264664" y="3256502"/>
            <a:ext cx="32004" cy="1311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 flipV="1">
            <a:off x="2296668" y="3239757"/>
            <a:ext cx="32004" cy="167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 flipV="1">
            <a:off x="2328672" y="3219298"/>
            <a:ext cx="32004" cy="2046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 flipV="1">
            <a:off x="2360676" y="3195180"/>
            <a:ext cx="32004" cy="2411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 flipV="1">
            <a:off x="2392680" y="3167348"/>
            <a:ext cx="32004" cy="2783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 flipV="1">
            <a:off x="2424684" y="3135944"/>
            <a:ext cx="32004" cy="3140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 flipV="1">
            <a:off x="2456688" y="3100826"/>
            <a:ext cx="32004" cy="3511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 flipV="1">
            <a:off x="2488692" y="3062249"/>
            <a:ext cx="32004" cy="3857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 flipV="1">
            <a:off x="2520696" y="3020444"/>
            <a:ext cx="32004" cy="4180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 flipV="1">
            <a:off x="2552700" y="2975724"/>
            <a:ext cx="32004" cy="4472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 flipV="1">
            <a:off x="2584704" y="2928718"/>
            <a:ext cx="32004" cy="4700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 flipV="1">
            <a:off x="2616708" y="2879969"/>
            <a:ext cx="32004" cy="4874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 flipV="1">
            <a:off x="2648712" y="2830220"/>
            <a:ext cx="32004" cy="4974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 flipV="1">
            <a:off x="2680716" y="2780300"/>
            <a:ext cx="32004" cy="4992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 flipV="1">
            <a:off x="2712720" y="2731179"/>
            <a:ext cx="32004" cy="4912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 flipV="1">
            <a:off x="2744724" y="2683602"/>
            <a:ext cx="32004" cy="4757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 flipV="1">
            <a:off x="2776728" y="2638425"/>
            <a:ext cx="32004" cy="4517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 flipV="1">
            <a:off x="2808732" y="2596505"/>
            <a:ext cx="32004" cy="4192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 flipV="1">
            <a:off x="2840736" y="2558301"/>
            <a:ext cx="32004" cy="3820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 flipV="1">
            <a:off x="2872740" y="2524354"/>
            <a:ext cx="32004" cy="3394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 flipV="1">
            <a:off x="2904744" y="2495007"/>
            <a:ext cx="32004" cy="2934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 flipV="1">
            <a:off x="2936748" y="2470433"/>
            <a:ext cx="32004" cy="2457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 flipV="1">
            <a:off x="2968752" y="2450573"/>
            <a:ext cx="32004" cy="1986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 flipV="1">
            <a:off x="3000756" y="2435571"/>
            <a:ext cx="32004" cy="1500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 flipV="1">
            <a:off x="3032760" y="2425084"/>
            <a:ext cx="32004" cy="1048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 flipV="1">
            <a:off x="3064764" y="2418826"/>
            <a:ext cx="32004" cy="625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 flipV="1">
            <a:off x="3096768" y="2416883"/>
            <a:ext cx="32004" cy="194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3128772" y="2416883"/>
            <a:ext cx="32004" cy="182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3160776" y="2418712"/>
            <a:ext cx="32004" cy="554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3192780" y="2424255"/>
            <a:ext cx="32004" cy="90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3224784" y="2433257"/>
            <a:ext cx="32004" cy="1223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3256788" y="2445487"/>
            <a:ext cx="32004" cy="1528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3288792" y="2460774"/>
            <a:ext cx="32004" cy="181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3320796" y="2478919"/>
            <a:ext cx="32004" cy="2066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3352800" y="2499579"/>
            <a:ext cx="32004" cy="2297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3384804" y="2522553"/>
            <a:ext cx="32004" cy="2491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3416808" y="2547471"/>
            <a:ext cx="32004" cy="2620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3448812" y="2573674"/>
            <a:ext cx="32004" cy="2726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3480816" y="2600935"/>
            <a:ext cx="32004" cy="2734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3512820" y="2628281"/>
            <a:ext cx="32004" cy="2697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3544824" y="2655256"/>
            <a:ext cx="32004" cy="2571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3576828" y="2680973"/>
            <a:ext cx="32004" cy="2377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3608832" y="2704748"/>
            <a:ext cx="32004" cy="2123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3640836" y="2725979"/>
            <a:ext cx="32004" cy="1803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3672840" y="2744010"/>
            <a:ext cx="32004" cy="1440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3704844" y="2758411"/>
            <a:ext cx="32004" cy="1034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3736848" y="2768756"/>
            <a:ext cx="32004" cy="654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3768852" y="2775299"/>
            <a:ext cx="32004" cy="25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 flipV="1">
            <a:off x="3800856" y="2776699"/>
            <a:ext cx="32004" cy="111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 flipV="1">
            <a:off x="3832860" y="2772527"/>
            <a:ext cx="32004" cy="41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 flipV="1">
            <a:off x="3864864" y="2765898"/>
            <a:ext cx="32004" cy="662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 flipV="1">
            <a:off x="3896868" y="2757754"/>
            <a:ext cx="32004" cy="814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 flipV="1">
            <a:off x="3928872" y="2748867"/>
            <a:ext cx="32004" cy="888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 flipV="1">
            <a:off x="3960876" y="2740209"/>
            <a:ext cx="32004" cy="865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 flipV="1">
            <a:off x="3992880" y="2732780"/>
            <a:ext cx="32004" cy="743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 flipV="1">
            <a:off x="4024884" y="2727322"/>
            <a:ext cx="32004" cy="545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 flipV="1">
            <a:off x="4056888" y="2724579"/>
            <a:ext cx="32004" cy="274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4088892" y="2724579"/>
            <a:ext cx="32004" cy="71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4120896" y="2725293"/>
            <a:ext cx="32004" cy="462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952500" y="3408321"/>
            <a:ext cx="32004" cy="4814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984504" y="3456470"/>
            <a:ext cx="32004" cy="4343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1016508" y="3499904"/>
            <a:ext cx="32004" cy="3837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1048512" y="3538280"/>
            <a:ext cx="32004" cy="3274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1080516" y="3571027"/>
            <a:ext cx="32004" cy="2691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1112520" y="3597945"/>
            <a:ext cx="32004" cy="207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1144524" y="3618690"/>
            <a:ext cx="32004" cy="145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1176528" y="3633235"/>
            <a:ext cx="32004" cy="825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1208532" y="3641493"/>
            <a:ext cx="32004" cy="194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 flipV="1">
            <a:off x="1240536" y="3639407"/>
            <a:ext cx="32004" cy="402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 flipV="1">
            <a:off x="1272540" y="3629606"/>
            <a:ext cx="32004" cy="98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 flipV="1">
            <a:off x="1304544" y="3614404"/>
            <a:ext cx="32004" cy="1520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 flipV="1">
            <a:off x="1336548" y="3594430"/>
            <a:ext cx="32004" cy="1997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 flipV="1">
            <a:off x="1368552" y="3570113"/>
            <a:ext cx="32004" cy="2431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 flipV="1">
            <a:off x="1400556" y="3542109"/>
            <a:ext cx="32004" cy="2800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 flipV="1">
            <a:off x="1432560" y="3511048"/>
            <a:ext cx="32004" cy="3106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 flipV="1">
            <a:off x="1464564" y="3477616"/>
            <a:ext cx="32004" cy="3343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 flipV="1">
            <a:off x="1496568" y="3442354"/>
            <a:ext cx="32004" cy="3526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 flipV="1">
            <a:off x="1528572" y="3405864"/>
            <a:ext cx="32004" cy="3649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 flipV="1">
            <a:off x="1560576" y="3368773"/>
            <a:ext cx="32004" cy="3709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 flipV="1">
            <a:off x="1592580" y="3331483"/>
            <a:ext cx="32004" cy="3729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 flipV="1">
            <a:off x="1624584" y="3294536"/>
            <a:ext cx="32004" cy="3694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 flipV="1">
            <a:off x="1656588" y="3258102"/>
            <a:ext cx="32004" cy="3643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 flipV="1">
            <a:off x="1688592" y="3222812"/>
            <a:ext cx="32004" cy="3529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 flipV="1">
            <a:off x="1720596" y="3188837"/>
            <a:ext cx="32004" cy="3397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 flipV="1">
            <a:off x="1752600" y="3156404"/>
            <a:ext cx="32004" cy="3243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 flipV="1">
            <a:off x="1784604" y="3125857"/>
            <a:ext cx="32004" cy="3054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 flipV="1">
            <a:off x="1816608" y="3097082"/>
            <a:ext cx="32004" cy="2877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 flipV="1">
            <a:off x="1848612" y="3070593"/>
            <a:ext cx="32004" cy="2648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 flipV="1">
            <a:off x="1880616" y="3046047"/>
            <a:ext cx="32004" cy="2454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 flipV="1">
            <a:off x="1912620" y="3023445"/>
            <a:ext cx="32004" cy="2260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 flipV="1">
            <a:off x="1944624" y="3002871"/>
            <a:ext cx="32004" cy="2057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 flipV="1">
            <a:off x="1976628" y="2983840"/>
            <a:ext cx="32004" cy="1903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 flipV="1">
            <a:off x="2008632" y="2966266"/>
            <a:ext cx="32004" cy="1757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 flipV="1">
            <a:off x="2040636" y="2949778"/>
            <a:ext cx="32004" cy="1648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 flipV="1">
            <a:off x="2072640" y="2933833"/>
            <a:ext cx="32004" cy="159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 flipV="1">
            <a:off x="2104644" y="2918231"/>
            <a:ext cx="32004" cy="1560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 flipV="1">
            <a:off x="2136648" y="2902487"/>
            <a:ext cx="32004" cy="157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 flipV="1">
            <a:off x="2168652" y="2886342"/>
            <a:ext cx="32004" cy="161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 flipV="1">
            <a:off x="2200656" y="2869511"/>
            <a:ext cx="32004" cy="1683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 flipV="1">
            <a:off x="2232660" y="2851966"/>
            <a:ext cx="32004" cy="175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 flipV="1">
            <a:off x="2264664" y="2833449"/>
            <a:ext cx="32004" cy="1851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 flipV="1">
            <a:off x="2296668" y="2814247"/>
            <a:ext cx="32004" cy="1920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 flipV="1">
            <a:off x="2328672" y="2794416"/>
            <a:ext cx="32004" cy="1983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 flipV="1">
            <a:off x="2360676" y="2774471"/>
            <a:ext cx="32004" cy="199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 flipV="1">
            <a:off x="2392680" y="2754754"/>
            <a:ext cx="32004" cy="1971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 flipV="1">
            <a:off x="2424684" y="2735837"/>
            <a:ext cx="32004" cy="1891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 flipV="1">
            <a:off x="2456688" y="2718206"/>
            <a:ext cx="32004" cy="1763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 flipV="1">
            <a:off x="2488692" y="2702633"/>
            <a:ext cx="32004" cy="1557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 flipV="1">
            <a:off x="2520696" y="2689631"/>
            <a:ext cx="32004" cy="1300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 flipV="1">
            <a:off x="2552700" y="2679744"/>
            <a:ext cx="32004" cy="988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 flipV="1">
            <a:off x="2584704" y="2673287"/>
            <a:ext cx="32004" cy="645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 flipV="1">
            <a:off x="2616708" y="2670515"/>
            <a:ext cx="32004" cy="27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2648712" y="2670515"/>
            <a:ext cx="32004" cy="105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2680716" y="2671572"/>
            <a:ext cx="32004" cy="46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2712720" y="2676258"/>
            <a:ext cx="32004" cy="803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2744724" y="2684288"/>
            <a:ext cx="32004" cy="1083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2776728" y="2695118"/>
            <a:ext cx="32004" cy="1303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2808732" y="2708148"/>
            <a:ext cx="32004" cy="1443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2840736" y="2722578"/>
            <a:ext cx="32004" cy="1500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2872740" y="2737580"/>
            <a:ext cx="32004" cy="1474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2904744" y="2752325"/>
            <a:ext cx="32004" cy="1365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2936748" y="2765984"/>
            <a:ext cx="32004" cy="1217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2968752" y="2778157"/>
            <a:ext cx="32004" cy="994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3000756" y="2788101"/>
            <a:ext cx="32004" cy="783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3032760" y="2795930"/>
            <a:ext cx="32004" cy="54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3064764" y="2801417"/>
            <a:ext cx="32004" cy="340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3096768" y="2804817"/>
            <a:ext cx="32004" cy="165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3128772" y="2806475"/>
            <a:ext cx="32004" cy="45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 flipV="1">
            <a:off x="3160776" y="2806732"/>
            <a:ext cx="32004" cy="20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 flipV="1">
            <a:off x="3192780" y="2806703"/>
            <a:ext cx="32004" cy="2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3224784" y="2806703"/>
            <a:ext cx="32004" cy="40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3256788" y="2807103"/>
            <a:ext cx="32004" cy="1343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3288792" y="2808446"/>
            <a:ext cx="32004" cy="260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3320796" y="2811047"/>
            <a:ext cx="32004" cy="39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3352800" y="2814961"/>
            <a:ext cx="32004" cy="52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3384804" y="2820162"/>
            <a:ext cx="32004" cy="60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3416808" y="2826248"/>
            <a:ext cx="32004" cy="665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3448812" y="2832906"/>
            <a:ext cx="32004" cy="6887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3480816" y="2839793"/>
            <a:ext cx="32004" cy="642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3512820" y="2846222"/>
            <a:ext cx="32004" cy="562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3544824" y="2851852"/>
            <a:ext cx="32004" cy="422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3576828" y="2856081"/>
            <a:ext cx="32004" cy="260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3608832" y="2858681"/>
            <a:ext cx="32004" cy="7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 flipV="1">
            <a:off x="3640836" y="2858252"/>
            <a:ext cx="32004" cy="1200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 flipV="1">
            <a:off x="3672840" y="2855195"/>
            <a:ext cx="32004" cy="305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 flipV="1">
            <a:off x="3704844" y="2850480"/>
            <a:ext cx="32004" cy="47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 flipV="1">
            <a:off x="3736848" y="2844479"/>
            <a:ext cx="32004" cy="60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 flipV="1">
            <a:off x="3768852" y="2837536"/>
            <a:ext cx="32004" cy="694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 flipV="1">
            <a:off x="3800856" y="2829992"/>
            <a:ext cx="32004" cy="754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 flipV="1">
            <a:off x="3832860" y="2822391"/>
            <a:ext cx="32004" cy="7601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 flipV="1">
            <a:off x="3864864" y="2815076"/>
            <a:ext cx="32004" cy="73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 flipV="1">
            <a:off x="3896868" y="2808618"/>
            <a:ext cx="32004" cy="6458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 flipV="1">
            <a:off x="3928872" y="2803131"/>
            <a:ext cx="32004" cy="5486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 flipV="1">
            <a:off x="3960876" y="2798959"/>
            <a:ext cx="32004" cy="41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 flipV="1">
            <a:off x="3992880" y="2796445"/>
            <a:ext cx="32004" cy="2515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 flipV="1">
            <a:off x="4024884" y="2795530"/>
            <a:ext cx="32004" cy="91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4056888" y="2795530"/>
            <a:ext cx="32004" cy="714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4088892" y="2796245"/>
            <a:ext cx="32004" cy="2372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4120896" y="2798616"/>
            <a:ext cx="32004" cy="3829"/>
          </a:xfrm>
          <a:prstGeom prst="line">
            <a:avLst/>
          </a:prstGeom>
          <a:noFill/>
          <a:ln w="12700">
            <a:solidFill>
              <a:srgbClr val="9AA3AC"/>
            </a:solidFill>
            <a:prstDash val="solid"/>
          </a:ln>
        </p:spPr>
      </p:sp>
      <p:sp>
        <p:nvSpPr>
          <p:cNvPr id="515" name="Text 513"/>
          <p:cNvSpPr txBox="1"/>
          <p:nvPr/>
        </p:nvSpPr>
        <p:spPr>
          <a:xfrm>
            <a:off x="876300" y="3886200"/>
            <a:ext cx="3352800" cy="282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커널만 정하면 이런 곡선들이 후보가 됩니다</a:t>
            </a:r>
            <a:endParaRPr lang="en-US" sz="825" dirty="0"/>
          </a:p>
        </p:txBody>
      </p:sp>
      <p:sp>
        <p:nvSpPr>
          <p:cNvPr id="516" name="Text 514"/>
          <p:cNvSpPr txBox="1"/>
          <p:nvPr/>
        </p:nvSpPr>
        <p:spPr>
          <a:xfrm>
            <a:off x="4476750" y="1962150"/>
            <a:ext cx="335280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관측 뒤</a:t>
            </a:r>
            <a:endParaRPr lang="en-US" sz="1013" dirty="0"/>
          </a:p>
        </p:txBody>
      </p:sp>
      <p:sp>
        <p:nvSpPr>
          <p:cNvPr id="517" name="Shape 515"/>
          <p:cNvSpPr/>
          <p:nvPr/>
        </p:nvSpPr>
        <p:spPr>
          <a:xfrm>
            <a:off x="4476750" y="2171700"/>
            <a:ext cx="3352800" cy="167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9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4552950" y="3009900"/>
            <a:ext cx="3200400" cy="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 flipV="1">
            <a:off x="4552950" y="2913831"/>
            <a:ext cx="32004" cy="743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 flipV="1">
            <a:off x="4584954" y="2906516"/>
            <a:ext cx="32004" cy="73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 flipV="1">
            <a:off x="4616958" y="2899515"/>
            <a:ext cx="32004" cy="700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 flipV="1">
            <a:off x="4648962" y="2892828"/>
            <a:ext cx="32004" cy="66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 flipV="1">
            <a:off x="4680966" y="2886456"/>
            <a:ext cx="32004" cy="63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 flipV="1">
            <a:off x="4712970" y="2880312"/>
            <a:ext cx="32004" cy="614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 flipV="1">
            <a:off x="4744974" y="2874112"/>
            <a:ext cx="32004" cy="620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 flipV="1">
            <a:off x="4776978" y="2867825"/>
            <a:ext cx="32004" cy="62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 flipV="1">
            <a:off x="4808982" y="2861224"/>
            <a:ext cx="32004" cy="660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 flipV="1">
            <a:off x="4840986" y="2853938"/>
            <a:ext cx="32004" cy="72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 flipV="1">
            <a:off x="4872990" y="2846022"/>
            <a:ext cx="32004" cy="79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 flipV="1">
            <a:off x="4904994" y="2837307"/>
            <a:ext cx="32004" cy="87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 flipV="1">
            <a:off x="4936998" y="2827734"/>
            <a:ext cx="32004" cy="957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 flipV="1">
            <a:off x="4969002" y="2817590"/>
            <a:ext cx="32004" cy="1014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 flipV="1">
            <a:off x="5001006" y="2807018"/>
            <a:ext cx="32004" cy="1057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 flipV="1">
            <a:off x="5033010" y="2796330"/>
            <a:ext cx="32004" cy="106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 flipV="1">
            <a:off x="5065014" y="2785901"/>
            <a:ext cx="32004" cy="1043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 flipV="1">
            <a:off x="5097018" y="2776414"/>
            <a:ext cx="32004" cy="94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 flipV="1">
            <a:off x="5129022" y="2768384"/>
            <a:ext cx="32004" cy="803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 flipV="1">
            <a:off x="5161026" y="2762555"/>
            <a:ext cx="32004" cy="582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 flipV="1">
            <a:off x="5193030" y="2759412"/>
            <a:ext cx="32004" cy="314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5225034" y="2759412"/>
            <a:ext cx="32004" cy="28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5257038" y="2759697"/>
            <a:ext cx="32004" cy="422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5289042" y="2763926"/>
            <a:ext cx="32004" cy="86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5321046" y="2772613"/>
            <a:ext cx="32004" cy="1337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5353050" y="2785986"/>
            <a:ext cx="32004" cy="1817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5385054" y="2804160"/>
            <a:ext cx="32004" cy="2277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5417058" y="2826934"/>
            <a:ext cx="32004" cy="2723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5449062" y="2854166"/>
            <a:ext cx="32004" cy="3114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5481066" y="2885313"/>
            <a:ext cx="32004" cy="3426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5513070" y="2919574"/>
            <a:ext cx="32004" cy="3657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5545074" y="2956150"/>
            <a:ext cx="32004" cy="3789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5577078" y="2994041"/>
            <a:ext cx="32004" cy="3797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>
            <a:off x="5609082" y="3032017"/>
            <a:ext cx="32004" cy="3691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5641086" y="3068936"/>
            <a:ext cx="32004" cy="3489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5673090" y="3103826"/>
            <a:ext cx="32004" cy="3169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5705094" y="3135516"/>
            <a:ext cx="32004" cy="2751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5737098" y="3163033"/>
            <a:ext cx="32004" cy="2271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5769102" y="3185751"/>
            <a:ext cx="32004" cy="1737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>
            <a:off x="5801106" y="3203124"/>
            <a:ext cx="32004" cy="1174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5833110" y="3214868"/>
            <a:ext cx="32004" cy="63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5865114" y="3221184"/>
            <a:ext cx="32004" cy="111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 flipV="1">
            <a:off x="5897118" y="3218612"/>
            <a:ext cx="32004" cy="368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 flipV="1">
            <a:off x="5929122" y="3211011"/>
            <a:ext cx="32004" cy="760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 flipV="1">
            <a:off x="5961126" y="3200381"/>
            <a:ext cx="32004" cy="1063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 flipV="1">
            <a:off x="5993130" y="3187579"/>
            <a:ext cx="32004" cy="1280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 flipV="1">
            <a:off x="6025134" y="3173635"/>
            <a:ext cx="32004" cy="1394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 flipV="1">
            <a:off x="6057138" y="3159462"/>
            <a:ext cx="32004" cy="1417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 flipV="1">
            <a:off x="6089142" y="3145946"/>
            <a:ext cx="32004" cy="1351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 flipV="1">
            <a:off x="6121146" y="3133773"/>
            <a:ext cx="32004" cy="1217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 flipV="1">
            <a:off x="6153150" y="3123200"/>
            <a:ext cx="32004" cy="1057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 flipV="1">
            <a:off x="6185154" y="3114799"/>
            <a:ext cx="32004" cy="840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 flipV="1">
            <a:off x="6217158" y="3108541"/>
            <a:ext cx="32004" cy="625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 flipV="1">
            <a:off x="6249162" y="3104369"/>
            <a:ext cx="32004" cy="41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 flipV="1">
            <a:off x="6281166" y="3101912"/>
            <a:ext cx="32004" cy="245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 flipV="1">
            <a:off x="6313170" y="3100969"/>
            <a:ext cx="32004" cy="94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>
            <a:off x="6345174" y="3100969"/>
            <a:ext cx="32004" cy="5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>
            <a:off x="6377178" y="3101026"/>
            <a:ext cx="32004" cy="45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6409182" y="3101483"/>
            <a:ext cx="32004" cy="51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 flipV="1">
            <a:off x="6441186" y="3101740"/>
            <a:ext cx="32004" cy="25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 flipV="1">
            <a:off x="6473190" y="3100397"/>
            <a:ext cx="32004" cy="134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80" name="Shape 578"/>
          <p:cNvSpPr/>
          <p:nvPr/>
        </p:nvSpPr>
        <p:spPr>
          <a:xfrm flipV="1">
            <a:off x="6505194" y="3097540"/>
            <a:ext cx="32004" cy="285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 flipV="1">
            <a:off x="6537198" y="3092625"/>
            <a:ext cx="32004" cy="49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 flipV="1">
            <a:off x="6569202" y="3085452"/>
            <a:ext cx="32004" cy="71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 flipV="1">
            <a:off x="6601206" y="3075765"/>
            <a:ext cx="32004" cy="96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 flipV="1">
            <a:off x="6633210" y="3063478"/>
            <a:ext cx="32004" cy="122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 flipV="1">
            <a:off x="6665214" y="3048333"/>
            <a:ext cx="32004" cy="1514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 flipV="1">
            <a:off x="6697218" y="3030560"/>
            <a:ext cx="32004" cy="1777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87" name="Shape 585"/>
          <p:cNvSpPr/>
          <p:nvPr/>
        </p:nvSpPr>
        <p:spPr>
          <a:xfrm flipV="1">
            <a:off x="6729222" y="3010386"/>
            <a:ext cx="32004" cy="2017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88" name="Shape 586"/>
          <p:cNvSpPr/>
          <p:nvPr/>
        </p:nvSpPr>
        <p:spPr>
          <a:xfrm flipV="1">
            <a:off x="6761226" y="2987954"/>
            <a:ext cx="32004" cy="2243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 flipV="1">
            <a:off x="6793230" y="2963666"/>
            <a:ext cx="32004" cy="242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 flipV="1">
            <a:off x="6825234" y="2938148"/>
            <a:ext cx="32004" cy="2551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 flipV="1">
            <a:off x="6857238" y="2911916"/>
            <a:ext cx="32004" cy="2623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 flipV="1">
            <a:off x="6889242" y="2885570"/>
            <a:ext cx="32004" cy="2634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 flipV="1">
            <a:off x="6921246" y="2860053"/>
            <a:ext cx="32004" cy="2551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 flipV="1">
            <a:off x="6953250" y="2835907"/>
            <a:ext cx="32004" cy="2414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 flipV="1">
            <a:off x="6985254" y="2813933"/>
            <a:ext cx="32004" cy="2197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 flipV="1">
            <a:off x="7017258" y="2794845"/>
            <a:ext cx="32004" cy="1908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 flipV="1">
            <a:off x="7049262" y="2779185"/>
            <a:ext cx="32004" cy="1565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 flipV="1">
            <a:off x="7081266" y="2767555"/>
            <a:ext cx="32004" cy="1163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 flipV="1">
            <a:off x="7113270" y="2760383"/>
            <a:ext cx="32004" cy="71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 flipV="1">
            <a:off x="7145274" y="2757983"/>
            <a:ext cx="32004" cy="240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>
            <a:off x="7177278" y="2757983"/>
            <a:ext cx="32004" cy="248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02" name="Shape 600"/>
          <p:cNvSpPr/>
          <p:nvPr/>
        </p:nvSpPr>
        <p:spPr>
          <a:xfrm>
            <a:off x="7209282" y="2760469"/>
            <a:ext cx="32004" cy="75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03" name="Shape 601"/>
          <p:cNvSpPr/>
          <p:nvPr/>
        </p:nvSpPr>
        <p:spPr>
          <a:xfrm>
            <a:off x="7241286" y="2767984"/>
            <a:ext cx="32004" cy="1245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>
            <a:off x="7273290" y="2780443"/>
            <a:ext cx="32004" cy="1728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05" name="Shape 603"/>
          <p:cNvSpPr/>
          <p:nvPr/>
        </p:nvSpPr>
        <p:spPr>
          <a:xfrm>
            <a:off x="7305294" y="2797731"/>
            <a:ext cx="32004" cy="2186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06" name="Shape 604"/>
          <p:cNvSpPr/>
          <p:nvPr/>
        </p:nvSpPr>
        <p:spPr>
          <a:xfrm>
            <a:off x="7337298" y="2819591"/>
            <a:ext cx="32004" cy="2611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07" name="Shape 605"/>
          <p:cNvSpPr/>
          <p:nvPr/>
        </p:nvSpPr>
        <p:spPr>
          <a:xfrm>
            <a:off x="7369302" y="2845708"/>
            <a:ext cx="32004" cy="2997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08" name="Shape 606"/>
          <p:cNvSpPr/>
          <p:nvPr/>
        </p:nvSpPr>
        <p:spPr>
          <a:xfrm>
            <a:off x="7401306" y="2875683"/>
            <a:ext cx="32004" cy="3346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>
            <a:off x="7433310" y="2909145"/>
            <a:ext cx="32004" cy="3654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>
            <a:off x="7465314" y="2945692"/>
            <a:ext cx="32004" cy="3914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>
            <a:off x="7497318" y="2984840"/>
            <a:ext cx="32004" cy="4129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>
            <a:off x="7529322" y="3026131"/>
            <a:ext cx="32004" cy="4277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>
            <a:off x="7561326" y="3068907"/>
            <a:ext cx="32004" cy="4386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>
            <a:off x="7593330" y="3112770"/>
            <a:ext cx="32004" cy="4440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7625334" y="3157176"/>
            <a:ext cx="32004" cy="4429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>
            <a:off x="7657338" y="3201467"/>
            <a:ext cx="32004" cy="4369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>
            <a:off x="7689342" y="3245158"/>
            <a:ext cx="32004" cy="4240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>
            <a:off x="7721346" y="3287563"/>
            <a:ext cx="32004" cy="4074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 flipV="1">
            <a:off x="4552950" y="2975496"/>
            <a:ext cx="32004" cy="4423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20" name="Shape 618"/>
          <p:cNvSpPr/>
          <p:nvPr/>
        </p:nvSpPr>
        <p:spPr>
          <a:xfrm flipV="1">
            <a:off x="4584954" y="2938663"/>
            <a:ext cx="32004" cy="3683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 flipV="1">
            <a:off x="4616958" y="2909202"/>
            <a:ext cx="32004" cy="2946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22" name="Shape 620"/>
          <p:cNvSpPr/>
          <p:nvPr/>
        </p:nvSpPr>
        <p:spPr>
          <a:xfrm flipV="1">
            <a:off x="4648962" y="2886313"/>
            <a:ext cx="32004" cy="228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23" name="Shape 621"/>
          <p:cNvSpPr/>
          <p:nvPr/>
        </p:nvSpPr>
        <p:spPr>
          <a:xfrm flipV="1">
            <a:off x="4680966" y="2869082"/>
            <a:ext cx="32004" cy="1723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24" name="Shape 622"/>
          <p:cNvSpPr/>
          <p:nvPr/>
        </p:nvSpPr>
        <p:spPr>
          <a:xfrm flipV="1">
            <a:off x="4712970" y="2856367"/>
            <a:ext cx="32004" cy="1271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25" name="Shape 623"/>
          <p:cNvSpPr/>
          <p:nvPr/>
        </p:nvSpPr>
        <p:spPr>
          <a:xfrm flipV="1">
            <a:off x="4744974" y="2847251"/>
            <a:ext cx="32004" cy="91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26" name="Shape 624"/>
          <p:cNvSpPr/>
          <p:nvPr/>
        </p:nvSpPr>
        <p:spPr>
          <a:xfrm flipV="1">
            <a:off x="4776978" y="2840393"/>
            <a:ext cx="32004" cy="685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27" name="Shape 625"/>
          <p:cNvSpPr/>
          <p:nvPr/>
        </p:nvSpPr>
        <p:spPr>
          <a:xfrm flipV="1">
            <a:off x="4808982" y="2834678"/>
            <a:ext cx="32004" cy="57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28" name="Shape 626"/>
          <p:cNvSpPr/>
          <p:nvPr/>
        </p:nvSpPr>
        <p:spPr>
          <a:xfrm flipV="1">
            <a:off x="4840986" y="2829192"/>
            <a:ext cx="32004" cy="548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29" name="Shape 627"/>
          <p:cNvSpPr/>
          <p:nvPr/>
        </p:nvSpPr>
        <p:spPr>
          <a:xfrm flipV="1">
            <a:off x="4872990" y="2823191"/>
            <a:ext cx="32004" cy="600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30" name="Shape 628"/>
          <p:cNvSpPr/>
          <p:nvPr/>
        </p:nvSpPr>
        <p:spPr>
          <a:xfrm flipV="1">
            <a:off x="4904994" y="2816133"/>
            <a:ext cx="32004" cy="705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31" name="Shape 629"/>
          <p:cNvSpPr/>
          <p:nvPr/>
        </p:nvSpPr>
        <p:spPr>
          <a:xfrm flipV="1">
            <a:off x="4936998" y="2807846"/>
            <a:ext cx="32004" cy="82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32" name="Shape 630"/>
          <p:cNvSpPr/>
          <p:nvPr/>
        </p:nvSpPr>
        <p:spPr>
          <a:xfrm flipV="1">
            <a:off x="4969002" y="2798159"/>
            <a:ext cx="32004" cy="96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33" name="Shape 631"/>
          <p:cNvSpPr/>
          <p:nvPr/>
        </p:nvSpPr>
        <p:spPr>
          <a:xfrm flipV="1">
            <a:off x="5001006" y="2787472"/>
            <a:ext cx="32004" cy="106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34" name="Shape 632"/>
          <p:cNvSpPr/>
          <p:nvPr/>
        </p:nvSpPr>
        <p:spPr>
          <a:xfrm flipV="1">
            <a:off x="5033010" y="2776242"/>
            <a:ext cx="32004" cy="1123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35" name="Shape 633"/>
          <p:cNvSpPr/>
          <p:nvPr/>
        </p:nvSpPr>
        <p:spPr>
          <a:xfrm flipV="1">
            <a:off x="5065014" y="2765041"/>
            <a:ext cx="32004" cy="1120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 flipV="1">
            <a:off x="5097018" y="2754725"/>
            <a:ext cx="32004" cy="1031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 flipV="1">
            <a:off x="5129022" y="2746153"/>
            <a:ext cx="32004" cy="85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38" name="Shape 636"/>
          <p:cNvSpPr/>
          <p:nvPr/>
        </p:nvSpPr>
        <p:spPr>
          <a:xfrm flipV="1">
            <a:off x="5161026" y="2740181"/>
            <a:ext cx="32004" cy="59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39" name="Shape 637"/>
          <p:cNvSpPr/>
          <p:nvPr/>
        </p:nvSpPr>
        <p:spPr>
          <a:xfrm flipV="1">
            <a:off x="5193030" y="2737780"/>
            <a:ext cx="32004" cy="240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40" name="Shape 638"/>
          <p:cNvSpPr/>
          <p:nvPr/>
        </p:nvSpPr>
        <p:spPr>
          <a:xfrm>
            <a:off x="5225034" y="2737780"/>
            <a:ext cx="32004" cy="17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41" name="Shape 639"/>
          <p:cNvSpPr/>
          <p:nvPr/>
        </p:nvSpPr>
        <p:spPr>
          <a:xfrm>
            <a:off x="5257038" y="2739552"/>
            <a:ext cx="32004" cy="662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42" name="Shape 640"/>
          <p:cNvSpPr/>
          <p:nvPr/>
        </p:nvSpPr>
        <p:spPr>
          <a:xfrm>
            <a:off x="5289042" y="2746181"/>
            <a:ext cx="32004" cy="1191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43" name="Shape 641"/>
          <p:cNvSpPr/>
          <p:nvPr/>
        </p:nvSpPr>
        <p:spPr>
          <a:xfrm>
            <a:off x="5321046" y="2758097"/>
            <a:ext cx="32004" cy="1740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44" name="Shape 642"/>
          <p:cNvSpPr/>
          <p:nvPr/>
        </p:nvSpPr>
        <p:spPr>
          <a:xfrm>
            <a:off x="5353050" y="2775499"/>
            <a:ext cx="32004" cy="2283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>
            <a:off x="5385054" y="2798331"/>
            <a:ext cx="32004" cy="2806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46" name="Shape 644"/>
          <p:cNvSpPr/>
          <p:nvPr/>
        </p:nvSpPr>
        <p:spPr>
          <a:xfrm>
            <a:off x="5417058" y="2826391"/>
            <a:ext cx="32004" cy="3266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47" name="Shape 645"/>
          <p:cNvSpPr/>
          <p:nvPr/>
        </p:nvSpPr>
        <p:spPr>
          <a:xfrm>
            <a:off x="5449062" y="2859053"/>
            <a:ext cx="32004" cy="3671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48" name="Shape 646"/>
          <p:cNvSpPr/>
          <p:nvPr/>
        </p:nvSpPr>
        <p:spPr>
          <a:xfrm>
            <a:off x="5481066" y="2895771"/>
            <a:ext cx="32004" cy="3971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49" name="Shape 647"/>
          <p:cNvSpPr/>
          <p:nvPr/>
        </p:nvSpPr>
        <p:spPr>
          <a:xfrm>
            <a:off x="5513070" y="2935491"/>
            <a:ext cx="32004" cy="4166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50" name="Shape 648"/>
          <p:cNvSpPr/>
          <p:nvPr/>
        </p:nvSpPr>
        <p:spPr>
          <a:xfrm>
            <a:off x="5545074" y="2977153"/>
            <a:ext cx="32004" cy="4246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51" name="Shape 649"/>
          <p:cNvSpPr/>
          <p:nvPr/>
        </p:nvSpPr>
        <p:spPr>
          <a:xfrm>
            <a:off x="5577078" y="3019616"/>
            <a:ext cx="32004" cy="4197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52" name="Shape 650"/>
          <p:cNvSpPr/>
          <p:nvPr/>
        </p:nvSpPr>
        <p:spPr>
          <a:xfrm>
            <a:off x="5609082" y="3061592"/>
            <a:ext cx="32004" cy="4029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53" name="Shape 651"/>
          <p:cNvSpPr/>
          <p:nvPr/>
        </p:nvSpPr>
        <p:spPr>
          <a:xfrm>
            <a:off x="5641086" y="3101883"/>
            <a:ext cx="32004" cy="3726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54" name="Shape 652"/>
          <p:cNvSpPr/>
          <p:nvPr/>
        </p:nvSpPr>
        <p:spPr>
          <a:xfrm>
            <a:off x="5673090" y="3139145"/>
            <a:ext cx="32004" cy="3309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55" name="Shape 653"/>
          <p:cNvSpPr/>
          <p:nvPr/>
        </p:nvSpPr>
        <p:spPr>
          <a:xfrm>
            <a:off x="5705094" y="3172235"/>
            <a:ext cx="32004" cy="2803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56" name="Shape 654"/>
          <p:cNvSpPr/>
          <p:nvPr/>
        </p:nvSpPr>
        <p:spPr>
          <a:xfrm>
            <a:off x="5737098" y="3200267"/>
            <a:ext cx="32004" cy="2188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57" name="Shape 655"/>
          <p:cNvSpPr/>
          <p:nvPr/>
        </p:nvSpPr>
        <p:spPr>
          <a:xfrm>
            <a:off x="5769102" y="3222155"/>
            <a:ext cx="32004" cy="1525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58" name="Shape 656"/>
          <p:cNvSpPr/>
          <p:nvPr/>
        </p:nvSpPr>
        <p:spPr>
          <a:xfrm>
            <a:off x="5801106" y="3237414"/>
            <a:ext cx="32004" cy="803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59" name="Shape 657"/>
          <p:cNvSpPr/>
          <p:nvPr/>
        </p:nvSpPr>
        <p:spPr>
          <a:xfrm>
            <a:off x="5833110" y="3245444"/>
            <a:ext cx="32004" cy="60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60" name="Shape 658"/>
          <p:cNvSpPr/>
          <p:nvPr/>
        </p:nvSpPr>
        <p:spPr>
          <a:xfrm flipV="1">
            <a:off x="5865114" y="3239214"/>
            <a:ext cx="32004" cy="682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61" name="Shape 659"/>
          <p:cNvSpPr/>
          <p:nvPr/>
        </p:nvSpPr>
        <p:spPr>
          <a:xfrm flipV="1">
            <a:off x="5897118" y="3225413"/>
            <a:ext cx="32004" cy="1380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62" name="Shape 660"/>
          <p:cNvSpPr/>
          <p:nvPr/>
        </p:nvSpPr>
        <p:spPr>
          <a:xfrm flipV="1">
            <a:off x="5929122" y="3204982"/>
            <a:ext cx="32004" cy="2043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63" name="Shape 661"/>
          <p:cNvSpPr/>
          <p:nvPr/>
        </p:nvSpPr>
        <p:spPr>
          <a:xfrm flipV="1">
            <a:off x="5961126" y="3178835"/>
            <a:ext cx="32004" cy="2614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64" name="Shape 662"/>
          <p:cNvSpPr/>
          <p:nvPr/>
        </p:nvSpPr>
        <p:spPr>
          <a:xfrm flipV="1">
            <a:off x="5993130" y="3147860"/>
            <a:ext cx="32004" cy="3097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65" name="Shape 663"/>
          <p:cNvSpPr/>
          <p:nvPr/>
        </p:nvSpPr>
        <p:spPr>
          <a:xfrm flipV="1">
            <a:off x="6025134" y="3113199"/>
            <a:ext cx="32004" cy="3466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66" name="Shape 664"/>
          <p:cNvSpPr/>
          <p:nvPr/>
        </p:nvSpPr>
        <p:spPr>
          <a:xfrm flipV="1">
            <a:off x="6057138" y="3076108"/>
            <a:ext cx="32004" cy="3709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67" name="Shape 665"/>
          <p:cNvSpPr/>
          <p:nvPr/>
        </p:nvSpPr>
        <p:spPr>
          <a:xfrm flipV="1">
            <a:off x="6089142" y="3037904"/>
            <a:ext cx="32004" cy="3820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68" name="Shape 666"/>
          <p:cNvSpPr/>
          <p:nvPr/>
        </p:nvSpPr>
        <p:spPr>
          <a:xfrm flipV="1">
            <a:off x="6121146" y="2999899"/>
            <a:ext cx="32004" cy="3800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69" name="Shape 667"/>
          <p:cNvSpPr/>
          <p:nvPr/>
        </p:nvSpPr>
        <p:spPr>
          <a:xfrm flipV="1">
            <a:off x="6153150" y="2963237"/>
            <a:ext cx="32004" cy="3666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70" name="Shape 668"/>
          <p:cNvSpPr/>
          <p:nvPr/>
        </p:nvSpPr>
        <p:spPr>
          <a:xfrm flipV="1">
            <a:off x="6185154" y="2929118"/>
            <a:ext cx="32004" cy="3411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71" name="Shape 669"/>
          <p:cNvSpPr/>
          <p:nvPr/>
        </p:nvSpPr>
        <p:spPr>
          <a:xfrm flipV="1">
            <a:off x="6217158" y="2898457"/>
            <a:ext cx="32004" cy="3066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72" name="Shape 670"/>
          <p:cNvSpPr/>
          <p:nvPr/>
        </p:nvSpPr>
        <p:spPr>
          <a:xfrm flipV="1">
            <a:off x="6249162" y="2872054"/>
            <a:ext cx="32004" cy="2640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73" name="Shape 671"/>
          <p:cNvSpPr/>
          <p:nvPr/>
        </p:nvSpPr>
        <p:spPr>
          <a:xfrm flipV="1">
            <a:off x="6281166" y="2850394"/>
            <a:ext cx="32004" cy="2166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74" name="Shape 672"/>
          <p:cNvSpPr/>
          <p:nvPr/>
        </p:nvSpPr>
        <p:spPr>
          <a:xfrm flipV="1">
            <a:off x="6313170" y="2833849"/>
            <a:ext cx="32004" cy="1654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75" name="Shape 673"/>
          <p:cNvSpPr/>
          <p:nvPr/>
        </p:nvSpPr>
        <p:spPr>
          <a:xfrm flipV="1">
            <a:off x="6345174" y="2822391"/>
            <a:ext cx="32004" cy="1145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76" name="Shape 674"/>
          <p:cNvSpPr/>
          <p:nvPr/>
        </p:nvSpPr>
        <p:spPr>
          <a:xfrm flipV="1">
            <a:off x="6377178" y="2815761"/>
            <a:ext cx="32004" cy="662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77" name="Shape 675"/>
          <p:cNvSpPr/>
          <p:nvPr/>
        </p:nvSpPr>
        <p:spPr>
          <a:xfrm flipV="1">
            <a:off x="6409182" y="2813647"/>
            <a:ext cx="32004" cy="21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78" name="Shape 676"/>
          <p:cNvSpPr/>
          <p:nvPr/>
        </p:nvSpPr>
        <p:spPr>
          <a:xfrm>
            <a:off x="6441186" y="2813647"/>
            <a:ext cx="32004" cy="174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79" name="Shape 677"/>
          <p:cNvSpPr/>
          <p:nvPr/>
        </p:nvSpPr>
        <p:spPr>
          <a:xfrm>
            <a:off x="6473190" y="2815390"/>
            <a:ext cx="32004" cy="47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80" name="Shape 678"/>
          <p:cNvSpPr/>
          <p:nvPr/>
        </p:nvSpPr>
        <p:spPr>
          <a:xfrm>
            <a:off x="6505194" y="2820162"/>
            <a:ext cx="32004" cy="69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81" name="Shape 679"/>
          <p:cNvSpPr/>
          <p:nvPr/>
        </p:nvSpPr>
        <p:spPr>
          <a:xfrm>
            <a:off x="6537198" y="2827134"/>
            <a:ext cx="32004" cy="825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82" name="Shape 680"/>
          <p:cNvSpPr/>
          <p:nvPr/>
        </p:nvSpPr>
        <p:spPr>
          <a:xfrm>
            <a:off x="6569202" y="2835392"/>
            <a:ext cx="32004" cy="863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83" name="Shape 681"/>
          <p:cNvSpPr/>
          <p:nvPr/>
        </p:nvSpPr>
        <p:spPr>
          <a:xfrm>
            <a:off x="6601206" y="2844022"/>
            <a:ext cx="32004" cy="80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84" name="Shape 682"/>
          <p:cNvSpPr/>
          <p:nvPr/>
        </p:nvSpPr>
        <p:spPr>
          <a:xfrm>
            <a:off x="6633210" y="2852109"/>
            <a:ext cx="32004" cy="680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85" name="Shape 683"/>
          <p:cNvSpPr/>
          <p:nvPr/>
        </p:nvSpPr>
        <p:spPr>
          <a:xfrm>
            <a:off x="6665214" y="2858910"/>
            <a:ext cx="32004" cy="488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86" name="Shape 684"/>
          <p:cNvSpPr/>
          <p:nvPr/>
        </p:nvSpPr>
        <p:spPr>
          <a:xfrm>
            <a:off x="6697218" y="2863796"/>
            <a:ext cx="32004" cy="248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87" name="Shape 685"/>
          <p:cNvSpPr/>
          <p:nvPr/>
        </p:nvSpPr>
        <p:spPr>
          <a:xfrm flipV="1">
            <a:off x="6729222" y="2866025"/>
            <a:ext cx="32004" cy="25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88" name="Shape 686"/>
          <p:cNvSpPr/>
          <p:nvPr/>
        </p:nvSpPr>
        <p:spPr>
          <a:xfrm flipV="1">
            <a:off x="6761226" y="2862939"/>
            <a:ext cx="32004" cy="308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89" name="Shape 687"/>
          <p:cNvSpPr/>
          <p:nvPr/>
        </p:nvSpPr>
        <p:spPr>
          <a:xfrm flipV="1">
            <a:off x="6793230" y="2857024"/>
            <a:ext cx="32004" cy="59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90" name="Shape 688"/>
          <p:cNvSpPr/>
          <p:nvPr/>
        </p:nvSpPr>
        <p:spPr>
          <a:xfrm flipV="1">
            <a:off x="6825234" y="2848594"/>
            <a:ext cx="32004" cy="843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91" name="Shape 689"/>
          <p:cNvSpPr/>
          <p:nvPr/>
        </p:nvSpPr>
        <p:spPr>
          <a:xfrm flipV="1">
            <a:off x="6857238" y="2837964"/>
            <a:ext cx="32004" cy="1063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92" name="Shape 690"/>
          <p:cNvSpPr/>
          <p:nvPr/>
        </p:nvSpPr>
        <p:spPr>
          <a:xfrm flipV="1">
            <a:off x="6889242" y="2825848"/>
            <a:ext cx="32004" cy="1211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93" name="Shape 691"/>
          <p:cNvSpPr/>
          <p:nvPr/>
        </p:nvSpPr>
        <p:spPr>
          <a:xfrm flipV="1">
            <a:off x="6921246" y="2812561"/>
            <a:ext cx="32004" cy="132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94" name="Shape 692"/>
          <p:cNvSpPr/>
          <p:nvPr/>
        </p:nvSpPr>
        <p:spPr>
          <a:xfrm flipV="1">
            <a:off x="6953250" y="2799102"/>
            <a:ext cx="32004" cy="1345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95" name="Shape 693"/>
          <p:cNvSpPr/>
          <p:nvPr/>
        </p:nvSpPr>
        <p:spPr>
          <a:xfrm flipV="1">
            <a:off x="6985254" y="2785958"/>
            <a:ext cx="32004" cy="1314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96" name="Shape 694"/>
          <p:cNvSpPr/>
          <p:nvPr/>
        </p:nvSpPr>
        <p:spPr>
          <a:xfrm flipV="1">
            <a:off x="7017258" y="2773956"/>
            <a:ext cx="32004" cy="1200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97" name="Shape 695"/>
          <p:cNvSpPr/>
          <p:nvPr/>
        </p:nvSpPr>
        <p:spPr>
          <a:xfrm flipV="1">
            <a:off x="7049262" y="2763869"/>
            <a:ext cx="32004" cy="100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98" name="Shape 696"/>
          <p:cNvSpPr/>
          <p:nvPr/>
        </p:nvSpPr>
        <p:spPr>
          <a:xfrm flipV="1">
            <a:off x="7081266" y="2756183"/>
            <a:ext cx="32004" cy="76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699" name="Shape 697"/>
          <p:cNvSpPr/>
          <p:nvPr/>
        </p:nvSpPr>
        <p:spPr>
          <a:xfrm flipV="1">
            <a:off x="7113270" y="2751553"/>
            <a:ext cx="32004" cy="462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00" name="Shape 698"/>
          <p:cNvSpPr/>
          <p:nvPr/>
        </p:nvSpPr>
        <p:spPr>
          <a:xfrm flipV="1">
            <a:off x="7145274" y="2750610"/>
            <a:ext cx="32004" cy="94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01" name="Shape 699"/>
          <p:cNvSpPr/>
          <p:nvPr/>
        </p:nvSpPr>
        <p:spPr>
          <a:xfrm>
            <a:off x="7177278" y="2750610"/>
            <a:ext cx="32004" cy="29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02" name="Shape 700"/>
          <p:cNvSpPr/>
          <p:nvPr/>
        </p:nvSpPr>
        <p:spPr>
          <a:xfrm>
            <a:off x="7209282" y="2753525"/>
            <a:ext cx="32004" cy="725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03" name="Shape 701"/>
          <p:cNvSpPr/>
          <p:nvPr/>
        </p:nvSpPr>
        <p:spPr>
          <a:xfrm>
            <a:off x="7241286" y="2760783"/>
            <a:ext cx="32004" cy="1160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04" name="Shape 702"/>
          <p:cNvSpPr/>
          <p:nvPr/>
        </p:nvSpPr>
        <p:spPr>
          <a:xfrm>
            <a:off x="7273290" y="2772385"/>
            <a:ext cx="32004" cy="1605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05" name="Shape 703"/>
          <p:cNvSpPr/>
          <p:nvPr/>
        </p:nvSpPr>
        <p:spPr>
          <a:xfrm>
            <a:off x="7305294" y="2788444"/>
            <a:ext cx="32004" cy="2037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06" name="Shape 704"/>
          <p:cNvSpPr/>
          <p:nvPr/>
        </p:nvSpPr>
        <p:spPr>
          <a:xfrm>
            <a:off x="7337298" y="2808818"/>
            <a:ext cx="32004" cy="2443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07" name="Shape 705"/>
          <p:cNvSpPr/>
          <p:nvPr/>
        </p:nvSpPr>
        <p:spPr>
          <a:xfrm>
            <a:off x="7369302" y="2833249"/>
            <a:ext cx="32004" cy="2800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08" name="Shape 706"/>
          <p:cNvSpPr/>
          <p:nvPr/>
        </p:nvSpPr>
        <p:spPr>
          <a:xfrm>
            <a:off x="7401306" y="2861253"/>
            <a:ext cx="32004" cy="3109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09" name="Shape 707"/>
          <p:cNvSpPr/>
          <p:nvPr/>
        </p:nvSpPr>
        <p:spPr>
          <a:xfrm>
            <a:off x="7433310" y="2892342"/>
            <a:ext cx="32004" cy="3346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10" name="Shape 708"/>
          <p:cNvSpPr/>
          <p:nvPr/>
        </p:nvSpPr>
        <p:spPr>
          <a:xfrm>
            <a:off x="7465314" y="2925804"/>
            <a:ext cx="32004" cy="3506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11" name="Shape 709"/>
          <p:cNvSpPr/>
          <p:nvPr/>
        </p:nvSpPr>
        <p:spPr>
          <a:xfrm>
            <a:off x="7497318" y="2960865"/>
            <a:ext cx="32004" cy="3571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12" name="Shape 710"/>
          <p:cNvSpPr/>
          <p:nvPr/>
        </p:nvSpPr>
        <p:spPr>
          <a:xfrm>
            <a:off x="7529322" y="2996584"/>
            <a:ext cx="32004" cy="3549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13" name="Shape 711"/>
          <p:cNvSpPr/>
          <p:nvPr/>
        </p:nvSpPr>
        <p:spPr>
          <a:xfrm>
            <a:off x="7561326" y="3032074"/>
            <a:ext cx="32004" cy="3426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14" name="Shape 712"/>
          <p:cNvSpPr/>
          <p:nvPr/>
        </p:nvSpPr>
        <p:spPr>
          <a:xfrm>
            <a:off x="7593330" y="3066336"/>
            <a:ext cx="32004" cy="3226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15" name="Shape 713"/>
          <p:cNvSpPr/>
          <p:nvPr/>
        </p:nvSpPr>
        <p:spPr>
          <a:xfrm>
            <a:off x="7625334" y="3098597"/>
            <a:ext cx="32004" cy="294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16" name="Shape 714"/>
          <p:cNvSpPr/>
          <p:nvPr/>
        </p:nvSpPr>
        <p:spPr>
          <a:xfrm>
            <a:off x="7657338" y="3128086"/>
            <a:ext cx="32004" cy="2586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17" name="Shape 715"/>
          <p:cNvSpPr/>
          <p:nvPr/>
        </p:nvSpPr>
        <p:spPr>
          <a:xfrm>
            <a:off x="7689342" y="3153947"/>
            <a:ext cx="32004" cy="2206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18" name="Shape 716"/>
          <p:cNvSpPr/>
          <p:nvPr/>
        </p:nvSpPr>
        <p:spPr>
          <a:xfrm>
            <a:off x="7721346" y="3176006"/>
            <a:ext cx="32004" cy="1791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19" name="Shape 717"/>
          <p:cNvSpPr/>
          <p:nvPr/>
        </p:nvSpPr>
        <p:spPr>
          <a:xfrm flipV="1">
            <a:off x="4552950" y="3007328"/>
            <a:ext cx="32004" cy="2883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20" name="Shape 718"/>
          <p:cNvSpPr/>
          <p:nvPr/>
        </p:nvSpPr>
        <p:spPr>
          <a:xfrm flipV="1">
            <a:off x="4584954" y="2978410"/>
            <a:ext cx="32004" cy="2891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21" name="Shape 719"/>
          <p:cNvSpPr/>
          <p:nvPr/>
        </p:nvSpPr>
        <p:spPr>
          <a:xfrm flipV="1">
            <a:off x="4616958" y="2949664"/>
            <a:ext cx="32004" cy="2874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22" name="Shape 720"/>
          <p:cNvSpPr/>
          <p:nvPr/>
        </p:nvSpPr>
        <p:spPr>
          <a:xfrm flipV="1">
            <a:off x="4648962" y="2921375"/>
            <a:ext cx="32004" cy="282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23" name="Shape 721"/>
          <p:cNvSpPr/>
          <p:nvPr/>
        </p:nvSpPr>
        <p:spPr>
          <a:xfrm flipV="1">
            <a:off x="4680966" y="2894086"/>
            <a:ext cx="32004" cy="272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24" name="Shape 722"/>
          <p:cNvSpPr/>
          <p:nvPr/>
        </p:nvSpPr>
        <p:spPr>
          <a:xfrm flipV="1">
            <a:off x="4712970" y="2868025"/>
            <a:ext cx="32004" cy="2606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25" name="Shape 723"/>
          <p:cNvSpPr/>
          <p:nvPr/>
        </p:nvSpPr>
        <p:spPr>
          <a:xfrm flipV="1">
            <a:off x="4744974" y="2843736"/>
            <a:ext cx="32004" cy="242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26" name="Shape 724"/>
          <p:cNvSpPr/>
          <p:nvPr/>
        </p:nvSpPr>
        <p:spPr>
          <a:xfrm flipV="1">
            <a:off x="4776978" y="2821505"/>
            <a:ext cx="32004" cy="2223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27" name="Shape 725"/>
          <p:cNvSpPr/>
          <p:nvPr/>
        </p:nvSpPr>
        <p:spPr>
          <a:xfrm flipV="1">
            <a:off x="4808982" y="2801703"/>
            <a:ext cx="32004" cy="1980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28" name="Shape 726"/>
          <p:cNvSpPr/>
          <p:nvPr/>
        </p:nvSpPr>
        <p:spPr>
          <a:xfrm flipV="1">
            <a:off x="4840986" y="2784758"/>
            <a:ext cx="32004" cy="1694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29" name="Shape 727"/>
          <p:cNvSpPr/>
          <p:nvPr/>
        </p:nvSpPr>
        <p:spPr>
          <a:xfrm flipV="1">
            <a:off x="4872990" y="2770784"/>
            <a:ext cx="32004" cy="1397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30" name="Shape 728"/>
          <p:cNvSpPr/>
          <p:nvPr/>
        </p:nvSpPr>
        <p:spPr>
          <a:xfrm flipV="1">
            <a:off x="4904994" y="2759897"/>
            <a:ext cx="32004" cy="108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31" name="Shape 729"/>
          <p:cNvSpPr/>
          <p:nvPr/>
        </p:nvSpPr>
        <p:spPr>
          <a:xfrm flipV="1">
            <a:off x="4936998" y="2752182"/>
            <a:ext cx="32004" cy="77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32" name="Shape 730"/>
          <p:cNvSpPr/>
          <p:nvPr/>
        </p:nvSpPr>
        <p:spPr>
          <a:xfrm flipV="1">
            <a:off x="4969002" y="2747353"/>
            <a:ext cx="32004" cy="482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33" name="Shape 731"/>
          <p:cNvSpPr/>
          <p:nvPr/>
        </p:nvSpPr>
        <p:spPr>
          <a:xfrm flipV="1">
            <a:off x="5001006" y="2745410"/>
            <a:ext cx="32004" cy="194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34" name="Shape 732"/>
          <p:cNvSpPr/>
          <p:nvPr/>
        </p:nvSpPr>
        <p:spPr>
          <a:xfrm>
            <a:off x="5033010" y="2745410"/>
            <a:ext cx="32004" cy="60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35" name="Shape 733"/>
          <p:cNvSpPr/>
          <p:nvPr/>
        </p:nvSpPr>
        <p:spPr>
          <a:xfrm>
            <a:off x="5065014" y="2746010"/>
            <a:ext cx="32004" cy="285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36" name="Shape 734"/>
          <p:cNvSpPr/>
          <p:nvPr/>
        </p:nvSpPr>
        <p:spPr>
          <a:xfrm>
            <a:off x="5097018" y="2748867"/>
            <a:ext cx="32004" cy="49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37" name="Shape 735"/>
          <p:cNvSpPr/>
          <p:nvPr/>
        </p:nvSpPr>
        <p:spPr>
          <a:xfrm>
            <a:off x="5129022" y="2753782"/>
            <a:ext cx="32004" cy="674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38" name="Shape 736"/>
          <p:cNvSpPr/>
          <p:nvPr/>
        </p:nvSpPr>
        <p:spPr>
          <a:xfrm>
            <a:off x="5161026" y="2760526"/>
            <a:ext cx="32004" cy="82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39" name="Shape 737"/>
          <p:cNvSpPr/>
          <p:nvPr/>
        </p:nvSpPr>
        <p:spPr>
          <a:xfrm>
            <a:off x="5193030" y="2768813"/>
            <a:ext cx="32004" cy="977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40" name="Shape 738"/>
          <p:cNvSpPr/>
          <p:nvPr/>
        </p:nvSpPr>
        <p:spPr>
          <a:xfrm>
            <a:off x="5225034" y="2778585"/>
            <a:ext cx="32004" cy="1105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41" name="Shape 739"/>
          <p:cNvSpPr/>
          <p:nvPr/>
        </p:nvSpPr>
        <p:spPr>
          <a:xfrm>
            <a:off x="5257038" y="2789644"/>
            <a:ext cx="32004" cy="1245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42" name="Shape 740"/>
          <p:cNvSpPr/>
          <p:nvPr/>
        </p:nvSpPr>
        <p:spPr>
          <a:xfrm>
            <a:off x="5289042" y="2802103"/>
            <a:ext cx="32004" cy="1385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43" name="Shape 741"/>
          <p:cNvSpPr/>
          <p:nvPr/>
        </p:nvSpPr>
        <p:spPr>
          <a:xfrm>
            <a:off x="5321046" y="2815961"/>
            <a:ext cx="32004" cy="1537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44" name="Shape 742"/>
          <p:cNvSpPr/>
          <p:nvPr/>
        </p:nvSpPr>
        <p:spPr>
          <a:xfrm>
            <a:off x="5353050" y="2831335"/>
            <a:ext cx="32004" cy="1694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45" name="Shape 743"/>
          <p:cNvSpPr/>
          <p:nvPr/>
        </p:nvSpPr>
        <p:spPr>
          <a:xfrm>
            <a:off x="5385054" y="2848280"/>
            <a:ext cx="32004" cy="1860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46" name="Shape 744"/>
          <p:cNvSpPr/>
          <p:nvPr/>
        </p:nvSpPr>
        <p:spPr>
          <a:xfrm>
            <a:off x="5417058" y="2866882"/>
            <a:ext cx="32004" cy="2031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47" name="Shape 745"/>
          <p:cNvSpPr/>
          <p:nvPr/>
        </p:nvSpPr>
        <p:spPr>
          <a:xfrm>
            <a:off x="5449062" y="2887199"/>
            <a:ext cx="32004" cy="2191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48" name="Shape 746"/>
          <p:cNvSpPr/>
          <p:nvPr/>
        </p:nvSpPr>
        <p:spPr>
          <a:xfrm>
            <a:off x="5481066" y="2909116"/>
            <a:ext cx="32004" cy="2351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49" name="Shape 747"/>
          <p:cNvSpPr/>
          <p:nvPr/>
        </p:nvSpPr>
        <p:spPr>
          <a:xfrm>
            <a:off x="5513070" y="2932633"/>
            <a:ext cx="32004" cy="2483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50" name="Shape 748"/>
          <p:cNvSpPr/>
          <p:nvPr/>
        </p:nvSpPr>
        <p:spPr>
          <a:xfrm>
            <a:off x="5545074" y="2957465"/>
            <a:ext cx="32004" cy="2594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51" name="Shape 749"/>
          <p:cNvSpPr/>
          <p:nvPr/>
        </p:nvSpPr>
        <p:spPr>
          <a:xfrm>
            <a:off x="5577078" y="2983411"/>
            <a:ext cx="32004" cy="2663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52" name="Shape 750"/>
          <p:cNvSpPr/>
          <p:nvPr/>
        </p:nvSpPr>
        <p:spPr>
          <a:xfrm>
            <a:off x="5609082" y="3010043"/>
            <a:ext cx="32004" cy="270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53" name="Shape 751"/>
          <p:cNvSpPr/>
          <p:nvPr/>
        </p:nvSpPr>
        <p:spPr>
          <a:xfrm>
            <a:off x="5641086" y="3037132"/>
            <a:ext cx="32004" cy="2717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54" name="Shape 752"/>
          <p:cNvSpPr/>
          <p:nvPr/>
        </p:nvSpPr>
        <p:spPr>
          <a:xfrm>
            <a:off x="5673090" y="3064307"/>
            <a:ext cx="32004" cy="2677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55" name="Shape 753"/>
          <p:cNvSpPr/>
          <p:nvPr/>
        </p:nvSpPr>
        <p:spPr>
          <a:xfrm>
            <a:off x="5705094" y="3091082"/>
            <a:ext cx="32004" cy="2626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56" name="Shape 754"/>
          <p:cNvSpPr/>
          <p:nvPr/>
        </p:nvSpPr>
        <p:spPr>
          <a:xfrm>
            <a:off x="5737098" y="3117342"/>
            <a:ext cx="32004" cy="2531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57" name="Shape 755"/>
          <p:cNvSpPr/>
          <p:nvPr/>
        </p:nvSpPr>
        <p:spPr>
          <a:xfrm>
            <a:off x="5769102" y="3142659"/>
            <a:ext cx="32004" cy="242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58" name="Shape 756"/>
          <p:cNvSpPr/>
          <p:nvPr/>
        </p:nvSpPr>
        <p:spPr>
          <a:xfrm>
            <a:off x="5801106" y="3166948"/>
            <a:ext cx="32004" cy="2320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59" name="Shape 757"/>
          <p:cNvSpPr/>
          <p:nvPr/>
        </p:nvSpPr>
        <p:spPr>
          <a:xfrm>
            <a:off x="5833110" y="3190151"/>
            <a:ext cx="32004" cy="2191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60" name="Shape 758"/>
          <p:cNvSpPr/>
          <p:nvPr/>
        </p:nvSpPr>
        <p:spPr>
          <a:xfrm>
            <a:off x="5865114" y="3212068"/>
            <a:ext cx="32004" cy="2094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61" name="Shape 759"/>
          <p:cNvSpPr/>
          <p:nvPr/>
        </p:nvSpPr>
        <p:spPr>
          <a:xfrm>
            <a:off x="5897118" y="3233014"/>
            <a:ext cx="32004" cy="1977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62" name="Shape 760"/>
          <p:cNvSpPr/>
          <p:nvPr/>
        </p:nvSpPr>
        <p:spPr>
          <a:xfrm>
            <a:off x="5929122" y="3252788"/>
            <a:ext cx="32004" cy="1894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63" name="Shape 761"/>
          <p:cNvSpPr/>
          <p:nvPr/>
        </p:nvSpPr>
        <p:spPr>
          <a:xfrm>
            <a:off x="5961126" y="3271733"/>
            <a:ext cx="32004" cy="1803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64" name="Shape 762"/>
          <p:cNvSpPr/>
          <p:nvPr/>
        </p:nvSpPr>
        <p:spPr>
          <a:xfrm>
            <a:off x="5993130" y="3289764"/>
            <a:ext cx="32004" cy="1711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65" name="Shape 763"/>
          <p:cNvSpPr/>
          <p:nvPr/>
        </p:nvSpPr>
        <p:spPr>
          <a:xfrm>
            <a:off x="6025134" y="3306880"/>
            <a:ext cx="32004" cy="1634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66" name="Shape 764"/>
          <p:cNvSpPr/>
          <p:nvPr/>
        </p:nvSpPr>
        <p:spPr>
          <a:xfrm>
            <a:off x="6057138" y="3323225"/>
            <a:ext cx="32004" cy="1517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67" name="Shape 765"/>
          <p:cNvSpPr/>
          <p:nvPr/>
        </p:nvSpPr>
        <p:spPr>
          <a:xfrm>
            <a:off x="6089142" y="3338398"/>
            <a:ext cx="32004" cy="1405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68" name="Shape 766"/>
          <p:cNvSpPr/>
          <p:nvPr/>
        </p:nvSpPr>
        <p:spPr>
          <a:xfrm>
            <a:off x="6121146" y="3352457"/>
            <a:ext cx="32004" cy="124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69" name="Shape 767"/>
          <p:cNvSpPr/>
          <p:nvPr/>
        </p:nvSpPr>
        <p:spPr>
          <a:xfrm>
            <a:off x="6153150" y="3364944"/>
            <a:ext cx="32004" cy="1077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70" name="Shape 768"/>
          <p:cNvSpPr/>
          <p:nvPr/>
        </p:nvSpPr>
        <p:spPr>
          <a:xfrm>
            <a:off x="6185154" y="3375717"/>
            <a:ext cx="32004" cy="82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71" name="Shape 769"/>
          <p:cNvSpPr/>
          <p:nvPr/>
        </p:nvSpPr>
        <p:spPr>
          <a:xfrm>
            <a:off x="6217158" y="3384004"/>
            <a:ext cx="32004" cy="55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72" name="Shape 770"/>
          <p:cNvSpPr/>
          <p:nvPr/>
        </p:nvSpPr>
        <p:spPr>
          <a:xfrm>
            <a:off x="6249162" y="3389576"/>
            <a:ext cx="32004" cy="25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73" name="Shape 771"/>
          <p:cNvSpPr/>
          <p:nvPr/>
        </p:nvSpPr>
        <p:spPr>
          <a:xfrm flipV="1">
            <a:off x="6281166" y="3390976"/>
            <a:ext cx="32004" cy="111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74" name="Shape 772"/>
          <p:cNvSpPr/>
          <p:nvPr/>
        </p:nvSpPr>
        <p:spPr>
          <a:xfrm flipV="1">
            <a:off x="6313170" y="3386147"/>
            <a:ext cx="32004" cy="482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75" name="Shape 773"/>
          <p:cNvSpPr/>
          <p:nvPr/>
        </p:nvSpPr>
        <p:spPr>
          <a:xfrm flipV="1">
            <a:off x="6345174" y="3377289"/>
            <a:ext cx="32004" cy="885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76" name="Shape 774"/>
          <p:cNvSpPr/>
          <p:nvPr/>
        </p:nvSpPr>
        <p:spPr>
          <a:xfrm flipV="1">
            <a:off x="6377178" y="3364516"/>
            <a:ext cx="32004" cy="1277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77" name="Shape 775"/>
          <p:cNvSpPr/>
          <p:nvPr/>
        </p:nvSpPr>
        <p:spPr>
          <a:xfrm flipV="1">
            <a:off x="6409182" y="3347828"/>
            <a:ext cx="32004" cy="1668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78" name="Shape 776"/>
          <p:cNvSpPr/>
          <p:nvPr/>
        </p:nvSpPr>
        <p:spPr>
          <a:xfrm flipV="1">
            <a:off x="6441186" y="3327425"/>
            <a:ext cx="32004" cy="2040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79" name="Shape 777"/>
          <p:cNvSpPr/>
          <p:nvPr/>
        </p:nvSpPr>
        <p:spPr>
          <a:xfrm flipV="1">
            <a:off x="6473190" y="3303937"/>
            <a:ext cx="32004" cy="234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80" name="Shape 778"/>
          <p:cNvSpPr/>
          <p:nvPr/>
        </p:nvSpPr>
        <p:spPr>
          <a:xfrm flipV="1">
            <a:off x="6505194" y="3277562"/>
            <a:ext cx="32004" cy="2637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81" name="Shape 779"/>
          <p:cNvSpPr/>
          <p:nvPr/>
        </p:nvSpPr>
        <p:spPr>
          <a:xfrm flipV="1">
            <a:off x="6537198" y="3248987"/>
            <a:ext cx="32004" cy="2857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82" name="Shape 780"/>
          <p:cNvSpPr/>
          <p:nvPr/>
        </p:nvSpPr>
        <p:spPr>
          <a:xfrm flipV="1">
            <a:off x="6569202" y="3218698"/>
            <a:ext cx="32004" cy="3029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83" name="Shape 781"/>
          <p:cNvSpPr/>
          <p:nvPr/>
        </p:nvSpPr>
        <p:spPr>
          <a:xfrm flipV="1">
            <a:off x="6601206" y="3187294"/>
            <a:ext cx="32004" cy="3140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84" name="Shape 782"/>
          <p:cNvSpPr/>
          <p:nvPr/>
        </p:nvSpPr>
        <p:spPr>
          <a:xfrm flipV="1">
            <a:off x="6633210" y="3155118"/>
            <a:ext cx="32004" cy="3217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85" name="Shape 783"/>
          <p:cNvSpPr/>
          <p:nvPr/>
        </p:nvSpPr>
        <p:spPr>
          <a:xfrm flipV="1">
            <a:off x="6665214" y="3122914"/>
            <a:ext cx="32004" cy="3220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86" name="Shape 784"/>
          <p:cNvSpPr/>
          <p:nvPr/>
        </p:nvSpPr>
        <p:spPr>
          <a:xfrm flipV="1">
            <a:off x="6697218" y="3090796"/>
            <a:ext cx="32004" cy="3211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87" name="Shape 785"/>
          <p:cNvSpPr/>
          <p:nvPr/>
        </p:nvSpPr>
        <p:spPr>
          <a:xfrm flipV="1">
            <a:off x="6729222" y="3059106"/>
            <a:ext cx="32004" cy="3169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88" name="Shape 786"/>
          <p:cNvSpPr/>
          <p:nvPr/>
        </p:nvSpPr>
        <p:spPr>
          <a:xfrm flipV="1">
            <a:off x="6761226" y="3028074"/>
            <a:ext cx="32004" cy="3103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89" name="Shape 787"/>
          <p:cNvSpPr/>
          <p:nvPr/>
        </p:nvSpPr>
        <p:spPr>
          <a:xfrm flipV="1">
            <a:off x="6793230" y="2997899"/>
            <a:ext cx="32004" cy="3017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90" name="Shape 788"/>
          <p:cNvSpPr/>
          <p:nvPr/>
        </p:nvSpPr>
        <p:spPr>
          <a:xfrm flipV="1">
            <a:off x="6825234" y="2968781"/>
            <a:ext cx="32004" cy="2911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91" name="Shape 789"/>
          <p:cNvSpPr/>
          <p:nvPr/>
        </p:nvSpPr>
        <p:spPr>
          <a:xfrm flipV="1">
            <a:off x="6857238" y="2940806"/>
            <a:ext cx="32004" cy="2797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92" name="Shape 790"/>
          <p:cNvSpPr/>
          <p:nvPr/>
        </p:nvSpPr>
        <p:spPr>
          <a:xfrm flipV="1">
            <a:off x="6889242" y="2914317"/>
            <a:ext cx="32004" cy="264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93" name="Shape 791"/>
          <p:cNvSpPr/>
          <p:nvPr/>
        </p:nvSpPr>
        <p:spPr>
          <a:xfrm flipV="1">
            <a:off x="6921246" y="2889599"/>
            <a:ext cx="32004" cy="2471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94" name="Shape 792"/>
          <p:cNvSpPr/>
          <p:nvPr/>
        </p:nvSpPr>
        <p:spPr>
          <a:xfrm flipV="1">
            <a:off x="6953250" y="2867054"/>
            <a:ext cx="32004" cy="2254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95" name="Shape 793"/>
          <p:cNvSpPr/>
          <p:nvPr/>
        </p:nvSpPr>
        <p:spPr>
          <a:xfrm flipV="1">
            <a:off x="6985254" y="2847108"/>
            <a:ext cx="32004" cy="1994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96" name="Shape 794"/>
          <p:cNvSpPr/>
          <p:nvPr/>
        </p:nvSpPr>
        <p:spPr>
          <a:xfrm flipV="1">
            <a:off x="7017258" y="2830449"/>
            <a:ext cx="32004" cy="1665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97" name="Shape 795"/>
          <p:cNvSpPr/>
          <p:nvPr/>
        </p:nvSpPr>
        <p:spPr>
          <a:xfrm flipV="1">
            <a:off x="7049262" y="2817476"/>
            <a:ext cx="32004" cy="1297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98" name="Shape 796"/>
          <p:cNvSpPr/>
          <p:nvPr/>
        </p:nvSpPr>
        <p:spPr>
          <a:xfrm flipV="1">
            <a:off x="7081266" y="2808961"/>
            <a:ext cx="32004" cy="85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799" name="Shape 797"/>
          <p:cNvSpPr/>
          <p:nvPr/>
        </p:nvSpPr>
        <p:spPr>
          <a:xfrm flipV="1">
            <a:off x="7113270" y="2805246"/>
            <a:ext cx="32004" cy="37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00" name="Shape 798"/>
          <p:cNvSpPr/>
          <p:nvPr/>
        </p:nvSpPr>
        <p:spPr>
          <a:xfrm>
            <a:off x="7145274" y="2805246"/>
            <a:ext cx="32004" cy="142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01" name="Shape 799"/>
          <p:cNvSpPr/>
          <p:nvPr/>
        </p:nvSpPr>
        <p:spPr>
          <a:xfrm>
            <a:off x="7177278" y="2806675"/>
            <a:ext cx="32004" cy="682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02" name="Shape 800"/>
          <p:cNvSpPr/>
          <p:nvPr/>
        </p:nvSpPr>
        <p:spPr>
          <a:xfrm>
            <a:off x="7209282" y="2813504"/>
            <a:ext cx="32004" cy="1197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03" name="Shape 801"/>
          <p:cNvSpPr/>
          <p:nvPr/>
        </p:nvSpPr>
        <p:spPr>
          <a:xfrm>
            <a:off x="7241286" y="2825477"/>
            <a:ext cx="32004" cy="1685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04" name="Shape 802"/>
          <p:cNvSpPr/>
          <p:nvPr/>
        </p:nvSpPr>
        <p:spPr>
          <a:xfrm>
            <a:off x="7273290" y="2842336"/>
            <a:ext cx="32004" cy="2123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05" name="Shape 803"/>
          <p:cNvSpPr/>
          <p:nvPr/>
        </p:nvSpPr>
        <p:spPr>
          <a:xfrm>
            <a:off x="7305294" y="2863567"/>
            <a:ext cx="32004" cy="244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06" name="Shape 804"/>
          <p:cNvSpPr/>
          <p:nvPr/>
        </p:nvSpPr>
        <p:spPr>
          <a:xfrm>
            <a:off x="7337298" y="2888056"/>
            <a:ext cx="32004" cy="2666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07" name="Shape 805"/>
          <p:cNvSpPr/>
          <p:nvPr/>
        </p:nvSpPr>
        <p:spPr>
          <a:xfrm>
            <a:off x="7369302" y="2914717"/>
            <a:ext cx="32004" cy="276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08" name="Shape 806"/>
          <p:cNvSpPr/>
          <p:nvPr/>
        </p:nvSpPr>
        <p:spPr>
          <a:xfrm>
            <a:off x="7401306" y="2942406"/>
            <a:ext cx="32004" cy="272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09" name="Shape 807"/>
          <p:cNvSpPr/>
          <p:nvPr/>
        </p:nvSpPr>
        <p:spPr>
          <a:xfrm>
            <a:off x="7433310" y="2969695"/>
            <a:ext cx="32004" cy="256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10" name="Shape 808"/>
          <p:cNvSpPr/>
          <p:nvPr/>
        </p:nvSpPr>
        <p:spPr>
          <a:xfrm>
            <a:off x="7465314" y="2995384"/>
            <a:ext cx="32004" cy="2274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11" name="Shape 809"/>
          <p:cNvSpPr/>
          <p:nvPr/>
        </p:nvSpPr>
        <p:spPr>
          <a:xfrm>
            <a:off x="7497318" y="3018130"/>
            <a:ext cx="32004" cy="1911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12" name="Shape 810"/>
          <p:cNvSpPr/>
          <p:nvPr/>
        </p:nvSpPr>
        <p:spPr>
          <a:xfrm>
            <a:off x="7529322" y="3037246"/>
            <a:ext cx="32004" cy="1454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13" name="Shape 811"/>
          <p:cNvSpPr/>
          <p:nvPr/>
        </p:nvSpPr>
        <p:spPr>
          <a:xfrm>
            <a:off x="7561326" y="3051791"/>
            <a:ext cx="32004" cy="994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14" name="Shape 812"/>
          <p:cNvSpPr/>
          <p:nvPr/>
        </p:nvSpPr>
        <p:spPr>
          <a:xfrm>
            <a:off x="7593330" y="3061735"/>
            <a:ext cx="32004" cy="514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15" name="Shape 813"/>
          <p:cNvSpPr/>
          <p:nvPr/>
        </p:nvSpPr>
        <p:spPr>
          <a:xfrm>
            <a:off x="7625334" y="3066879"/>
            <a:ext cx="32004" cy="9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16" name="Shape 814"/>
          <p:cNvSpPr/>
          <p:nvPr/>
        </p:nvSpPr>
        <p:spPr>
          <a:xfrm flipV="1">
            <a:off x="7657338" y="3065107"/>
            <a:ext cx="32004" cy="274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17" name="Shape 815"/>
          <p:cNvSpPr/>
          <p:nvPr/>
        </p:nvSpPr>
        <p:spPr>
          <a:xfrm flipV="1">
            <a:off x="7689342" y="3059678"/>
            <a:ext cx="32004" cy="542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18" name="Shape 816"/>
          <p:cNvSpPr/>
          <p:nvPr/>
        </p:nvSpPr>
        <p:spPr>
          <a:xfrm flipV="1">
            <a:off x="7721346" y="3052734"/>
            <a:ext cx="32004" cy="694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19" name="Shape 817"/>
          <p:cNvSpPr/>
          <p:nvPr/>
        </p:nvSpPr>
        <p:spPr>
          <a:xfrm flipV="1">
            <a:off x="4552950" y="2955065"/>
            <a:ext cx="32004" cy="2171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20" name="Shape 818"/>
          <p:cNvSpPr/>
          <p:nvPr/>
        </p:nvSpPr>
        <p:spPr>
          <a:xfrm flipV="1">
            <a:off x="4584954" y="2930490"/>
            <a:ext cx="32004" cy="2457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21" name="Shape 819"/>
          <p:cNvSpPr/>
          <p:nvPr/>
        </p:nvSpPr>
        <p:spPr>
          <a:xfrm flipV="1">
            <a:off x="4616958" y="2904401"/>
            <a:ext cx="32004" cy="260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22" name="Shape 820"/>
          <p:cNvSpPr/>
          <p:nvPr/>
        </p:nvSpPr>
        <p:spPr>
          <a:xfrm flipV="1">
            <a:off x="4648962" y="2877912"/>
            <a:ext cx="32004" cy="264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23" name="Shape 821"/>
          <p:cNvSpPr/>
          <p:nvPr/>
        </p:nvSpPr>
        <p:spPr>
          <a:xfrm flipV="1">
            <a:off x="4680966" y="2852166"/>
            <a:ext cx="32004" cy="2574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24" name="Shape 822"/>
          <p:cNvSpPr/>
          <p:nvPr/>
        </p:nvSpPr>
        <p:spPr>
          <a:xfrm flipV="1">
            <a:off x="4712970" y="2828077"/>
            <a:ext cx="32004" cy="240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25" name="Shape 823"/>
          <p:cNvSpPr/>
          <p:nvPr/>
        </p:nvSpPr>
        <p:spPr>
          <a:xfrm flipV="1">
            <a:off x="4744974" y="2806389"/>
            <a:ext cx="32004" cy="2168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26" name="Shape 824"/>
          <p:cNvSpPr/>
          <p:nvPr/>
        </p:nvSpPr>
        <p:spPr>
          <a:xfrm flipV="1">
            <a:off x="4776978" y="2787615"/>
            <a:ext cx="32004" cy="1877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27" name="Shape 825"/>
          <p:cNvSpPr/>
          <p:nvPr/>
        </p:nvSpPr>
        <p:spPr>
          <a:xfrm flipV="1">
            <a:off x="4808982" y="2771899"/>
            <a:ext cx="32004" cy="1571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28" name="Shape 826"/>
          <p:cNvSpPr/>
          <p:nvPr/>
        </p:nvSpPr>
        <p:spPr>
          <a:xfrm flipV="1">
            <a:off x="4840986" y="2759383"/>
            <a:ext cx="32004" cy="1251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29" name="Shape 827"/>
          <p:cNvSpPr/>
          <p:nvPr/>
        </p:nvSpPr>
        <p:spPr>
          <a:xfrm flipV="1">
            <a:off x="4872990" y="2749696"/>
            <a:ext cx="32004" cy="96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30" name="Shape 828"/>
          <p:cNvSpPr/>
          <p:nvPr/>
        </p:nvSpPr>
        <p:spPr>
          <a:xfrm flipV="1">
            <a:off x="4904994" y="2742638"/>
            <a:ext cx="32004" cy="705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31" name="Shape 829"/>
          <p:cNvSpPr/>
          <p:nvPr/>
        </p:nvSpPr>
        <p:spPr>
          <a:xfrm flipV="1">
            <a:off x="4936998" y="2737695"/>
            <a:ext cx="32004" cy="494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32" name="Shape 830"/>
          <p:cNvSpPr/>
          <p:nvPr/>
        </p:nvSpPr>
        <p:spPr>
          <a:xfrm flipV="1">
            <a:off x="4969002" y="2734608"/>
            <a:ext cx="32004" cy="308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33" name="Shape 831"/>
          <p:cNvSpPr/>
          <p:nvPr/>
        </p:nvSpPr>
        <p:spPr>
          <a:xfrm flipV="1">
            <a:off x="5001006" y="2732751"/>
            <a:ext cx="32004" cy="185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34" name="Shape 832"/>
          <p:cNvSpPr/>
          <p:nvPr/>
        </p:nvSpPr>
        <p:spPr>
          <a:xfrm flipV="1">
            <a:off x="5033010" y="2731980"/>
            <a:ext cx="32004" cy="7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35" name="Shape 833"/>
          <p:cNvSpPr/>
          <p:nvPr/>
        </p:nvSpPr>
        <p:spPr>
          <a:xfrm>
            <a:off x="5065014" y="2731980"/>
            <a:ext cx="32004" cy="11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36" name="Shape 834"/>
          <p:cNvSpPr/>
          <p:nvPr/>
        </p:nvSpPr>
        <p:spPr>
          <a:xfrm>
            <a:off x="5097018" y="2732094"/>
            <a:ext cx="32004" cy="100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37" name="Shape 835"/>
          <p:cNvSpPr/>
          <p:nvPr/>
        </p:nvSpPr>
        <p:spPr>
          <a:xfrm>
            <a:off x="5129022" y="2733094"/>
            <a:ext cx="32004" cy="205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38" name="Shape 836"/>
          <p:cNvSpPr/>
          <p:nvPr/>
        </p:nvSpPr>
        <p:spPr>
          <a:xfrm>
            <a:off x="5161026" y="2735151"/>
            <a:ext cx="32004" cy="33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39" name="Shape 837"/>
          <p:cNvSpPr/>
          <p:nvPr/>
        </p:nvSpPr>
        <p:spPr>
          <a:xfrm>
            <a:off x="5193030" y="2738523"/>
            <a:ext cx="32004" cy="49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40" name="Shape 838"/>
          <p:cNvSpPr/>
          <p:nvPr/>
        </p:nvSpPr>
        <p:spPr>
          <a:xfrm>
            <a:off x="5225034" y="2743495"/>
            <a:ext cx="32004" cy="705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41" name="Shape 839"/>
          <p:cNvSpPr/>
          <p:nvPr/>
        </p:nvSpPr>
        <p:spPr>
          <a:xfrm>
            <a:off x="5257038" y="2750553"/>
            <a:ext cx="32004" cy="957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42" name="Shape 840"/>
          <p:cNvSpPr/>
          <p:nvPr/>
        </p:nvSpPr>
        <p:spPr>
          <a:xfrm>
            <a:off x="5289042" y="2760126"/>
            <a:ext cx="32004" cy="1240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43" name="Shape 841"/>
          <p:cNvSpPr/>
          <p:nvPr/>
        </p:nvSpPr>
        <p:spPr>
          <a:xfrm>
            <a:off x="5321046" y="2772527"/>
            <a:ext cx="32004" cy="1557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44" name="Shape 842"/>
          <p:cNvSpPr/>
          <p:nvPr/>
        </p:nvSpPr>
        <p:spPr>
          <a:xfrm>
            <a:off x="5353050" y="2788101"/>
            <a:ext cx="32004" cy="1906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45" name="Shape 843"/>
          <p:cNvSpPr/>
          <p:nvPr/>
        </p:nvSpPr>
        <p:spPr>
          <a:xfrm>
            <a:off x="5385054" y="2807160"/>
            <a:ext cx="32004" cy="2243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46" name="Shape 844"/>
          <p:cNvSpPr/>
          <p:nvPr/>
        </p:nvSpPr>
        <p:spPr>
          <a:xfrm>
            <a:off x="5417058" y="2829592"/>
            <a:ext cx="32004" cy="256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47" name="Shape 845"/>
          <p:cNvSpPr/>
          <p:nvPr/>
        </p:nvSpPr>
        <p:spPr>
          <a:xfrm>
            <a:off x="5449062" y="2855281"/>
            <a:ext cx="32004" cy="2874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48" name="Shape 846"/>
          <p:cNvSpPr/>
          <p:nvPr/>
        </p:nvSpPr>
        <p:spPr>
          <a:xfrm>
            <a:off x="5481066" y="2884027"/>
            <a:ext cx="32004" cy="3140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49" name="Shape 847"/>
          <p:cNvSpPr/>
          <p:nvPr/>
        </p:nvSpPr>
        <p:spPr>
          <a:xfrm>
            <a:off x="5513070" y="2915431"/>
            <a:ext cx="32004" cy="3337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50" name="Shape 848"/>
          <p:cNvSpPr/>
          <p:nvPr/>
        </p:nvSpPr>
        <p:spPr>
          <a:xfrm>
            <a:off x="5545074" y="2948807"/>
            <a:ext cx="32004" cy="3477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51" name="Shape 849"/>
          <p:cNvSpPr/>
          <p:nvPr/>
        </p:nvSpPr>
        <p:spPr>
          <a:xfrm>
            <a:off x="5577078" y="2983582"/>
            <a:ext cx="32004" cy="3543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52" name="Shape 850"/>
          <p:cNvSpPr/>
          <p:nvPr/>
        </p:nvSpPr>
        <p:spPr>
          <a:xfrm>
            <a:off x="5609082" y="3019015"/>
            <a:ext cx="32004" cy="3526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53" name="Shape 851"/>
          <p:cNvSpPr/>
          <p:nvPr/>
        </p:nvSpPr>
        <p:spPr>
          <a:xfrm>
            <a:off x="5641086" y="3054277"/>
            <a:ext cx="32004" cy="3431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54" name="Shape 852"/>
          <p:cNvSpPr/>
          <p:nvPr/>
        </p:nvSpPr>
        <p:spPr>
          <a:xfrm>
            <a:off x="5673090" y="3088596"/>
            <a:ext cx="32004" cy="3257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55" name="Shape 853"/>
          <p:cNvSpPr/>
          <p:nvPr/>
        </p:nvSpPr>
        <p:spPr>
          <a:xfrm>
            <a:off x="5705094" y="3121171"/>
            <a:ext cx="32004" cy="3011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56" name="Shape 854"/>
          <p:cNvSpPr/>
          <p:nvPr/>
        </p:nvSpPr>
        <p:spPr>
          <a:xfrm>
            <a:off x="5737098" y="3151289"/>
            <a:ext cx="32004" cy="2697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57" name="Shape 855"/>
          <p:cNvSpPr/>
          <p:nvPr/>
        </p:nvSpPr>
        <p:spPr>
          <a:xfrm>
            <a:off x="5769102" y="3178264"/>
            <a:ext cx="32004" cy="2340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58" name="Shape 856"/>
          <p:cNvSpPr/>
          <p:nvPr/>
        </p:nvSpPr>
        <p:spPr>
          <a:xfrm>
            <a:off x="5801106" y="3201667"/>
            <a:ext cx="32004" cy="1926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59" name="Shape 857"/>
          <p:cNvSpPr/>
          <p:nvPr/>
        </p:nvSpPr>
        <p:spPr>
          <a:xfrm>
            <a:off x="5833110" y="3220926"/>
            <a:ext cx="32004" cy="1503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60" name="Shape 858"/>
          <p:cNvSpPr/>
          <p:nvPr/>
        </p:nvSpPr>
        <p:spPr>
          <a:xfrm>
            <a:off x="5865114" y="3235957"/>
            <a:ext cx="32004" cy="1060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61" name="Shape 859"/>
          <p:cNvSpPr/>
          <p:nvPr/>
        </p:nvSpPr>
        <p:spPr>
          <a:xfrm>
            <a:off x="5897118" y="3246558"/>
            <a:ext cx="32004" cy="625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62" name="Shape 860"/>
          <p:cNvSpPr/>
          <p:nvPr/>
        </p:nvSpPr>
        <p:spPr>
          <a:xfrm>
            <a:off x="5929122" y="3252816"/>
            <a:ext cx="32004" cy="202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63" name="Shape 861"/>
          <p:cNvSpPr/>
          <p:nvPr/>
        </p:nvSpPr>
        <p:spPr>
          <a:xfrm flipV="1">
            <a:off x="5961126" y="3252959"/>
            <a:ext cx="32004" cy="188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64" name="Shape 862"/>
          <p:cNvSpPr/>
          <p:nvPr/>
        </p:nvSpPr>
        <p:spPr>
          <a:xfrm flipV="1">
            <a:off x="5993130" y="3247587"/>
            <a:ext cx="32004" cy="53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65" name="Shape 863"/>
          <p:cNvSpPr/>
          <p:nvPr/>
        </p:nvSpPr>
        <p:spPr>
          <a:xfrm flipV="1">
            <a:off x="6025134" y="3239243"/>
            <a:ext cx="32004" cy="834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66" name="Shape 864"/>
          <p:cNvSpPr/>
          <p:nvPr/>
        </p:nvSpPr>
        <p:spPr>
          <a:xfrm flipV="1">
            <a:off x="6057138" y="3228499"/>
            <a:ext cx="32004" cy="1074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67" name="Shape 865"/>
          <p:cNvSpPr/>
          <p:nvPr/>
        </p:nvSpPr>
        <p:spPr>
          <a:xfrm flipV="1">
            <a:off x="6089142" y="3215783"/>
            <a:ext cx="32004" cy="1271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68" name="Shape 866"/>
          <p:cNvSpPr/>
          <p:nvPr/>
        </p:nvSpPr>
        <p:spPr>
          <a:xfrm flipV="1">
            <a:off x="6121146" y="3201753"/>
            <a:ext cx="32004" cy="1403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69" name="Shape 867"/>
          <p:cNvSpPr/>
          <p:nvPr/>
        </p:nvSpPr>
        <p:spPr>
          <a:xfrm flipV="1">
            <a:off x="6153150" y="3187008"/>
            <a:ext cx="32004" cy="1474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70" name="Shape 868"/>
          <p:cNvSpPr/>
          <p:nvPr/>
        </p:nvSpPr>
        <p:spPr>
          <a:xfrm flipV="1">
            <a:off x="6185154" y="3171977"/>
            <a:ext cx="32004" cy="1503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71" name="Shape 869"/>
          <p:cNvSpPr/>
          <p:nvPr/>
        </p:nvSpPr>
        <p:spPr>
          <a:xfrm flipV="1">
            <a:off x="6217158" y="3157261"/>
            <a:ext cx="32004" cy="1471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72" name="Shape 870"/>
          <p:cNvSpPr/>
          <p:nvPr/>
        </p:nvSpPr>
        <p:spPr>
          <a:xfrm flipV="1">
            <a:off x="6249162" y="3143060"/>
            <a:ext cx="32004" cy="1420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73" name="Shape 871"/>
          <p:cNvSpPr/>
          <p:nvPr/>
        </p:nvSpPr>
        <p:spPr>
          <a:xfrm flipV="1">
            <a:off x="6281166" y="3129829"/>
            <a:ext cx="32004" cy="1323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74" name="Shape 872"/>
          <p:cNvSpPr/>
          <p:nvPr/>
        </p:nvSpPr>
        <p:spPr>
          <a:xfrm flipV="1">
            <a:off x="6313170" y="3117771"/>
            <a:ext cx="32004" cy="1205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75" name="Shape 873"/>
          <p:cNvSpPr/>
          <p:nvPr/>
        </p:nvSpPr>
        <p:spPr>
          <a:xfrm flipV="1">
            <a:off x="6345174" y="3107055"/>
            <a:ext cx="32004" cy="1071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76" name="Shape 874"/>
          <p:cNvSpPr/>
          <p:nvPr/>
        </p:nvSpPr>
        <p:spPr>
          <a:xfrm flipV="1">
            <a:off x="6377178" y="3097568"/>
            <a:ext cx="32004" cy="94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77" name="Shape 875"/>
          <p:cNvSpPr/>
          <p:nvPr/>
        </p:nvSpPr>
        <p:spPr>
          <a:xfrm flipV="1">
            <a:off x="6409182" y="3089510"/>
            <a:ext cx="32004" cy="805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78" name="Shape 876"/>
          <p:cNvSpPr/>
          <p:nvPr/>
        </p:nvSpPr>
        <p:spPr>
          <a:xfrm flipV="1">
            <a:off x="6441186" y="3082652"/>
            <a:ext cx="32004" cy="685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79" name="Shape 877"/>
          <p:cNvSpPr/>
          <p:nvPr/>
        </p:nvSpPr>
        <p:spPr>
          <a:xfrm flipV="1">
            <a:off x="6473190" y="3076651"/>
            <a:ext cx="32004" cy="600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80" name="Shape 878"/>
          <p:cNvSpPr/>
          <p:nvPr/>
        </p:nvSpPr>
        <p:spPr>
          <a:xfrm flipV="1">
            <a:off x="6505194" y="3071365"/>
            <a:ext cx="32004" cy="528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81" name="Shape 879"/>
          <p:cNvSpPr/>
          <p:nvPr/>
        </p:nvSpPr>
        <p:spPr>
          <a:xfrm flipV="1">
            <a:off x="6537198" y="3066336"/>
            <a:ext cx="32004" cy="502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82" name="Shape 880"/>
          <p:cNvSpPr/>
          <p:nvPr/>
        </p:nvSpPr>
        <p:spPr>
          <a:xfrm flipV="1">
            <a:off x="6569202" y="3061221"/>
            <a:ext cx="32004" cy="51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83" name="Shape 881"/>
          <p:cNvSpPr/>
          <p:nvPr/>
        </p:nvSpPr>
        <p:spPr>
          <a:xfrm flipV="1">
            <a:off x="6601206" y="3055449"/>
            <a:ext cx="32004" cy="57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84" name="Shape 882"/>
          <p:cNvSpPr/>
          <p:nvPr/>
        </p:nvSpPr>
        <p:spPr>
          <a:xfrm flipV="1">
            <a:off x="6633210" y="3048619"/>
            <a:ext cx="32004" cy="682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85" name="Shape 883"/>
          <p:cNvSpPr/>
          <p:nvPr/>
        </p:nvSpPr>
        <p:spPr>
          <a:xfrm flipV="1">
            <a:off x="6665214" y="3040447"/>
            <a:ext cx="32004" cy="81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86" name="Shape 884"/>
          <p:cNvSpPr/>
          <p:nvPr/>
        </p:nvSpPr>
        <p:spPr>
          <a:xfrm flipV="1">
            <a:off x="6697218" y="3030445"/>
            <a:ext cx="32004" cy="1000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87" name="Shape 885"/>
          <p:cNvSpPr/>
          <p:nvPr/>
        </p:nvSpPr>
        <p:spPr>
          <a:xfrm flipV="1">
            <a:off x="6729222" y="3018415"/>
            <a:ext cx="32004" cy="1203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88" name="Shape 886"/>
          <p:cNvSpPr/>
          <p:nvPr/>
        </p:nvSpPr>
        <p:spPr>
          <a:xfrm flipV="1">
            <a:off x="6761226" y="3004214"/>
            <a:ext cx="32004" cy="1420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89" name="Shape 887"/>
          <p:cNvSpPr/>
          <p:nvPr/>
        </p:nvSpPr>
        <p:spPr>
          <a:xfrm flipV="1">
            <a:off x="6793230" y="2987754"/>
            <a:ext cx="32004" cy="1645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90" name="Shape 888"/>
          <p:cNvSpPr/>
          <p:nvPr/>
        </p:nvSpPr>
        <p:spPr>
          <a:xfrm flipV="1">
            <a:off x="6825234" y="2969295"/>
            <a:ext cx="32004" cy="1845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91" name="Shape 889"/>
          <p:cNvSpPr/>
          <p:nvPr/>
        </p:nvSpPr>
        <p:spPr>
          <a:xfrm flipV="1">
            <a:off x="6857238" y="2949092"/>
            <a:ext cx="32004" cy="2020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92" name="Shape 890"/>
          <p:cNvSpPr/>
          <p:nvPr/>
        </p:nvSpPr>
        <p:spPr>
          <a:xfrm flipV="1">
            <a:off x="6889242" y="2927604"/>
            <a:ext cx="32004" cy="2148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93" name="Shape 891"/>
          <p:cNvSpPr/>
          <p:nvPr/>
        </p:nvSpPr>
        <p:spPr>
          <a:xfrm flipV="1">
            <a:off x="6921246" y="2905344"/>
            <a:ext cx="32004" cy="2226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94" name="Shape 892"/>
          <p:cNvSpPr/>
          <p:nvPr/>
        </p:nvSpPr>
        <p:spPr>
          <a:xfrm flipV="1">
            <a:off x="6953250" y="2882998"/>
            <a:ext cx="32004" cy="2234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95" name="Shape 893"/>
          <p:cNvSpPr/>
          <p:nvPr/>
        </p:nvSpPr>
        <p:spPr>
          <a:xfrm flipV="1">
            <a:off x="6985254" y="2861253"/>
            <a:ext cx="32004" cy="2174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96" name="Shape 894"/>
          <p:cNvSpPr/>
          <p:nvPr/>
        </p:nvSpPr>
        <p:spPr>
          <a:xfrm flipV="1">
            <a:off x="7017258" y="2840822"/>
            <a:ext cx="32004" cy="2043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97" name="Shape 895"/>
          <p:cNvSpPr/>
          <p:nvPr/>
        </p:nvSpPr>
        <p:spPr>
          <a:xfrm flipV="1">
            <a:off x="7049262" y="2822477"/>
            <a:ext cx="32004" cy="1834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98" name="Shape 896"/>
          <p:cNvSpPr/>
          <p:nvPr/>
        </p:nvSpPr>
        <p:spPr>
          <a:xfrm flipV="1">
            <a:off x="7081266" y="2807018"/>
            <a:ext cx="32004" cy="1545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899" name="Shape 897"/>
          <p:cNvSpPr/>
          <p:nvPr/>
        </p:nvSpPr>
        <p:spPr>
          <a:xfrm flipV="1">
            <a:off x="7113270" y="2794930"/>
            <a:ext cx="32004" cy="120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00" name="Shape 898"/>
          <p:cNvSpPr/>
          <p:nvPr/>
        </p:nvSpPr>
        <p:spPr>
          <a:xfrm flipV="1">
            <a:off x="7145274" y="2786729"/>
            <a:ext cx="32004" cy="820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01" name="Shape 899"/>
          <p:cNvSpPr/>
          <p:nvPr/>
        </p:nvSpPr>
        <p:spPr>
          <a:xfrm flipV="1">
            <a:off x="7177278" y="2782814"/>
            <a:ext cx="32004" cy="39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02" name="Shape 900"/>
          <p:cNvSpPr/>
          <p:nvPr/>
        </p:nvSpPr>
        <p:spPr>
          <a:xfrm>
            <a:off x="7209282" y="2782814"/>
            <a:ext cx="32004" cy="60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03" name="Shape 901"/>
          <p:cNvSpPr/>
          <p:nvPr/>
        </p:nvSpPr>
        <p:spPr>
          <a:xfrm>
            <a:off x="7241286" y="2783415"/>
            <a:ext cx="32004" cy="528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04" name="Shape 902"/>
          <p:cNvSpPr/>
          <p:nvPr/>
        </p:nvSpPr>
        <p:spPr>
          <a:xfrm>
            <a:off x="7273290" y="2788701"/>
            <a:ext cx="32004" cy="985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05" name="Shape 903"/>
          <p:cNvSpPr/>
          <p:nvPr/>
        </p:nvSpPr>
        <p:spPr>
          <a:xfrm>
            <a:off x="7305294" y="2798559"/>
            <a:ext cx="32004" cy="1428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06" name="Shape 904"/>
          <p:cNvSpPr/>
          <p:nvPr/>
        </p:nvSpPr>
        <p:spPr>
          <a:xfrm>
            <a:off x="7337298" y="2812847"/>
            <a:ext cx="32004" cy="1845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07" name="Shape 905"/>
          <p:cNvSpPr/>
          <p:nvPr/>
        </p:nvSpPr>
        <p:spPr>
          <a:xfrm>
            <a:off x="7369302" y="2831306"/>
            <a:ext cx="32004" cy="2223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08" name="Shape 906"/>
          <p:cNvSpPr/>
          <p:nvPr/>
        </p:nvSpPr>
        <p:spPr>
          <a:xfrm>
            <a:off x="7401306" y="2853538"/>
            <a:ext cx="32004" cy="2554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09" name="Shape 907"/>
          <p:cNvSpPr/>
          <p:nvPr/>
        </p:nvSpPr>
        <p:spPr>
          <a:xfrm>
            <a:off x="7433310" y="2879084"/>
            <a:ext cx="32004" cy="2837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10" name="Shape 908"/>
          <p:cNvSpPr/>
          <p:nvPr/>
        </p:nvSpPr>
        <p:spPr>
          <a:xfrm>
            <a:off x="7465314" y="2907459"/>
            <a:ext cx="32004" cy="3086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11" name="Shape 909"/>
          <p:cNvSpPr/>
          <p:nvPr/>
        </p:nvSpPr>
        <p:spPr>
          <a:xfrm>
            <a:off x="7497318" y="2938320"/>
            <a:ext cx="32004" cy="3249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12" name="Shape 910"/>
          <p:cNvSpPr/>
          <p:nvPr/>
        </p:nvSpPr>
        <p:spPr>
          <a:xfrm>
            <a:off x="7529322" y="2970809"/>
            <a:ext cx="32004" cy="3377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13" name="Shape 911"/>
          <p:cNvSpPr/>
          <p:nvPr/>
        </p:nvSpPr>
        <p:spPr>
          <a:xfrm>
            <a:off x="7561326" y="3004585"/>
            <a:ext cx="32004" cy="3437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14" name="Shape 912"/>
          <p:cNvSpPr/>
          <p:nvPr/>
        </p:nvSpPr>
        <p:spPr>
          <a:xfrm>
            <a:off x="7593330" y="3038961"/>
            <a:ext cx="32004" cy="3431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15" name="Shape 913"/>
          <p:cNvSpPr/>
          <p:nvPr/>
        </p:nvSpPr>
        <p:spPr>
          <a:xfrm>
            <a:off x="7625334" y="3073279"/>
            <a:ext cx="32004" cy="3377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16" name="Shape 914"/>
          <p:cNvSpPr/>
          <p:nvPr/>
        </p:nvSpPr>
        <p:spPr>
          <a:xfrm>
            <a:off x="7657338" y="3107055"/>
            <a:ext cx="32004" cy="3237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17" name="Shape 915"/>
          <p:cNvSpPr/>
          <p:nvPr/>
        </p:nvSpPr>
        <p:spPr>
          <a:xfrm>
            <a:off x="7689342" y="3139430"/>
            <a:ext cx="32004" cy="3040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18" name="Shape 916"/>
          <p:cNvSpPr/>
          <p:nvPr/>
        </p:nvSpPr>
        <p:spPr>
          <a:xfrm>
            <a:off x="7721346" y="3169834"/>
            <a:ext cx="32004" cy="2774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19" name="Shape 917"/>
          <p:cNvSpPr/>
          <p:nvPr/>
        </p:nvSpPr>
        <p:spPr>
          <a:xfrm flipV="1">
            <a:off x="4552950" y="2964437"/>
            <a:ext cx="32004" cy="3109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20" name="Shape 918"/>
          <p:cNvSpPr/>
          <p:nvPr/>
        </p:nvSpPr>
        <p:spPr>
          <a:xfrm flipV="1">
            <a:off x="4584954" y="2937405"/>
            <a:ext cx="32004" cy="2703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21" name="Shape 919"/>
          <p:cNvSpPr/>
          <p:nvPr/>
        </p:nvSpPr>
        <p:spPr>
          <a:xfrm flipV="1">
            <a:off x="4616958" y="2914317"/>
            <a:ext cx="32004" cy="230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22" name="Shape 920"/>
          <p:cNvSpPr/>
          <p:nvPr/>
        </p:nvSpPr>
        <p:spPr>
          <a:xfrm flipV="1">
            <a:off x="4648962" y="2895171"/>
            <a:ext cx="32004" cy="1914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23" name="Shape 921"/>
          <p:cNvSpPr/>
          <p:nvPr/>
        </p:nvSpPr>
        <p:spPr>
          <a:xfrm flipV="1">
            <a:off x="4680966" y="2879627"/>
            <a:ext cx="32004" cy="1554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24" name="Shape 922"/>
          <p:cNvSpPr/>
          <p:nvPr/>
        </p:nvSpPr>
        <p:spPr>
          <a:xfrm flipV="1">
            <a:off x="4712970" y="2867082"/>
            <a:ext cx="32004" cy="1254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25" name="Shape 923"/>
          <p:cNvSpPr/>
          <p:nvPr/>
        </p:nvSpPr>
        <p:spPr>
          <a:xfrm flipV="1">
            <a:off x="4744974" y="2856995"/>
            <a:ext cx="32004" cy="100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26" name="Shape 924"/>
          <p:cNvSpPr/>
          <p:nvPr/>
        </p:nvSpPr>
        <p:spPr>
          <a:xfrm flipV="1">
            <a:off x="4776978" y="2848737"/>
            <a:ext cx="32004" cy="825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27" name="Shape 925"/>
          <p:cNvSpPr/>
          <p:nvPr/>
        </p:nvSpPr>
        <p:spPr>
          <a:xfrm flipV="1">
            <a:off x="4808982" y="2841479"/>
            <a:ext cx="32004" cy="725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28" name="Shape 926"/>
          <p:cNvSpPr/>
          <p:nvPr/>
        </p:nvSpPr>
        <p:spPr>
          <a:xfrm flipV="1">
            <a:off x="4840986" y="2834764"/>
            <a:ext cx="32004" cy="67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29" name="Shape 927"/>
          <p:cNvSpPr/>
          <p:nvPr/>
        </p:nvSpPr>
        <p:spPr>
          <a:xfrm flipV="1">
            <a:off x="4872990" y="2827992"/>
            <a:ext cx="32004" cy="67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30" name="Shape 928"/>
          <p:cNvSpPr/>
          <p:nvPr/>
        </p:nvSpPr>
        <p:spPr>
          <a:xfrm flipV="1">
            <a:off x="4904994" y="2820905"/>
            <a:ext cx="32004" cy="70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31" name="Shape 929"/>
          <p:cNvSpPr/>
          <p:nvPr/>
        </p:nvSpPr>
        <p:spPr>
          <a:xfrm flipV="1">
            <a:off x="4936998" y="2813218"/>
            <a:ext cx="32004" cy="76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32" name="Shape 930"/>
          <p:cNvSpPr/>
          <p:nvPr/>
        </p:nvSpPr>
        <p:spPr>
          <a:xfrm flipV="1">
            <a:off x="4969002" y="2805160"/>
            <a:ext cx="32004" cy="805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33" name="Shape 931"/>
          <p:cNvSpPr/>
          <p:nvPr/>
        </p:nvSpPr>
        <p:spPr>
          <a:xfrm flipV="1">
            <a:off x="5001006" y="2796759"/>
            <a:ext cx="32004" cy="840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34" name="Shape 932"/>
          <p:cNvSpPr/>
          <p:nvPr/>
        </p:nvSpPr>
        <p:spPr>
          <a:xfrm flipV="1">
            <a:off x="5033010" y="2788587"/>
            <a:ext cx="32004" cy="81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35" name="Shape 933"/>
          <p:cNvSpPr/>
          <p:nvPr/>
        </p:nvSpPr>
        <p:spPr>
          <a:xfrm flipV="1">
            <a:off x="5065014" y="2780986"/>
            <a:ext cx="32004" cy="760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36" name="Shape 934"/>
          <p:cNvSpPr/>
          <p:nvPr/>
        </p:nvSpPr>
        <p:spPr>
          <a:xfrm flipV="1">
            <a:off x="5097018" y="2774813"/>
            <a:ext cx="32004" cy="61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37" name="Shape 935"/>
          <p:cNvSpPr/>
          <p:nvPr/>
        </p:nvSpPr>
        <p:spPr>
          <a:xfrm flipV="1">
            <a:off x="5129022" y="2770499"/>
            <a:ext cx="32004" cy="43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38" name="Shape 936"/>
          <p:cNvSpPr/>
          <p:nvPr/>
        </p:nvSpPr>
        <p:spPr>
          <a:xfrm flipV="1">
            <a:off x="5161026" y="2768898"/>
            <a:ext cx="32004" cy="160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39" name="Shape 937"/>
          <p:cNvSpPr/>
          <p:nvPr/>
        </p:nvSpPr>
        <p:spPr>
          <a:xfrm>
            <a:off x="5193030" y="2768898"/>
            <a:ext cx="32004" cy="174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40" name="Shape 938"/>
          <p:cNvSpPr/>
          <p:nvPr/>
        </p:nvSpPr>
        <p:spPr>
          <a:xfrm>
            <a:off x="5225034" y="2770642"/>
            <a:ext cx="32004" cy="55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41" name="Shape 939"/>
          <p:cNvSpPr/>
          <p:nvPr/>
        </p:nvSpPr>
        <p:spPr>
          <a:xfrm>
            <a:off x="5257038" y="2776157"/>
            <a:ext cx="32004" cy="983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42" name="Shape 940"/>
          <p:cNvSpPr/>
          <p:nvPr/>
        </p:nvSpPr>
        <p:spPr>
          <a:xfrm>
            <a:off x="5289042" y="2785986"/>
            <a:ext cx="32004" cy="1411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43" name="Shape 941"/>
          <p:cNvSpPr/>
          <p:nvPr/>
        </p:nvSpPr>
        <p:spPr>
          <a:xfrm>
            <a:off x="5321046" y="2800102"/>
            <a:ext cx="32004" cy="1857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44" name="Shape 942"/>
          <p:cNvSpPr/>
          <p:nvPr/>
        </p:nvSpPr>
        <p:spPr>
          <a:xfrm>
            <a:off x="5353050" y="2818676"/>
            <a:ext cx="32004" cy="2291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45" name="Shape 943"/>
          <p:cNvSpPr/>
          <p:nvPr/>
        </p:nvSpPr>
        <p:spPr>
          <a:xfrm>
            <a:off x="5385054" y="2841593"/>
            <a:ext cx="32004" cy="2671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46" name="Shape 944"/>
          <p:cNvSpPr/>
          <p:nvPr/>
        </p:nvSpPr>
        <p:spPr>
          <a:xfrm>
            <a:off x="5417058" y="2868311"/>
            <a:ext cx="32004" cy="2997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47" name="Shape 945"/>
          <p:cNvSpPr/>
          <p:nvPr/>
        </p:nvSpPr>
        <p:spPr>
          <a:xfrm>
            <a:off x="5449062" y="2898286"/>
            <a:ext cx="32004" cy="3251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48" name="Shape 946"/>
          <p:cNvSpPr/>
          <p:nvPr/>
        </p:nvSpPr>
        <p:spPr>
          <a:xfrm>
            <a:off x="5481066" y="2930804"/>
            <a:ext cx="32004" cy="3417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49" name="Shape 947"/>
          <p:cNvSpPr/>
          <p:nvPr/>
        </p:nvSpPr>
        <p:spPr>
          <a:xfrm>
            <a:off x="5513070" y="2964980"/>
            <a:ext cx="32004" cy="3494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50" name="Shape 948"/>
          <p:cNvSpPr/>
          <p:nvPr/>
        </p:nvSpPr>
        <p:spPr>
          <a:xfrm>
            <a:off x="5545074" y="2999927"/>
            <a:ext cx="32004" cy="3486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51" name="Shape 949"/>
          <p:cNvSpPr/>
          <p:nvPr/>
        </p:nvSpPr>
        <p:spPr>
          <a:xfrm>
            <a:off x="5577078" y="3034789"/>
            <a:ext cx="32004" cy="3354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52" name="Shape 950"/>
          <p:cNvSpPr/>
          <p:nvPr/>
        </p:nvSpPr>
        <p:spPr>
          <a:xfrm>
            <a:off x="5609082" y="3068336"/>
            <a:ext cx="32004" cy="3154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53" name="Shape 951"/>
          <p:cNvSpPr/>
          <p:nvPr/>
        </p:nvSpPr>
        <p:spPr>
          <a:xfrm>
            <a:off x="5641086" y="3099883"/>
            <a:ext cx="32004" cy="284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54" name="Shape 952"/>
          <p:cNvSpPr/>
          <p:nvPr/>
        </p:nvSpPr>
        <p:spPr>
          <a:xfrm>
            <a:off x="5673090" y="3128372"/>
            <a:ext cx="32004" cy="248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55" name="Shape 953"/>
          <p:cNvSpPr/>
          <p:nvPr/>
        </p:nvSpPr>
        <p:spPr>
          <a:xfrm>
            <a:off x="5705094" y="3153261"/>
            <a:ext cx="32004" cy="2063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56" name="Shape 954"/>
          <p:cNvSpPr/>
          <p:nvPr/>
        </p:nvSpPr>
        <p:spPr>
          <a:xfrm>
            <a:off x="5737098" y="3173892"/>
            <a:ext cx="32004" cy="1605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57" name="Shape 955"/>
          <p:cNvSpPr/>
          <p:nvPr/>
        </p:nvSpPr>
        <p:spPr>
          <a:xfrm>
            <a:off x="5769102" y="3189951"/>
            <a:ext cx="32004" cy="1120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58" name="Shape 956"/>
          <p:cNvSpPr/>
          <p:nvPr/>
        </p:nvSpPr>
        <p:spPr>
          <a:xfrm>
            <a:off x="5801106" y="3201152"/>
            <a:ext cx="32004" cy="63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59" name="Shape 957"/>
          <p:cNvSpPr/>
          <p:nvPr/>
        </p:nvSpPr>
        <p:spPr>
          <a:xfrm>
            <a:off x="5833110" y="3207525"/>
            <a:ext cx="32004" cy="151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60" name="Shape 958"/>
          <p:cNvSpPr/>
          <p:nvPr/>
        </p:nvSpPr>
        <p:spPr>
          <a:xfrm flipV="1">
            <a:off x="5865114" y="3206382"/>
            <a:ext cx="32004" cy="265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61" name="Shape 959"/>
          <p:cNvSpPr/>
          <p:nvPr/>
        </p:nvSpPr>
        <p:spPr>
          <a:xfrm flipV="1">
            <a:off x="5897118" y="3199695"/>
            <a:ext cx="32004" cy="668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62" name="Shape 960"/>
          <p:cNvSpPr/>
          <p:nvPr/>
        </p:nvSpPr>
        <p:spPr>
          <a:xfrm flipV="1">
            <a:off x="5929122" y="3189665"/>
            <a:ext cx="32004" cy="1003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63" name="Shape 961"/>
          <p:cNvSpPr/>
          <p:nvPr/>
        </p:nvSpPr>
        <p:spPr>
          <a:xfrm flipV="1">
            <a:off x="5961126" y="3176921"/>
            <a:ext cx="32004" cy="1274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64" name="Shape 962"/>
          <p:cNvSpPr/>
          <p:nvPr/>
        </p:nvSpPr>
        <p:spPr>
          <a:xfrm flipV="1">
            <a:off x="5993130" y="3162205"/>
            <a:ext cx="32004" cy="1471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65" name="Shape 963"/>
          <p:cNvSpPr/>
          <p:nvPr/>
        </p:nvSpPr>
        <p:spPr>
          <a:xfrm flipV="1">
            <a:off x="6025134" y="3146260"/>
            <a:ext cx="32004" cy="1594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66" name="Shape 964"/>
          <p:cNvSpPr/>
          <p:nvPr/>
        </p:nvSpPr>
        <p:spPr>
          <a:xfrm flipV="1">
            <a:off x="6057138" y="3129715"/>
            <a:ext cx="32004" cy="1654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67" name="Shape 965"/>
          <p:cNvSpPr/>
          <p:nvPr/>
        </p:nvSpPr>
        <p:spPr>
          <a:xfrm flipV="1">
            <a:off x="6089142" y="3113256"/>
            <a:ext cx="32004" cy="1645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68" name="Shape 966"/>
          <p:cNvSpPr/>
          <p:nvPr/>
        </p:nvSpPr>
        <p:spPr>
          <a:xfrm flipV="1">
            <a:off x="6121146" y="3097625"/>
            <a:ext cx="32004" cy="1563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69" name="Shape 967"/>
          <p:cNvSpPr/>
          <p:nvPr/>
        </p:nvSpPr>
        <p:spPr>
          <a:xfrm flipV="1">
            <a:off x="6153150" y="3083195"/>
            <a:ext cx="32004" cy="1443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70" name="Shape 968"/>
          <p:cNvSpPr/>
          <p:nvPr/>
        </p:nvSpPr>
        <p:spPr>
          <a:xfrm flipV="1">
            <a:off x="6185154" y="3070593"/>
            <a:ext cx="32004" cy="1260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71" name="Shape 969"/>
          <p:cNvSpPr/>
          <p:nvPr/>
        </p:nvSpPr>
        <p:spPr>
          <a:xfrm flipV="1">
            <a:off x="6217158" y="3059963"/>
            <a:ext cx="32004" cy="1063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72" name="Shape 970"/>
          <p:cNvSpPr/>
          <p:nvPr/>
        </p:nvSpPr>
        <p:spPr>
          <a:xfrm flipV="1">
            <a:off x="6249162" y="3051705"/>
            <a:ext cx="32004" cy="825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73" name="Shape 971"/>
          <p:cNvSpPr/>
          <p:nvPr/>
        </p:nvSpPr>
        <p:spPr>
          <a:xfrm flipV="1">
            <a:off x="6281166" y="3045790"/>
            <a:ext cx="32004" cy="591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74" name="Shape 972"/>
          <p:cNvSpPr/>
          <p:nvPr/>
        </p:nvSpPr>
        <p:spPr>
          <a:xfrm flipV="1">
            <a:off x="6313170" y="3042304"/>
            <a:ext cx="32004" cy="348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75" name="Shape 973"/>
          <p:cNvSpPr/>
          <p:nvPr/>
        </p:nvSpPr>
        <p:spPr>
          <a:xfrm flipV="1">
            <a:off x="6345174" y="3041190"/>
            <a:ext cx="32004" cy="111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76" name="Shape 974"/>
          <p:cNvSpPr/>
          <p:nvPr/>
        </p:nvSpPr>
        <p:spPr>
          <a:xfrm>
            <a:off x="6377178" y="3041190"/>
            <a:ext cx="32004" cy="94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77" name="Shape 975"/>
          <p:cNvSpPr/>
          <p:nvPr/>
        </p:nvSpPr>
        <p:spPr>
          <a:xfrm>
            <a:off x="6409182" y="3042133"/>
            <a:ext cx="32004" cy="274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78" name="Shape 976"/>
          <p:cNvSpPr/>
          <p:nvPr/>
        </p:nvSpPr>
        <p:spPr>
          <a:xfrm>
            <a:off x="6441186" y="3044876"/>
            <a:ext cx="32004" cy="39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79" name="Shape 977"/>
          <p:cNvSpPr/>
          <p:nvPr/>
        </p:nvSpPr>
        <p:spPr>
          <a:xfrm>
            <a:off x="6473190" y="3048848"/>
            <a:ext cx="32004" cy="474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80" name="Shape 978"/>
          <p:cNvSpPr/>
          <p:nvPr/>
        </p:nvSpPr>
        <p:spPr>
          <a:xfrm>
            <a:off x="6505194" y="3053591"/>
            <a:ext cx="32004" cy="482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81" name="Shape 979"/>
          <p:cNvSpPr/>
          <p:nvPr/>
        </p:nvSpPr>
        <p:spPr>
          <a:xfrm>
            <a:off x="6537198" y="3058420"/>
            <a:ext cx="32004" cy="414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82" name="Shape 980"/>
          <p:cNvSpPr/>
          <p:nvPr/>
        </p:nvSpPr>
        <p:spPr>
          <a:xfrm>
            <a:off x="6569202" y="3062564"/>
            <a:ext cx="32004" cy="277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83" name="Shape 981"/>
          <p:cNvSpPr/>
          <p:nvPr/>
        </p:nvSpPr>
        <p:spPr>
          <a:xfrm>
            <a:off x="6601206" y="3065336"/>
            <a:ext cx="32004" cy="68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84" name="Shape 982"/>
          <p:cNvSpPr/>
          <p:nvPr/>
        </p:nvSpPr>
        <p:spPr>
          <a:xfrm flipV="1">
            <a:off x="6633210" y="3063935"/>
            <a:ext cx="32004" cy="208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85" name="Shape 983"/>
          <p:cNvSpPr/>
          <p:nvPr/>
        </p:nvSpPr>
        <p:spPr>
          <a:xfrm flipV="1">
            <a:off x="6665214" y="3058277"/>
            <a:ext cx="32004" cy="565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86" name="Shape 984"/>
          <p:cNvSpPr/>
          <p:nvPr/>
        </p:nvSpPr>
        <p:spPr>
          <a:xfrm flipV="1">
            <a:off x="6697218" y="3048905"/>
            <a:ext cx="32004" cy="937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87" name="Shape 985"/>
          <p:cNvSpPr/>
          <p:nvPr/>
        </p:nvSpPr>
        <p:spPr>
          <a:xfrm flipV="1">
            <a:off x="6729222" y="3035360"/>
            <a:ext cx="32004" cy="1354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88" name="Shape 986"/>
          <p:cNvSpPr/>
          <p:nvPr/>
        </p:nvSpPr>
        <p:spPr>
          <a:xfrm flipV="1">
            <a:off x="6761226" y="3017815"/>
            <a:ext cx="32004" cy="1754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89" name="Shape 987"/>
          <p:cNvSpPr/>
          <p:nvPr/>
        </p:nvSpPr>
        <p:spPr>
          <a:xfrm flipV="1">
            <a:off x="6793230" y="2996098"/>
            <a:ext cx="32004" cy="2171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90" name="Shape 988"/>
          <p:cNvSpPr/>
          <p:nvPr/>
        </p:nvSpPr>
        <p:spPr>
          <a:xfrm flipV="1">
            <a:off x="6825234" y="2970924"/>
            <a:ext cx="32004" cy="2517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91" name="Shape 989"/>
          <p:cNvSpPr/>
          <p:nvPr/>
        </p:nvSpPr>
        <p:spPr>
          <a:xfrm flipV="1">
            <a:off x="6857238" y="2942892"/>
            <a:ext cx="32004" cy="2803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92" name="Shape 990"/>
          <p:cNvSpPr/>
          <p:nvPr/>
        </p:nvSpPr>
        <p:spPr>
          <a:xfrm flipV="1">
            <a:off x="6889242" y="2912888"/>
            <a:ext cx="32004" cy="3000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93" name="Shape 991"/>
          <p:cNvSpPr/>
          <p:nvPr/>
        </p:nvSpPr>
        <p:spPr>
          <a:xfrm flipV="1">
            <a:off x="6921246" y="2881998"/>
            <a:ext cx="32004" cy="3089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94" name="Shape 992"/>
          <p:cNvSpPr/>
          <p:nvPr/>
        </p:nvSpPr>
        <p:spPr>
          <a:xfrm flipV="1">
            <a:off x="6953250" y="2851223"/>
            <a:ext cx="32004" cy="3077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95" name="Shape 993"/>
          <p:cNvSpPr/>
          <p:nvPr/>
        </p:nvSpPr>
        <p:spPr>
          <a:xfrm flipV="1">
            <a:off x="6985254" y="2821905"/>
            <a:ext cx="32004" cy="2931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96" name="Shape 994"/>
          <p:cNvSpPr/>
          <p:nvPr/>
        </p:nvSpPr>
        <p:spPr>
          <a:xfrm flipV="1">
            <a:off x="7017258" y="2795130"/>
            <a:ext cx="32004" cy="2677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97" name="Shape 995"/>
          <p:cNvSpPr/>
          <p:nvPr/>
        </p:nvSpPr>
        <p:spPr>
          <a:xfrm flipV="1">
            <a:off x="7049262" y="2771985"/>
            <a:ext cx="32004" cy="2314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98" name="Shape 996"/>
          <p:cNvSpPr/>
          <p:nvPr/>
        </p:nvSpPr>
        <p:spPr>
          <a:xfrm flipV="1">
            <a:off x="7081266" y="2753582"/>
            <a:ext cx="32004" cy="1840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999" name="Shape 997"/>
          <p:cNvSpPr/>
          <p:nvPr/>
        </p:nvSpPr>
        <p:spPr>
          <a:xfrm flipV="1">
            <a:off x="7113270" y="2740438"/>
            <a:ext cx="32004" cy="1314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1000" name="Shape 998"/>
          <p:cNvSpPr/>
          <p:nvPr/>
        </p:nvSpPr>
        <p:spPr>
          <a:xfrm flipV="1">
            <a:off x="7145274" y="2733380"/>
            <a:ext cx="32004" cy="705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1001" name="Shape 999"/>
          <p:cNvSpPr/>
          <p:nvPr/>
        </p:nvSpPr>
        <p:spPr>
          <a:xfrm flipV="1">
            <a:off x="7177278" y="2732551"/>
            <a:ext cx="32004" cy="82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1002" name="Shape 1000"/>
          <p:cNvSpPr/>
          <p:nvPr/>
        </p:nvSpPr>
        <p:spPr>
          <a:xfrm>
            <a:off x="7209282" y="2732551"/>
            <a:ext cx="32004" cy="545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1003" name="Shape 1001"/>
          <p:cNvSpPr/>
          <p:nvPr/>
        </p:nvSpPr>
        <p:spPr>
          <a:xfrm>
            <a:off x="7241286" y="2738009"/>
            <a:ext cx="32004" cy="1154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1004" name="Shape 1002"/>
          <p:cNvSpPr/>
          <p:nvPr/>
        </p:nvSpPr>
        <p:spPr>
          <a:xfrm>
            <a:off x="7273290" y="2749553"/>
            <a:ext cx="32004" cy="1720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1005" name="Shape 1003"/>
          <p:cNvSpPr/>
          <p:nvPr/>
        </p:nvSpPr>
        <p:spPr>
          <a:xfrm>
            <a:off x="7305294" y="2766755"/>
            <a:ext cx="32004" cy="2226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1006" name="Shape 1004"/>
          <p:cNvSpPr/>
          <p:nvPr/>
        </p:nvSpPr>
        <p:spPr>
          <a:xfrm>
            <a:off x="7337298" y="2789015"/>
            <a:ext cx="32004" cy="2648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1007" name="Shape 1005"/>
          <p:cNvSpPr/>
          <p:nvPr/>
        </p:nvSpPr>
        <p:spPr>
          <a:xfrm>
            <a:off x="7369302" y="2815504"/>
            <a:ext cx="32004" cy="29975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1008" name="Shape 1006"/>
          <p:cNvSpPr/>
          <p:nvPr/>
        </p:nvSpPr>
        <p:spPr>
          <a:xfrm>
            <a:off x="7401306" y="2845479"/>
            <a:ext cx="32004" cy="3234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1009" name="Shape 1007"/>
          <p:cNvSpPr/>
          <p:nvPr/>
        </p:nvSpPr>
        <p:spPr>
          <a:xfrm>
            <a:off x="7433310" y="2877826"/>
            <a:ext cx="32004" cy="33919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1010" name="Shape 1008"/>
          <p:cNvSpPr/>
          <p:nvPr/>
        </p:nvSpPr>
        <p:spPr>
          <a:xfrm>
            <a:off x="7465314" y="2911745"/>
            <a:ext cx="32004" cy="34461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1011" name="Shape 1009"/>
          <p:cNvSpPr/>
          <p:nvPr/>
        </p:nvSpPr>
        <p:spPr>
          <a:xfrm>
            <a:off x="7497318" y="2946206"/>
            <a:ext cx="32004" cy="3414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1012" name="Shape 1010"/>
          <p:cNvSpPr/>
          <p:nvPr/>
        </p:nvSpPr>
        <p:spPr>
          <a:xfrm>
            <a:off x="7529322" y="2980353"/>
            <a:ext cx="32004" cy="3317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1013" name="Shape 1011"/>
          <p:cNvSpPr/>
          <p:nvPr/>
        </p:nvSpPr>
        <p:spPr>
          <a:xfrm>
            <a:off x="7561326" y="3013529"/>
            <a:ext cx="32004" cy="3149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1014" name="Shape 1012"/>
          <p:cNvSpPr/>
          <p:nvPr/>
        </p:nvSpPr>
        <p:spPr>
          <a:xfrm>
            <a:off x="7593330" y="3045019"/>
            <a:ext cx="32004" cy="2940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1015" name="Shape 1013"/>
          <p:cNvSpPr/>
          <p:nvPr/>
        </p:nvSpPr>
        <p:spPr>
          <a:xfrm>
            <a:off x="7625334" y="3074422"/>
            <a:ext cx="32004" cy="2691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1016" name="Shape 1014"/>
          <p:cNvSpPr/>
          <p:nvPr/>
        </p:nvSpPr>
        <p:spPr>
          <a:xfrm>
            <a:off x="7657338" y="3101340"/>
            <a:ext cx="32004" cy="24117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1017" name="Shape 1015"/>
          <p:cNvSpPr/>
          <p:nvPr/>
        </p:nvSpPr>
        <p:spPr>
          <a:xfrm>
            <a:off x="7689342" y="3125457"/>
            <a:ext cx="32004" cy="21203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1018" name="Shape 1016"/>
          <p:cNvSpPr/>
          <p:nvPr/>
        </p:nvSpPr>
        <p:spPr>
          <a:xfrm>
            <a:off x="7721346" y="3146660"/>
            <a:ext cx="32004" cy="1820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</a:ln>
        </p:spPr>
      </p:sp>
      <p:sp>
        <p:nvSpPr>
          <p:cNvPr id="1019" name="Shape 1017"/>
          <p:cNvSpPr/>
          <p:nvPr/>
        </p:nvSpPr>
        <p:spPr>
          <a:xfrm>
            <a:off x="4626102" y="292023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20" name="Shape 1018"/>
          <p:cNvSpPr/>
          <p:nvPr/>
        </p:nvSpPr>
        <p:spPr>
          <a:xfrm>
            <a:off x="4786122" y="2757783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21" name="Shape 1019"/>
          <p:cNvSpPr/>
          <p:nvPr/>
        </p:nvSpPr>
        <p:spPr>
          <a:xfrm>
            <a:off x="4946142" y="2768327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22" name="Shape 1020"/>
          <p:cNvSpPr/>
          <p:nvPr/>
        </p:nvSpPr>
        <p:spPr>
          <a:xfrm>
            <a:off x="5106162" y="2752154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23" name="Shape 1021"/>
          <p:cNvSpPr/>
          <p:nvPr/>
        </p:nvSpPr>
        <p:spPr>
          <a:xfrm>
            <a:off x="5266182" y="2756668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24" name="Shape 1022"/>
          <p:cNvSpPr/>
          <p:nvPr/>
        </p:nvSpPr>
        <p:spPr>
          <a:xfrm>
            <a:off x="5426202" y="275644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25" name="Shape 1023"/>
          <p:cNvSpPr/>
          <p:nvPr/>
        </p:nvSpPr>
        <p:spPr>
          <a:xfrm>
            <a:off x="5586222" y="308791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26" name="Shape 1024"/>
          <p:cNvSpPr/>
          <p:nvPr/>
        </p:nvSpPr>
        <p:spPr>
          <a:xfrm>
            <a:off x="5746242" y="3167348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27" name="Shape 1025"/>
          <p:cNvSpPr/>
          <p:nvPr/>
        </p:nvSpPr>
        <p:spPr>
          <a:xfrm>
            <a:off x="5906262" y="317875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28" name="Shape 1026"/>
          <p:cNvSpPr/>
          <p:nvPr/>
        </p:nvSpPr>
        <p:spPr>
          <a:xfrm>
            <a:off x="6962394" y="2837078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29" name="Shape 1027"/>
          <p:cNvSpPr/>
          <p:nvPr/>
        </p:nvSpPr>
        <p:spPr>
          <a:xfrm>
            <a:off x="7154418" y="269223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30" name="Shape 1028"/>
          <p:cNvSpPr/>
          <p:nvPr/>
        </p:nvSpPr>
        <p:spPr>
          <a:xfrm>
            <a:off x="7346442" y="2818476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31" name="Shape 1029"/>
          <p:cNvSpPr/>
          <p:nvPr/>
        </p:nvSpPr>
        <p:spPr>
          <a:xfrm>
            <a:off x="7570470" y="3067879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32" name="Text 1030"/>
          <p:cNvSpPr txBox="1"/>
          <p:nvPr/>
        </p:nvSpPr>
        <p:spPr>
          <a:xfrm>
            <a:off x="4476750" y="3886200"/>
            <a:ext cx="3352800" cy="282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점을 지나는 곡선만 남습니다</a:t>
            </a:r>
            <a:endParaRPr lang="en-US" sz="825" dirty="0"/>
          </a:p>
        </p:txBody>
      </p:sp>
      <p:sp>
        <p:nvSpPr>
          <p:cNvPr id="1033" name="Text 1031"/>
          <p:cNvSpPr txBox="1"/>
          <p:nvPr/>
        </p:nvSpPr>
        <p:spPr>
          <a:xfrm>
            <a:off x="8077200" y="1962150"/>
            <a:ext cx="335280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답</a:t>
            </a:r>
            <a:endParaRPr lang="en-US" sz="1013" dirty="0"/>
          </a:p>
        </p:txBody>
      </p:sp>
      <p:sp>
        <p:nvSpPr>
          <p:cNvPr id="1034" name="Shape 1032"/>
          <p:cNvSpPr/>
          <p:nvPr/>
        </p:nvSpPr>
        <p:spPr>
          <a:xfrm>
            <a:off x="8077200" y="2171700"/>
            <a:ext cx="3352800" cy="167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9"/>
            </a:solidFill>
            <a:prstDash val="solid"/>
          </a:ln>
        </p:spPr>
      </p:sp>
      <p:sp>
        <p:nvSpPr>
          <p:cNvPr id="1035" name="Shape 1033"/>
          <p:cNvSpPr/>
          <p:nvPr/>
        </p:nvSpPr>
        <p:spPr>
          <a:xfrm>
            <a:off x="8153400" y="3009900"/>
            <a:ext cx="3200400" cy="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1036" name="Shape 1034"/>
          <p:cNvSpPr/>
          <p:nvPr/>
        </p:nvSpPr>
        <p:spPr>
          <a:xfrm flipV="1">
            <a:off x="8153400" y="3060386"/>
            <a:ext cx="32004" cy="4268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37" name="Shape 1035"/>
          <p:cNvSpPr/>
          <p:nvPr/>
        </p:nvSpPr>
        <p:spPr>
          <a:xfrm flipV="1">
            <a:off x="8185404" y="3021512"/>
            <a:ext cx="32004" cy="3887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38" name="Shape 1036"/>
          <p:cNvSpPr/>
          <p:nvPr/>
        </p:nvSpPr>
        <p:spPr>
          <a:xfrm flipV="1">
            <a:off x="8217408" y="2987466"/>
            <a:ext cx="32004" cy="3404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39" name="Shape 1037"/>
          <p:cNvSpPr/>
          <p:nvPr/>
        </p:nvSpPr>
        <p:spPr>
          <a:xfrm flipV="1">
            <a:off x="8249412" y="2958762"/>
            <a:ext cx="32004" cy="2870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0" name="Shape 1038"/>
          <p:cNvSpPr/>
          <p:nvPr/>
        </p:nvSpPr>
        <p:spPr>
          <a:xfrm flipV="1">
            <a:off x="8281416" y="2935206"/>
            <a:ext cx="32004" cy="2355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1" name="Shape 1039"/>
          <p:cNvSpPr/>
          <p:nvPr/>
        </p:nvSpPr>
        <p:spPr>
          <a:xfrm flipV="1">
            <a:off x="8313420" y="2916103"/>
            <a:ext cx="32004" cy="1910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2" name="Shape 1040"/>
          <p:cNvSpPr/>
          <p:nvPr/>
        </p:nvSpPr>
        <p:spPr>
          <a:xfrm flipV="1">
            <a:off x="8345424" y="2900165"/>
            <a:ext cx="32004" cy="159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3" name="Shape 1041"/>
          <p:cNvSpPr/>
          <p:nvPr/>
        </p:nvSpPr>
        <p:spPr>
          <a:xfrm flipV="1">
            <a:off x="8377428" y="2886357"/>
            <a:ext cx="32004" cy="1380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4" name="Shape 1042"/>
          <p:cNvSpPr/>
          <p:nvPr/>
        </p:nvSpPr>
        <p:spPr>
          <a:xfrm flipV="1">
            <a:off x="8409432" y="2873864"/>
            <a:ext cx="32004" cy="1249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5" name="Shape 1043"/>
          <p:cNvSpPr/>
          <p:nvPr/>
        </p:nvSpPr>
        <p:spPr>
          <a:xfrm flipV="1">
            <a:off x="8441436" y="2862348"/>
            <a:ext cx="32004" cy="1151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6" name="Shape 1044"/>
          <p:cNvSpPr/>
          <p:nvPr/>
        </p:nvSpPr>
        <p:spPr>
          <a:xfrm flipV="1">
            <a:off x="8473440" y="2851639"/>
            <a:ext cx="32004" cy="1070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7" name="Shape 1045"/>
          <p:cNvSpPr/>
          <p:nvPr/>
        </p:nvSpPr>
        <p:spPr>
          <a:xfrm flipV="1">
            <a:off x="8505444" y="2841734"/>
            <a:ext cx="32004" cy="990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8" name="Shape 1046"/>
          <p:cNvSpPr/>
          <p:nvPr/>
        </p:nvSpPr>
        <p:spPr>
          <a:xfrm flipV="1">
            <a:off x="8537448" y="2832489"/>
            <a:ext cx="32004" cy="924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9" name="Shape 1047"/>
          <p:cNvSpPr/>
          <p:nvPr/>
        </p:nvSpPr>
        <p:spPr>
          <a:xfrm flipV="1">
            <a:off x="8569452" y="2824157"/>
            <a:ext cx="32004" cy="833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0" name="Shape 1048"/>
          <p:cNvSpPr/>
          <p:nvPr/>
        </p:nvSpPr>
        <p:spPr>
          <a:xfrm flipV="1">
            <a:off x="8601456" y="2816736"/>
            <a:ext cx="32004" cy="742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1" name="Shape 1049"/>
          <p:cNvSpPr/>
          <p:nvPr/>
        </p:nvSpPr>
        <p:spPr>
          <a:xfrm flipV="1">
            <a:off x="8633460" y="2810426"/>
            <a:ext cx="32004" cy="631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2" name="Shape 1050"/>
          <p:cNvSpPr/>
          <p:nvPr/>
        </p:nvSpPr>
        <p:spPr>
          <a:xfrm flipV="1">
            <a:off x="8665464" y="2805285"/>
            <a:ext cx="32004" cy="514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3" name="Shape 1051"/>
          <p:cNvSpPr/>
          <p:nvPr/>
        </p:nvSpPr>
        <p:spPr>
          <a:xfrm flipV="1">
            <a:off x="8697468" y="2801627"/>
            <a:ext cx="32004" cy="365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4" name="Shape 1052"/>
          <p:cNvSpPr/>
          <p:nvPr/>
        </p:nvSpPr>
        <p:spPr>
          <a:xfrm flipV="1">
            <a:off x="8729472" y="2799740"/>
            <a:ext cx="32004" cy="188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5" name="Shape 1053"/>
          <p:cNvSpPr/>
          <p:nvPr/>
        </p:nvSpPr>
        <p:spPr>
          <a:xfrm>
            <a:off x="8761476" y="2799740"/>
            <a:ext cx="32004" cy="22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6" name="Shape 1054"/>
          <p:cNvSpPr/>
          <p:nvPr/>
        </p:nvSpPr>
        <p:spPr>
          <a:xfrm>
            <a:off x="8793480" y="2799967"/>
            <a:ext cx="32004" cy="28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7" name="Shape 1055"/>
          <p:cNvSpPr/>
          <p:nvPr/>
        </p:nvSpPr>
        <p:spPr>
          <a:xfrm>
            <a:off x="8825484" y="2802795"/>
            <a:ext cx="32004" cy="582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8" name="Shape 1056"/>
          <p:cNvSpPr/>
          <p:nvPr/>
        </p:nvSpPr>
        <p:spPr>
          <a:xfrm>
            <a:off x="8857488" y="2808625"/>
            <a:ext cx="32004" cy="923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9" name="Shape 1057"/>
          <p:cNvSpPr/>
          <p:nvPr/>
        </p:nvSpPr>
        <p:spPr>
          <a:xfrm>
            <a:off x="8889492" y="2817854"/>
            <a:ext cx="32004" cy="1303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0" name="Shape 1058"/>
          <p:cNvSpPr/>
          <p:nvPr/>
        </p:nvSpPr>
        <p:spPr>
          <a:xfrm>
            <a:off x="8921496" y="2830884"/>
            <a:ext cx="32004" cy="169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1" name="Shape 1059"/>
          <p:cNvSpPr/>
          <p:nvPr/>
        </p:nvSpPr>
        <p:spPr>
          <a:xfrm>
            <a:off x="8953500" y="2847858"/>
            <a:ext cx="32004" cy="2091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2" name="Shape 1060"/>
          <p:cNvSpPr/>
          <p:nvPr/>
        </p:nvSpPr>
        <p:spPr>
          <a:xfrm>
            <a:off x="8985504" y="2868776"/>
            <a:ext cx="32004" cy="2480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3" name="Shape 1061"/>
          <p:cNvSpPr/>
          <p:nvPr/>
        </p:nvSpPr>
        <p:spPr>
          <a:xfrm>
            <a:off x="9017508" y="2893580"/>
            <a:ext cx="32004" cy="2840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4" name="Shape 1062"/>
          <p:cNvSpPr/>
          <p:nvPr/>
        </p:nvSpPr>
        <p:spPr>
          <a:xfrm>
            <a:off x="9049512" y="2921985"/>
            <a:ext cx="32004" cy="3154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5" name="Shape 1063"/>
          <p:cNvSpPr/>
          <p:nvPr/>
        </p:nvSpPr>
        <p:spPr>
          <a:xfrm>
            <a:off x="9081516" y="2953532"/>
            <a:ext cx="32004" cy="3411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6" name="Shape 1064"/>
          <p:cNvSpPr/>
          <p:nvPr/>
        </p:nvSpPr>
        <p:spPr>
          <a:xfrm>
            <a:off x="9113520" y="2987648"/>
            <a:ext cx="32004" cy="358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7" name="Shape 1065"/>
          <p:cNvSpPr/>
          <p:nvPr/>
        </p:nvSpPr>
        <p:spPr>
          <a:xfrm>
            <a:off x="9145524" y="3023477"/>
            <a:ext cx="32004" cy="3679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8" name="Shape 1066"/>
          <p:cNvSpPr/>
          <p:nvPr/>
        </p:nvSpPr>
        <p:spPr>
          <a:xfrm>
            <a:off x="9177528" y="3060272"/>
            <a:ext cx="32004" cy="3659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9" name="Shape 1067"/>
          <p:cNvSpPr/>
          <p:nvPr/>
        </p:nvSpPr>
        <p:spPr>
          <a:xfrm>
            <a:off x="9209532" y="3096865"/>
            <a:ext cx="32004" cy="3544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0" name="Shape 1068"/>
          <p:cNvSpPr/>
          <p:nvPr/>
        </p:nvSpPr>
        <p:spPr>
          <a:xfrm>
            <a:off x="9241536" y="3132313"/>
            <a:ext cx="32004" cy="3302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1" name="Shape 1069"/>
          <p:cNvSpPr/>
          <p:nvPr/>
        </p:nvSpPr>
        <p:spPr>
          <a:xfrm>
            <a:off x="9273540" y="3165335"/>
            <a:ext cx="32004" cy="2971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2" name="Shape 1070"/>
          <p:cNvSpPr/>
          <p:nvPr/>
        </p:nvSpPr>
        <p:spPr>
          <a:xfrm>
            <a:off x="9305544" y="3195047"/>
            <a:ext cx="32004" cy="2537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3" name="Shape 1071"/>
          <p:cNvSpPr/>
          <p:nvPr/>
        </p:nvSpPr>
        <p:spPr>
          <a:xfrm>
            <a:off x="9337548" y="3220422"/>
            <a:ext cx="32004" cy="206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4" name="Shape 1072"/>
          <p:cNvSpPr/>
          <p:nvPr/>
        </p:nvSpPr>
        <p:spPr>
          <a:xfrm>
            <a:off x="9369552" y="3241059"/>
            <a:ext cx="32004" cy="156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5" name="Shape 1073"/>
          <p:cNvSpPr/>
          <p:nvPr/>
        </p:nvSpPr>
        <p:spPr>
          <a:xfrm>
            <a:off x="9401556" y="3256697"/>
            <a:ext cx="32004" cy="111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6" name="Shape 1074"/>
          <p:cNvSpPr/>
          <p:nvPr/>
        </p:nvSpPr>
        <p:spPr>
          <a:xfrm>
            <a:off x="9433560" y="3267834"/>
            <a:ext cx="32004" cy="778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7" name="Shape 1075"/>
          <p:cNvSpPr/>
          <p:nvPr/>
        </p:nvSpPr>
        <p:spPr>
          <a:xfrm>
            <a:off x="9465564" y="3275620"/>
            <a:ext cx="32004" cy="584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8" name="Shape 1076"/>
          <p:cNvSpPr/>
          <p:nvPr/>
        </p:nvSpPr>
        <p:spPr>
          <a:xfrm>
            <a:off x="9497568" y="3281460"/>
            <a:ext cx="32004" cy="521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9" name="Shape 1077"/>
          <p:cNvSpPr/>
          <p:nvPr/>
        </p:nvSpPr>
        <p:spPr>
          <a:xfrm>
            <a:off x="9529572" y="3286676"/>
            <a:ext cx="32004" cy="553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0" name="Shape 1078"/>
          <p:cNvSpPr/>
          <p:nvPr/>
        </p:nvSpPr>
        <p:spPr>
          <a:xfrm>
            <a:off x="9561576" y="3292206"/>
            <a:ext cx="32004" cy="619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1" name="Shape 1079"/>
          <p:cNvSpPr/>
          <p:nvPr/>
        </p:nvSpPr>
        <p:spPr>
          <a:xfrm>
            <a:off x="9593580" y="3298399"/>
            <a:ext cx="32004" cy="712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2" name="Shape 1080"/>
          <p:cNvSpPr/>
          <p:nvPr/>
        </p:nvSpPr>
        <p:spPr>
          <a:xfrm>
            <a:off x="9625584" y="3305522"/>
            <a:ext cx="32004" cy="81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3" name="Shape 1081"/>
          <p:cNvSpPr/>
          <p:nvPr/>
        </p:nvSpPr>
        <p:spPr>
          <a:xfrm>
            <a:off x="9657588" y="3313677"/>
            <a:ext cx="32004" cy="928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4" name="Shape 1082"/>
          <p:cNvSpPr/>
          <p:nvPr/>
        </p:nvSpPr>
        <p:spPr>
          <a:xfrm>
            <a:off x="9689592" y="3322964"/>
            <a:ext cx="32004" cy="105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5" name="Shape 1083"/>
          <p:cNvSpPr/>
          <p:nvPr/>
        </p:nvSpPr>
        <p:spPr>
          <a:xfrm>
            <a:off x="9721596" y="3333511"/>
            <a:ext cx="32004" cy="1179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6" name="Shape 1084"/>
          <p:cNvSpPr/>
          <p:nvPr/>
        </p:nvSpPr>
        <p:spPr>
          <a:xfrm>
            <a:off x="9753600" y="3345304"/>
            <a:ext cx="32004" cy="1302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7" name="Shape 1085"/>
          <p:cNvSpPr/>
          <p:nvPr/>
        </p:nvSpPr>
        <p:spPr>
          <a:xfrm>
            <a:off x="9785604" y="3358329"/>
            <a:ext cx="32004" cy="1392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8" name="Shape 1086"/>
          <p:cNvSpPr/>
          <p:nvPr/>
        </p:nvSpPr>
        <p:spPr>
          <a:xfrm>
            <a:off x="9817608" y="3372257"/>
            <a:ext cx="32004" cy="1453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9" name="Shape 1087"/>
          <p:cNvSpPr/>
          <p:nvPr/>
        </p:nvSpPr>
        <p:spPr>
          <a:xfrm>
            <a:off x="9849612" y="3386788"/>
            <a:ext cx="32004" cy="147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0" name="Shape 1088"/>
          <p:cNvSpPr/>
          <p:nvPr/>
        </p:nvSpPr>
        <p:spPr>
          <a:xfrm>
            <a:off x="9881616" y="3401563"/>
            <a:ext cx="32004" cy="1434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1" name="Shape 1089"/>
          <p:cNvSpPr/>
          <p:nvPr/>
        </p:nvSpPr>
        <p:spPr>
          <a:xfrm>
            <a:off x="9913620" y="3415907"/>
            <a:ext cx="32004" cy="1335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2" name="Shape 1090"/>
          <p:cNvSpPr/>
          <p:nvPr/>
        </p:nvSpPr>
        <p:spPr>
          <a:xfrm>
            <a:off x="9945624" y="3429260"/>
            <a:ext cx="32004" cy="116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3" name="Shape 1091"/>
          <p:cNvSpPr/>
          <p:nvPr/>
        </p:nvSpPr>
        <p:spPr>
          <a:xfrm>
            <a:off x="9977628" y="3440915"/>
            <a:ext cx="32004" cy="919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4" name="Shape 1092"/>
          <p:cNvSpPr/>
          <p:nvPr/>
        </p:nvSpPr>
        <p:spPr>
          <a:xfrm>
            <a:off x="10009632" y="3450108"/>
            <a:ext cx="32004" cy="610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5" name="Shape 1093"/>
          <p:cNvSpPr/>
          <p:nvPr/>
        </p:nvSpPr>
        <p:spPr>
          <a:xfrm>
            <a:off x="10041636" y="3456214"/>
            <a:ext cx="32004" cy="219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6" name="Shape 1094"/>
          <p:cNvSpPr/>
          <p:nvPr/>
        </p:nvSpPr>
        <p:spPr>
          <a:xfrm flipV="1">
            <a:off x="10073640" y="3456175"/>
            <a:ext cx="32004" cy="223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7" name="Shape 1095"/>
          <p:cNvSpPr/>
          <p:nvPr/>
        </p:nvSpPr>
        <p:spPr>
          <a:xfrm flipV="1">
            <a:off x="10105644" y="3448886"/>
            <a:ext cx="32004" cy="728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8" name="Shape 1096"/>
          <p:cNvSpPr/>
          <p:nvPr/>
        </p:nvSpPr>
        <p:spPr>
          <a:xfrm flipV="1">
            <a:off x="10137648" y="3436221"/>
            <a:ext cx="32004" cy="1266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9" name="Shape 1097"/>
          <p:cNvSpPr/>
          <p:nvPr/>
        </p:nvSpPr>
        <p:spPr>
          <a:xfrm flipV="1">
            <a:off x="10169652" y="3417860"/>
            <a:ext cx="32004" cy="1836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0" name="Shape 1098"/>
          <p:cNvSpPr/>
          <p:nvPr/>
        </p:nvSpPr>
        <p:spPr>
          <a:xfrm flipV="1">
            <a:off x="10201656" y="3393681"/>
            <a:ext cx="32004" cy="2417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1" name="Shape 1099"/>
          <p:cNvSpPr/>
          <p:nvPr/>
        </p:nvSpPr>
        <p:spPr>
          <a:xfrm flipV="1">
            <a:off x="10233660" y="3363816"/>
            <a:ext cx="32004" cy="2986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2" name="Shape 1100"/>
          <p:cNvSpPr/>
          <p:nvPr/>
        </p:nvSpPr>
        <p:spPr>
          <a:xfrm flipV="1">
            <a:off x="10265664" y="3328541"/>
            <a:ext cx="32004" cy="3527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3" name="Shape 1101"/>
          <p:cNvSpPr/>
          <p:nvPr/>
        </p:nvSpPr>
        <p:spPr>
          <a:xfrm flipV="1">
            <a:off x="10297668" y="3288441"/>
            <a:ext cx="32004" cy="401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4" name="Shape 1102"/>
          <p:cNvSpPr/>
          <p:nvPr/>
        </p:nvSpPr>
        <p:spPr>
          <a:xfrm flipV="1">
            <a:off x="10329672" y="3244133"/>
            <a:ext cx="32004" cy="4430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5" name="Shape 1103"/>
          <p:cNvSpPr/>
          <p:nvPr/>
        </p:nvSpPr>
        <p:spPr>
          <a:xfrm flipV="1">
            <a:off x="10361676" y="3196515"/>
            <a:ext cx="32004" cy="4761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6" name="Shape 1104"/>
          <p:cNvSpPr/>
          <p:nvPr/>
        </p:nvSpPr>
        <p:spPr>
          <a:xfrm flipV="1">
            <a:off x="10393680" y="3146772"/>
            <a:ext cx="32004" cy="4974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7" name="Shape 1105"/>
          <p:cNvSpPr/>
          <p:nvPr/>
        </p:nvSpPr>
        <p:spPr>
          <a:xfrm flipV="1">
            <a:off x="10425684" y="3096116"/>
            <a:ext cx="32004" cy="506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8" name="Shape 1106"/>
          <p:cNvSpPr/>
          <p:nvPr/>
        </p:nvSpPr>
        <p:spPr>
          <a:xfrm flipV="1">
            <a:off x="10457688" y="3045962"/>
            <a:ext cx="32004" cy="501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9" name="Shape 1107"/>
          <p:cNvSpPr/>
          <p:nvPr/>
        </p:nvSpPr>
        <p:spPr>
          <a:xfrm flipV="1">
            <a:off x="10489692" y="2997918"/>
            <a:ext cx="32004" cy="4804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0" name="Shape 1108"/>
          <p:cNvSpPr/>
          <p:nvPr/>
        </p:nvSpPr>
        <p:spPr>
          <a:xfrm flipV="1">
            <a:off x="10521696" y="2953542"/>
            <a:ext cx="32004" cy="4437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1" name="Shape 1109"/>
          <p:cNvSpPr/>
          <p:nvPr/>
        </p:nvSpPr>
        <p:spPr>
          <a:xfrm flipV="1">
            <a:off x="10553700" y="2914336"/>
            <a:ext cx="32004" cy="3920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2" name="Shape 1110"/>
          <p:cNvSpPr/>
          <p:nvPr/>
        </p:nvSpPr>
        <p:spPr>
          <a:xfrm flipV="1">
            <a:off x="10585704" y="2881438"/>
            <a:ext cx="32004" cy="3289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3" name="Shape 1111"/>
          <p:cNvSpPr/>
          <p:nvPr/>
        </p:nvSpPr>
        <p:spPr>
          <a:xfrm flipV="1">
            <a:off x="10617708" y="2855090"/>
            <a:ext cx="32004" cy="2634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4" name="Shape 1112"/>
          <p:cNvSpPr/>
          <p:nvPr/>
        </p:nvSpPr>
        <p:spPr>
          <a:xfrm flipV="1">
            <a:off x="10649712" y="2834972"/>
            <a:ext cx="32004" cy="2011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5" name="Shape 1113"/>
          <p:cNvSpPr/>
          <p:nvPr/>
        </p:nvSpPr>
        <p:spPr>
          <a:xfrm flipV="1">
            <a:off x="10681716" y="2820455"/>
            <a:ext cx="32004" cy="1451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6" name="Shape 1114"/>
          <p:cNvSpPr/>
          <p:nvPr/>
        </p:nvSpPr>
        <p:spPr>
          <a:xfrm flipV="1">
            <a:off x="10713720" y="2811187"/>
            <a:ext cx="32004" cy="926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7" name="Shape 1115"/>
          <p:cNvSpPr/>
          <p:nvPr/>
        </p:nvSpPr>
        <p:spPr>
          <a:xfrm flipV="1">
            <a:off x="10745724" y="2807123"/>
            <a:ext cx="32004" cy="406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8" name="Shape 1116"/>
          <p:cNvSpPr/>
          <p:nvPr/>
        </p:nvSpPr>
        <p:spPr>
          <a:xfrm>
            <a:off x="10777728" y="2807123"/>
            <a:ext cx="32004" cy="142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9" name="Shape 1117"/>
          <p:cNvSpPr/>
          <p:nvPr/>
        </p:nvSpPr>
        <p:spPr>
          <a:xfrm>
            <a:off x="10809732" y="2808548"/>
            <a:ext cx="32004" cy="714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0" name="Shape 1118"/>
          <p:cNvSpPr/>
          <p:nvPr/>
        </p:nvSpPr>
        <p:spPr>
          <a:xfrm>
            <a:off x="10841736" y="2815688"/>
            <a:ext cx="32004" cy="1296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1" name="Shape 1119"/>
          <p:cNvSpPr/>
          <p:nvPr/>
        </p:nvSpPr>
        <p:spPr>
          <a:xfrm>
            <a:off x="10873740" y="2828656"/>
            <a:ext cx="32004" cy="1862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2" name="Shape 1120"/>
          <p:cNvSpPr/>
          <p:nvPr/>
        </p:nvSpPr>
        <p:spPr>
          <a:xfrm>
            <a:off x="10905744" y="2847276"/>
            <a:ext cx="32004" cy="2376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3" name="Shape 1121"/>
          <p:cNvSpPr/>
          <p:nvPr/>
        </p:nvSpPr>
        <p:spPr>
          <a:xfrm>
            <a:off x="10937748" y="2871037"/>
            <a:ext cx="32004" cy="2819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4" name="Shape 1122"/>
          <p:cNvSpPr/>
          <p:nvPr/>
        </p:nvSpPr>
        <p:spPr>
          <a:xfrm>
            <a:off x="10969752" y="2899227"/>
            <a:ext cx="32004" cy="3167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5" name="Shape 1123"/>
          <p:cNvSpPr/>
          <p:nvPr/>
        </p:nvSpPr>
        <p:spPr>
          <a:xfrm>
            <a:off x="11001756" y="2930906"/>
            <a:ext cx="32004" cy="3414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6" name="Shape 1124"/>
          <p:cNvSpPr/>
          <p:nvPr/>
        </p:nvSpPr>
        <p:spPr>
          <a:xfrm>
            <a:off x="11033760" y="2965051"/>
            <a:ext cx="32004" cy="3563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7" name="Shape 1125"/>
          <p:cNvSpPr/>
          <p:nvPr/>
        </p:nvSpPr>
        <p:spPr>
          <a:xfrm>
            <a:off x="11065764" y="3000690"/>
            <a:ext cx="32004" cy="3672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8" name="Shape 1126"/>
          <p:cNvSpPr/>
          <p:nvPr/>
        </p:nvSpPr>
        <p:spPr>
          <a:xfrm>
            <a:off x="11097768" y="3037413"/>
            <a:ext cx="32004" cy="3781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9" name="Shape 1127"/>
          <p:cNvSpPr/>
          <p:nvPr/>
        </p:nvSpPr>
        <p:spPr>
          <a:xfrm>
            <a:off x="11129772" y="3075229"/>
            <a:ext cx="32004" cy="3933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0" name="Shape 1128"/>
          <p:cNvSpPr/>
          <p:nvPr/>
        </p:nvSpPr>
        <p:spPr>
          <a:xfrm>
            <a:off x="11161776" y="3114568"/>
            <a:ext cx="32004" cy="415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1" name="Shape 1129"/>
          <p:cNvSpPr/>
          <p:nvPr/>
        </p:nvSpPr>
        <p:spPr>
          <a:xfrm>
            <a:off x="11193780" y="3156114"/>
            <a:ext cx="32004" cy="4382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2" name="Shape 1130"/>
          <p:cNvSpPr/>
          <p:nvPr/>
        </p:nvSpPr>
        <p:spPr>
          <a:xfrm>
            <a:off x="11225784" y="3199934"/>
            <a:ext cx="32004" cy="4557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3" name="Shape 1131"/>
          <p:cNvSpPr/>
          <p:nvPr/>
        </p:nvSpPr>
        <p:spPr>
          <a:xfrm>
            <a:off x="11257788" y="3245513"/>
            <a:ext cx="32004" cy="4626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4" name="Shape 1132"/>
          <p:cNvSpPr/>
          <p:nvPr/>
        </p:nvSpPr>
        <p:spPr>
          <a:xfrm>
            <a:off x="11289792" y="3291778"/>
            <a:ext cx="32004" cy="457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5" name="Shape 1133"/>
          <p:cNvSpPr/>
          <p:nvPr/>
        </p:nvSpPr>
        <p:spPr>
          <a:xfrm>
            <a:off x="11321796" y="3337515"/>
            <a:ext cx="32004" cy="443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6" name="Shape 1134"/>
          <p:cNvSpPr/>
          <p:nvPr/>
        </p:nvSpPr>
        <p:spPr>
          <a:xfrm flipV="1">
            <a:off x="8153400" y="2855401"/>
            <a:ext cx="32004" cy="45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7" name="Shape 1135"/>
          <p:cNvSpPr/>
          <p:nvPr/>
        </p:nvSpPr>
        <p:spPr>
          <a:xfrm flipV="1">
            <a:off x="8185404" y="2851699"/>
            <a:ext cx="32004" cy="37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8" name="Shape 1136"/>
          <p:cNvSpPr/>
          <p:nvPr/>
        </p:nvSpPr>
        <p:spPr>
          <a:xfrm flipV="1">
            <a:off x="8217408" y="2844424"/>
            <a:ext cx="32004" cy="72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9" name="Shape 1137"/>
          <p:cNvSpPr/>
          <p:nvPr/>
        </p:nvSpPr>
        <p:spPr>
          <a:xfrm flipV="1">
            <a:off x="8249412" y="2833867"/>
            <a:ext cx="32004" cy="1055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0" name="Shape 1138"/>
          <p:cNvSpPr/>
          <p:nvPr/>
        </p:nvSpPr>
        <p:spPr>
          <a:xfrm flipV="1">
            <a:off x="8281416" y="2820504"/>
            <a:ext cx="32004" cy="1336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1" name="Shape 1139"/>
          <p:cNvSpPr/>
          <p:nvPr/>
        </p:nvSpPr>
        <p:spPr>
          <a:xfrm flipV="1">
            <a:off x="8313420" y="2805545"/>
            <a:ext cx="32004" cy="1495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2" name="Shape 1140"/>
          <p:cNvSpPr/>
          <p:nvPr/>
        </p:nvSpPr>
        <p:spPr>
          <a:xfrm flipV="1">
            <a:off x="8345424" y="2790279"/>
            <a:ext cx="32004" cy="1526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3" name="Shape 1141"/>
          <p:cNvSpPr/>
          <p:nvPr/>
        </p:nvSpPr>
        <p:spPr>
          <a:xfrm flipV="1">
            <a:off x="8377428" y="2775799"/>
            <a:ext cx="32004" cy="1448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4" name="Shape 1142"/>
          <p:cNvSpPr/>
          <p:nvPr/>
        </p:nvSpPr>
        <p:spPr>
          <a:xfrm flipV="1">
            <a:off x="8409432" y="2762746"/>
            <a:ext cx="32004" cy="1305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5" name="Shape 1143"/>
          <p:cNvSpPr/>
          <p:nvPr/>
        </p:nvSpPr>
        <p:spPr>
          <a:xfrm flipV="1">
            <a:off x="8441436" y="2751230"/>
            <a:ext cx="32004" cy="1151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6" name="Shape 1144"/>
          <p:cNvSpPr/>
          <p:nvPr/>
        </p:nvSpPr>
        <p:spPr>
          <a:xfrm flipV="1">
            <a:off x="8473440" y="2741193"/>
            <a:ext cx="32004" cy="100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7" name="Shape 1145"/>
          <p:cNvSpPr/>
          <p:nvPr/>
        </p:nvSpPr>
        <p:spPr>
          <a:xfrm flipV="1">
            <a:off x="8505444" y="2732296"/>
            <a:ext cx="32004" cy="889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8" name="Shape 1146"/>
          <p:cNvSpPr/>
          <p:nvPr/>
        </p:nvSpPr>
        <p:spPr>
          <a:xfrm flipV="1">
            <a:off x="8537448" y="2724396"/>
            <a:ext cx="32004" cy="79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9" name="Shape 1147"/>
          <p:cNvSpPr/>
          <p:nvPr/>
        </p:nvSpPr>
        <p:spPr>
          <a:xfrm flipV="1">
            <a:off x="8569452" y="2717183"/>
            <a:ext cx="32004" cy="721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0" name="Shape 1148"/>
          <p:cNvSpPr/>
          <p:nvPr/>
        </p:nvSpPr>
        <p:spPr>
          <a:xfrm flipV="1">
            <a:off x="8601456" y="2710659"/>
            <a:ext cx="32004" cy="652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1" name="Shape 1149"/>
          <p:cNvSpPr/>
          <p:nvPr/>
        </p:nvSpPr>
        <p:spPr>
          <a:xfrm flipV="1">
            <a:off x="8633460" y="2704797"/>
            <a:ext cx="32004" cy="586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2" name="Shape 1150"/>
          <p:cNvSpPr/>
          <p:nvPr/>
        </p:nvSpPr>
        <p:spPr>
          <a:xfrm flipV="1">
            <a:off x="8665464" y="2699880"/>
            <a:ext cx="32004" cy="491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3" name="Shape 1151"/>
          <p:cNvSpPr/>
          <p:nvPr/>
        </p:nvSpPr>
        <p:spPr>
          <a:xfrm flipV="1">
            <a:off x="8697468" y="2696222"/>
            <a:ext cx="32004" cy="365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4" name="Shape 1152"/>
          <p:cNvSpPr/>
          <p:nvPr/>
        </p:nvSpPr>
        <p:spPr>
          <a:xfrm flipV="1">
            <a:off x="8729472" y="2694223"/>
            <a:ext cx="32004" cy="199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5" name="Shape 1153"/>
          <p:cNvSpPr/>
          <p:nvPr/>
        </p:nvSpPr>
        <p:spPr>
          <a:xfrm>
            <a:off x="8761476" y="2694223"/>
            <a:ext cx="32004" cy="11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6" name="Shape 1154"/>
          <p:cNvSpPr/>
          <p:nvPr/>
        </p:nvSpPr>
        <p:spPr>
          <a:xfrm>
            <a:off x="8793480" y="2694338"/>
            <a:ext cx="32004" cy="271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7" name="Shape 1155"/>
          <p:cNvSpPr/>
          <p:nvPr/>
        </p:nvSpPr>
        <p:spPr>
          <a:xfrm>
            <a:off x="8825484" y="2697054"/>
            <a:ext cx="32004" cy="582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8" name="Shape 1156"/>
          <p:cNvSpPr/>
          <p:nvPr/>
        </p:nvSpPr>
        <p:spPr>
          <a:xfrm>
            <a:off x="8857488" y="2702883"/>
            <a:ext cx="32004" cy="923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9" name="Shape 1157"/>
          <p:cNvSpPr/>
          <p:nvPr/>
        </p:nvSpPr>
        <p:spPr>
          <a:xfrm>
            <a:off x="8889492" y="2712113"/>
            <a:ext cx="32004" cy="1303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0" name="Shape 1158"/>
          <p:cNvSpPr/>
          <p:nvPr/>
        </p:nvSpPr>
        <p:spPr>
          <a:xfrm>
            <a:off x="8921496" y="2725143"/>
            <a:ext cx="32004" cy="169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1" name="Shape 1159"/>
          <p:cNvSpPr/>
          <p:nvPr/>
        </p:nvSpPr>
        <p:spPr>
          <a:xfrm>
            <a:off x="8953500" y="2742117"/>
            <a:ext cx="32004" cy="2103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2" name="Shape 1160"/>
          <p:cNvSpPr/>
          <p:nvPr/>
        </p:nvSpPr>
        <p:spPr>
          <a:xfrm>
            <a:off x="8985504" y="2763147"/>
            <a:ext cx="32004" cy="2491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3" name="Shape 1161"/>
          <p:cNvSpPr/>
          <p:nvPr/>
        </p:nvSpPr>
        <p:spPr>
          <a:xfrm>
            <a:off x="9017508" y="2788063"/>
            <a:ext cx="32004" cy="2851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4" name="Shape 1162"/>
          <p:cNvSpPr/>
          <p:nvPr/>
        </p:nvSpPr>
        <p:spPr>
          <a:xfrm>
            <a:off x="9049512" y="2816580"/>
            <a:ext cx="32004" cy="3154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5" name="Shape 1163"/>
          <p:cNvSpPr/>
          <p:nvPr/>
        </p:nvSpPr>
        <p:spPr>
          <a:xfrm>
            <a:off x="9081516" y="2848127"/>
            <a:ext cx="32004" cy="3389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6" name="Shape 1164"/>
          <p:cNvSpPr/>
          <p:nvPr/>
        </p:nvSpPr>
        <p:spPr>
          <a:xfrm>
            <a:off x="9113520" y="2882019"/>
            <a:ext cx="32004" cy="3538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7" name="Shape 1165"/>
          <p:cNvSpPr/>
          <p:nvPr/>
        </p:nvSpPr>
        <p:spPr>
          <a:xfrm>
            <a:off x="9145524" y="2917399"/>
            <a:ext cx="32004" cy="3589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8" name="Shape 1166"/>
          <p:cNvSpPr/>
          <p:nvPr/>
        </p:nvSpPr>
        <p:spPr>
          <a:xfrm>
            <a:off x="9177528" y="2953299"/>
            <a:ext cx="32004" cy="3547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9" name="Shape 1167"/>
          <p:cNvSpPr/>
          <p:nvPr/>
        </p:nvSpPr>
        <p:spPr>
          <a:xfrm>
            <a:off x="9209532" y="2988772"/>
            <a:ext cx="32004" cy="3410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0" name="Shape 1168"/>
          <p:cNvSpPr/>
          <p:nvPr/>
        </p:nvSpPr>
        <p:spPr>
          <a:xfrm>
            <a:off x="9241536" y="3022875"/>
            <a:ext cx="32004" cy="3201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1" name="Shape 1169"/>
          <p:cNvSpPr/>
          <p:nvPr/>
        </p:nvSpPr>
        <p:spPr>
          <a:xfrm>
            <a:off x="9273540" y="3054890"/>
            <a:ext cx="32004" cy="2903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2" name="Shape 1170"/>
          <p:cNvSpPr/>
          <p:nvPr/>
        </p:nvSpPr>
        <p:spPr>
          <a:xfrm>
            <a:off x="9305544" y="3083929"/>
            <a:ext cx="32004" cy="2548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3" name="Shape 1171"/>
          <p:cNvSpPr/>
          <p:nvPr/>
        </p:nvSpPr>
        <p:spPr>
          <a:xfrm>
            <a:off x="9337548" y="3109416"/>
            <a:ext cx="32004" cy="2119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4" name="Shape 1172"/>
          <p:cNvSpPr/>
          <p:nvPr/>
        </p:nvSpPr>
        <p:spPr>
          <a:xfrm>
            <a:off x="9369552" y="3130613"/>
            <a:ext cx="32004" cy="1630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5" name="Shape 1173"/>
          <p:cNvSpPr/>
          <p:nvPr/>
        </p:nvSpPr>
        <p:spPr>
          <a:xfrm>
            <a:off x="9401556" y="3146923"/>
            <a:ext cx="32004" cy="1046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6" name="Shape 1174"/>
          <p:cNvSpPr/>
          <p:nvPr/>
        </p:nvSpPr>
        <p:spPr>
          <a:xfrm>
            <a:off x="9433560" y="3157388"/>
            <a:ext cx="32004" cy="353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7" name="Shape 1175"/>
          <p:cNvSpPr/>
          <p:nvPr/>
        </p:nvSpPr>
        <p:spPr>
          <a:xfrm flipV="1">
            <a:off x="9465564" y="3156564"/>
            <a:ext cx="32004" cy="435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8" name="Shape 1176"/>
          <p:cNvSpPr/>
          <p:nvPr/>
        </p:nvSpPr>
        <p:spPr>
          <a:xfrm flipV="1">
            <a:off x="9497568" y="3143746"/>
            <a:ext cx="32004" cy="1281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9" name="Shape 1177"/>
          <p:cNvSpPr/>
          <p:nvPr/>
        </p:nvSpPr>
        <p:spPr>
          <a:xfrm flipV="1">
            <a:off x="9529572" y="3122729"/>
            <a:ext cx="32004" cy="2101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0" name="Shape 1178"/>
          <p:cNvSpPr/>
          <p:nvPr/>
        </p:nvSpPr>
        <p:spPr>
          <a:xfrm flipV="1">
            <a:off x="9561576" y="3094533"/>
            <a:ext cx="32004" cy="2819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1" name="Shape 1179"/>
          <p:cNvSpPr/>
          <p:nvPr/>
        </p:nvSpPr>
        <p:spPr>
          <a:xfrm flipV="1">
            <a:off x="9593580" y="3060435"/>
            <a:ext cx="32004" cy="3409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2" name="Shape 1180"/>
          <p:cNvSpPr/>
          <p:nvPr/>
        </p:nvSpPr>
        <p:spPr>
          <a:xfrm flipV="1">
            <a:off x="9625584" y="3022105"/>
            <a:ext cx="32004" cy="3833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3" name="Shape 1181"/>
          <p:cNvSpPr/>
          <p:nvPr/>
        </p:nvSpPr>
        <p:spPr>
          <a:xfrm flipV="1">
            <a:off x="9657588" y="2980986"/>
            <a:ext cx="32004" cy="411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4" name="Shape 1182"/>
          <p:cNvSpPr/>
          <p:nvPr/>
        </p:nvSpPr>
        <p:spPr>
          <a:xfrm flipV="1">
            <a:off x="9689592" y="2938549"/>
            <a:ext cx="32004" cy="4243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5" name="Shape 1183"/>
          <p:cNvSpPr/>
          <p:nvPr/>
        </p:nvSpPr>
        <p:spPr>
          <a:xfrm flipV="1">
            <a:off x="9721596" y="2896352"/>
            <a:ext cx="32004" cy="4219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6" name="Shape 1184"/>
          <p:cNvSpPr/>
          <p:nvPr/>
        </p:nvSpPr>
        <p:spPr>
          <a:xfrm flipV="1">
            <a:off x="9753600" y="2855610"/>
            <a:ext cx="32004" cy="4074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7" name="Shape 1185"/>
          <p:cNvSpPr/>
          <p:nvPr/>
        </p:nvSpPr>
        <p:spPr>
          <a:xfrm flipV="1">
            <a:off x="9785604" y="2817564"/>
            <a:ext cx="32004" cy="380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8" name="Shape 1186"/>
          <p:cNvSpPr/>
          <p:nvPr/>
        </p:nvSpPr>
        <p:spPr>
          <a:xfrm flipV="1">
            <a:off x="9817608" y="2783145"/>
            <a:ext cx="32004" cy="344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9" name="Shape 1187"/>
          <p:cNvSpPr/>
          <p:nvPr/>
        </p:nvSpPr>
        <p:spPr>
          <a:xfrm flipV="1">
            <a:off x="9849612" y="2753226"/>
            <a:ext cx="32004" cy="299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0" name="Shape 1188"/>
          <p:cNvSpPr/>
          <p:nvPr/>
        </p:nvSpPr>
        <p:spPr>
          <a:xfrm flipV="1">
            <a:off x="9881616" y="2728365"/>
            <a:ext cx="32004" cy="2486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1" name="Shape 1189"/>
          <p:cNvSpPr/>
          <p:nvPr/>
        </p:nvSpPr>
        <p:spPr>
          <a:xfrm flipV="1">
            <a:off x="9913620" y="2708898"/>
            <a:ext cx="32004" cy="1946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2" name="Shape 1190"/>
          <p:cNvSpPr/>
          <p:nvPr/>
        </p:nvSpPr>
        <p:spPr>
          <a:xfrm flipV="1">
            <a:off x="9945624" y="2695014"/>
            <a:ext cx="32004" cy="1388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3" name="Shape 1191"/>
          <p:cNvSpPr/>
          <p:nvPr/>
        </p:nvSpPr>
        <p:spPr>
          <a:xfrm flipV="1">
            <a:off x="9977628" y="2686621"/>
            <a:ext cx="32004" cy="839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4" name="Shape 1192"/>
          <p:cNvSpPr/>
          <p:nvPr/>
        </p:nvSpPr>
        <p:spPr>
          <a:xfrm flipV="1">
            <a:off x="10009632" y="2683429"/>
            <a:ext cx="32004" cy="319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5" name="Shape 1193"/>
          <p:cNvSpPr/>
          <p:nvPr/>
        </p:nvSpPr>
        <p:spPr>
          <a:xfrm>
            <a:off x="10041636" y="2683429"/>
            <a:ext cx="32004" cy="163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6" name="Shape 1194"/>
          <p:cNvSpPr/>
          <p:nvPr/>
        </p:nvSpPr>
        <p:spPr>
          <a:xfrm>
            <a:off x="10073640" y="2685064"/>
            <a:ext cx="32004" cy="572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7" name="Shape 1195"/>
          <p:cNvSpPr/>
          <p:nvPr/>
        </p:nvSpPr>
        <p:spPr>
          <a:xfrm>
            <a:off x="10105644" y="2690784"/>
            <a:ext cx="32004" cy="928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8" name="Shape 1196"/>
          <p:cNvSpPr/>
          <p:nvPr/>
        </p:nvSpPr>
        <p:spPr>
          <a:xfrm>
            <a:off x="10137648" y="2700073"/>
            <a:ext cx="32004" cy="1186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9" name="Shape 1197"/>
          <p:cNvSpPr/>
          <p:nvPr/>
        </p:nvSpPr>
        <p:spPr>
          <a:xfrm>
            <a:off x="10169652" y="2711938"/>
            <a:ext cx="32004" cy="1367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0" name="Shape 1198"/>
          <p:cNvSpPr/>
          <p:nvPr/>
        </p:nvSpPr>
        <p:spPr>
          <a:xfrm>
            <a:off x="10201656" y="2725613"/>
            <a:ext cx="32004" cy="1457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1" name="Shape 1199"/>
          <p:cNvSpPr/>
          <p:nvPr/>
        </p:nvSpPr>
        <p:spPr>
          <a:xfrm>
            <a:off x="10233660" y="2740191"/>
            <a:ext cx="32004" cy="1460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2" name="Shape 1200"/>
          <p:cNvSpPr/>
          <p:nvPr/>
        </p:nvSpPr>
        <p:spPr>
          <a:xfrm>
            <a:off x="10265664" y="2754796"/>
            <a:ext cx="32004" cy="1378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3" name="Shape 1201"/>
          <p:cNvSpPr/>
          <p:nvPr/>
        </p:nvSpPr>
        <p:spPr>
          <a:xfrm>
            <a:off x="10297668" y="2768583"/>
            <a:ext cx="32004" cy="1221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4" name="Shape 1202"/>
          <p:cNvSpPr/>
          <p:nvPr/>
        </p:nvSpPr>
        <p:spPr>
          <a:xfrm>
            <a:off x="10329672" y="2780794"/>
            <a:ext cx="32004" cy="1001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5" name="Shape 1203"/>
          <p:cNvSpPr/>
          <p:nvPr/>
        </p:nvSpPr>
        <p:spPr>
          <a:xfrm>
            <a:off x="10361676" y="2790812"/>
            <a:ext cx="32004" cy="726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6" name="Shape 1204"/>
          <p:cNvSpPr/>
          <p:nvPr/>
        </p:nvSpPr>
        <p:spPr>
          <a:xfrm>
            <a:off x="10393680" y="2798082"/>
            <a:ext cx="32004" cy="402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7" name="Shape 1205"/>
          <p:cNvSpPr/>
          <p:nvPr/>
        </p:nvSpPr>
        <p:spPr>
          <a:xfrm>
            <a:off x="10425684" y="2802105"/>
            <a:ext cx="32004" cy="53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8" name="Shape 1206"/>
          <p:cNvSpPr/>
          <p:nvPr/>
        </p:nvSpPr>
        <p:spPr>
          <a:xfrm flipV="1">
            <a:off x="10457688" y="2799531"/>
            <a:ext cx="32004" cy="310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9" name="Shape 1207"/>
          <p:cNvSpPr/>
          <p:nvPr/>
        </p:nvSpPr>
        <p:spPr>
          <a:xfrm flipV="1">
            <a:off x="10489692" y="2792596"/>
            <a:ext cx="32004" cy="693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0" name="Shape 1208"/>
          <p:cNvSpPr/>
          <p:nvPr/>
        </p:nvSpPr>
        <p:spPr>
          <a:xfrm flipV="1">
            <a:off x="10521696" y="2781937"/>
            <a:ext cx="32004" cy="1066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1" name="Shape 1209"/>
          <p:cNvSpPr/>
          <p:nvPr/>
        </p:nvSpPr>
        <p:spPr>
          <a:xfrm flipV="1">
            <a:off x="10553700" y="2767822"/>
            <a:ext cx="32004" cy="1411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2" name="Shape 1210"/>
          <p:cNvSpPr/>
          <p:nvPr/>
        </p:nvSpPr>
        <p:spPr>
          <a:xfrm flipV="1">
            <a:off x="10585704" y="2750942"/>
            <a:ext cx="32004" cy="1688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3" name="Shape 1211"/>
          <p:cNvSpPr/>
          <p:nvPr/>
        </p:nvSpPr>
        <p:spPr>
          <a:xfrm flipV="1">
            <a:off x="10617708" y="2732771"/>
            <a:ext cx="32004" cy="1817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4" name="Shape 1212"/>
          <p:cNvSpPr/>
          <p:nvPr/>
        </p:nvSpPr>
        <p:spPr>
          <a:xfrm flipV="1">
            <a:off x="10649712" y="2715341"/>
            <a:ext cx="32004" cy="1743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5" name="Shape 1213"/>
          <p:cNvSpPr/>
          <p:nvPr/>
        </p:nvSpPr>
        <p:spPr>
          <a:xfrm flipV="1">
            <a:off x="10681716" y="2700712"/>
            <a:ext cx="32004" cy="1462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6" name="Shape 1214"/>
          <p:cNvSpPr/>
          <p:nvPr/>
        </p:nvSpPr>
        <p:spPr>
          <a:xfrm flipV="1">
            <a:off x="10713720" y="2690548"/>
            <a:ext cx="32004" cy="1016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7" name="Shape 1215"/>
          <p:cNvSpPr/>
          <p:nvPr/>
        </p:nvSpPr>
        <p:spPr>
          <a:xfrm flipV="1">
            <a:off x="10745724" y="2685811"/>
            <a:ext cx="32004" cy="47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8" name="Shape 1216"/>
          <p:cNvSpPr/>
          <p:nvPr/>
        </p:nvSpPr>
        <p:spPr>
          <a:xfrm>
            <a:off x="10777728" y="2685811"/>
            <a:ext cx="32004" cy="108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9" name="Shape 1217"/>
          <p:cNvSpPr/>
          <p:nvPr/>
        </p:nvSpPr>
        <p:spPr>
          <a:xfrm>
            <a:off x="10809732" y="2686901"/>
            <a:ext cx="32004" cy="680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0" name="Shape 1218"/>
          <p:cNvSpPr/>
          <p:nvPr/>
        </p:nvSpPr>
        <p:spPr>
          <a:xfrm>
            <a:off x="10841736" y="2693705"/>
            <a:ext cx="32004" cy="1240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1" name="Shape 1219"/>
          <p:cNvSpPr/>
          <p:nvPr/>
        </p:nvSpPr>
        <p:spPr>
          <a:xfrm>
            <a:off x="10873740" y="2706112"/>
            <a:ext cx="32004" cy="1761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2" name="Shape 1220"/>
          <p:cNvSpPr/>
          <p:nvPr/>
        </p:nvSpPr>
        <p:spPr>
          <a:xfrm>
            <a:off x="10905744" y="2723725"/>
            <a:ext cx="32004" cy="2241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3" name="Shape 1221"/>
          <p:cNvSpPr/>
          <p:nvPr/>
        </p:nvSpPr>
        <p:spPr>
          <a:xfrm>
            <a:off x="10937748" y="2746141"/>
            <a:ext cx="32004" cy="268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4" name="Shape 1222"/>
          <p:cNvSpPr/>
          <p:nvPr/>
        </p:nvSpPr>
        <p:spPr>
          <a:xfrm>
            <a:off x="10969752" y="2772987"/>
            <a:ext cx="32004" cy="3067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5" name="Shape 1223"/>
          <p:cNvSpPr/>
          <p:nvPr/>
        </p:nvSpPr>
        <p:spPr>
          <a:xfrm>
            <a:off x="11001756" y="2803658"/>
            <a:ext cx="32004" cy="3392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6" name="Shape 1224"/>
          <p:cNvSpPr/>
          <p:nvPr/>
        </p:nvSpPr>
        <p:spPr>
          <a:xfrm>
            <a:off x="11033760" y="2837579"/>
            <a:ext cx="32004" cy="3619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7" name="Shape 1225"/>
          <p:cNvSpPr/>
          <p:nvPr/>
        </p:nvSpPr>
        <p:spPr>
          <a:xfrm>
            <a:off x="11065764" y="2873778"/>
            <a:ext cx="32004" cy="3717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8" name="Shape 1226"/>
          <p:cNvSpPr/>
          <p:nvPr/>
        </p:nvSpPr>
        <p:spPr>
          <a:xfrm>
            <a:off x="11097768" y="2910949"/>
            <a:ext cx="32004" cy="3613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9" name="Shape 1227"/>
          <p:cNvSpPr/>
          <p:nvPr/>
        </p:nvSpPr>
        <p:spPr>
          <a:xfrm>
            <a:off x="11129772" y="2947085"/>
            <a:ext cx="32004" cy="3284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30" name="Shape 1228"/>
          <p:cNvSpPr/>
          <p:nvPr/>
        </p:nvSpPr>
        <p:spPr>
          <a:xfrm>
            <a:off x="11161776" y="2979927"/>
            <a:ext cx="32004" cy="2732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31" name="Shape 1229"/>
          <p:cNvSpPr/>
          <p:nvPr/>
        </p:nvSpPr>
        <p:spPr>
          <a:xfrm>
            <a:off x="11193780" y="3007247"/>
            <a:ext cx="32004" cy="2007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32" name="Shape 1230"/>
          <p:cNvSpPr/>
          <p:nvPr/>
        </p:nvSpPr>
        <p:spPr>
          <a:xfrm>
            <a:off x="11225784" y="3027320"/>
            <a:ext cx="32004" cy="1219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33" name="Shape 1231"/>
          <p:cNvSpPr/>
          <p:nvPr/>
        </p:nvSpPr>
        <p:spPr>
          <a:xfrm>
            <a:off x="11257788" y="3039520"/>
            <a:ext cx="32004" cy="437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34" name="Shape 1232"/>
          <p:cNvSpPr/>
          <p:nvPr/>
        </p:nvSpPr>
        <p:spPr>
          <a:xfrm flipV="1">
            <a:off x="11289792" y="3040902"/>
            <a:ext cx="32004" cy="298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35" name="Shape 1233"/>
          <p:cNvSpPr/>
          <p:nvPr/>
        </p:nvSpPr>
        <p:spPr>
          <a:xfrm flipV="1">
            <a:off x="11321796" y="3031025"/>
            <a:ext cx="32004" cy="987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36" name="Shape 1234"/>
          <p:cNvSpPr/>
          <p:nvPr/>
        </p:nvSpPr>
        <p:spPr>
          <a:xfrm>
            <a:off x="8153400" y="2855860"/>
            <a:ext cx="37719" cy="24721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37" name="Shape 1235"/>
          <p:cNvSpPr/>
          <p:nvPr/>
        </p:nvSpPr>
        <p:spPr>
          <a:xfrm>
            <a:off x="8185404" y="2855401"/>
            <a:ext cx="37719" cy="20498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38" name="Shape 1236"/>
          <p:cNvSpPr/>
          <p:nvPr/>
        </p:nvSpPr>
        <p:spPr>
          <a:xfrm>
            <a:off x="8217408" y="2851699"/>
            <a:ext cx="37719" cy="16981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39" name="Shape 1237"/>
          <p:cNvSpPr/>
          <p:nvPr/>
        </p:nvSpPr>
        <p:spPr>
          <a:xfrm>
            <a:off x="8249412" y="2844424"/>
            <a:ext cx="37719" cy="14304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40" name="Shape 1238"/>
          <p:cNvSpPr/>
          <p:nvPr/>
        </p:nvSpPr>
        <p:spPr>
          <a:xfrm>
            <a:off x="8281416" y="2833867"/>
            <a:ext cx="37719" cy="12489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41" name="Shape 1239"/>
          <p:cNvSpPr/>
          <p:nvPr/>
        </p:nvSpPr>
        <p:spPr>
          <a:xfrm>
            <a:off x="8313420" y="2820504"/>
            <a:ext cx="37719" cy="11470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42" name="Shape 1240"/>
          <p:cNvSpPr/>
          <p:nvPr/>
        </p:nvSpPr>
        <p:spPr>
          <a:xfrm>
            <a:off x="8345424" y="2805545"/>
            <a:ext cx="37719" cy="11055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43" name="Shape 1241"/>
          <p:cNvSpPr/>
          <p:nvPr/>
        </p:nvSpPr>
        <p:spPr>
          <a:xfrm>
            <a:off x="8377428" y="2790279"/>
            <a:ext cx="37719" cy="10988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44" name="Shape 1242"/>
          <p:cNvSpPr/>
          <p:nvPr/>
        </p:nvSpPr>
        <p:spPr>
          <a:xfrm>
            <a:off x="8409432" y="2775799"/>
            <a:ext cx="37719" cy="11055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45" name="Shape 1243"/>
          <p:cNvSpPr/>
          <p:nvPr/>
        </p:nvSpPr>
        <p:spPr>
          <a:xfrm>
            <a:off x="8441436" y="2762746"/>
            <a:ext cx="37719" cy="11111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46" name="Shape 1244"/>
          <p:cNvSpPr/>
          <p:nvPr/>
        </p:nvSpPr>
        <p:spPr>
          <a:xfrm>
            <a:off x="8473440" y="2751230"/>
            <a:ext cx="37719" cy="11111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47" name="Shape 1245"/>
          <p:cNvSpPr/>
          <p:nvPr/>
        </p:nvSpPr>
        <p:spPr>
          <a:xfrm>
            <a:off x="8505444" y="2741193"/>
            <a:ext cx="37719" cy="11044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48" name="Shape 1246"/>
          <p:cNvSpPr/>
          <p:nvPr/>
        </p:nvSpPr>
        <p:spPr>
          <a:xfrm>
            <a:off x="8537448" y="2732296"/>
            <a:ext cx="37719" cy="10943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49" name="Shape 1247"/>
          <p:cNvSpPr/>
          <p:nvPr/>
        </p:nvSpPr>
        <p:spPr>
          <a:xfrm>
            <a:off x="8569452" y="2724396"/>
            <a:ext cx="37719" cy="10809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50" name="Shape 1248"/>
          <p:cNvSpPr/>
          <p:nvPr/>
        </p:nvSpPr>
        <p:spPr>
          <a:xfrm>
            <a:off x="8601456" y="2717183"/>
            <a:ext cx="37719" cy="10697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51" name="Shape 1249"/>
          <p:cNvSpPr/>
          <p:nvPr/>
        </p:nvSpPr>
        <p:spPr>
          <a:xfrm>
            <a:off x="8633460" y="2710659"/>
            <a:ext cx="37719" cy="10607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52" name="Shape 1250"/>
          <p:cNvSpPr/>
          <p:nvPr/>
        </p:nvSpPr>
        <p:spPr>
          <a:xfrm>
            <a:off x="8665464" y="2704797"/>
            <a:ext cx="37719" cy="10562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53" name="Shape 1251"/>
          <p:cNvSpPr/>
          <p:nvPr/>
        </p:nvSpPr>
        <p:spPr>
          <a:xfrm>
            <a:off x="8697468" y="2699880"/>
            <a:ext cx="37719" cy="10540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54" name="Shape 1252"/>
          <p:cNvSpPr/>
          <p:nvPr/>
        </p:nvSpPr>
        <p:spPr>
          <a:xfrm>
            <a:off x="8729472" y="2696222"/>
            <a:ext cx="37719" cy="10540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55" name="Shape 1253"/>
          <p:cNvSpPr/>
          <p:nvPr/>
        </p:nvSpPr>
        <p:spPr>
          <a:xfrm>
            <a:off x="8761476" y="2694223"/>
            <a:ext cx="37719" cy="10551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56" name="Shape 1254"/>
          <p:cNvSpPr/>
          <p:nvPr/>
        </p:nvSpPr>
        <p:spPr>
          <a:xfrm>
            <a:off x="8793480" y="2694338"/>
            <a:ext cx="37719" cy="10562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57" name="Shape 1255"/>
          <p:cNvSpPr/>
          <p:nvPr/>
        </p:nvSpPr>
        <p:spPr>
          <a:xfrm>
            <a:off x="8825484" y="2697054"/>
            <a:ext cx="37719" cy="10574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58" name="Shape 1256"/>
          <p:cNvSpPr/>
          <p:nvPr/>
        </p:nvSpPr>
        <p:spPr>
          <a:xfrm>
            <a:off x="8857488" y="2702883"/>
            <a:ext cx="37719" cy="10574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59" name="Shape 1257"/>
          <p:cNvSpPr/>
          <p:nvPr/>
        </p:nvSpPr>
        <p:spPr>
          <a:xfrm>
            <a:off x="8889492" y="2712113"/>
            <a:ext cx="37719" cy="10574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60" name="Shape 1258"/>
          <p:cNvSpPr/>
          <p:nvPr/>
        </p:nvSpPr>
        <p:spPr>
          <a:xfrm>
            <a:off x="8921496" y="2725143"/>
            <a:ext cx="37719" cy="10574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61" name="Shape 1259"/>
          <p:cNvSpPr/>
          <p:nvPr/>
        </p:nvSpPr>
        <p:spPr>
          <a:xfrm>
            <a:off x="8953500" y="2742117"/>
            <a:ext cx="37719" cy="10574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62" name="Shape 1260"/>
          <p:cNvSpPr/>
          <p:nvPr/>
        </p:nvSpPr>
        <p:spPr>
          <a:xfrm>
            <a:off x="8985504" y="2763147"/>
            <a:ext cx="37719" cy="10562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63" name="Shape 1261"/>
          <p:cNvSpPr/>
          <p:nvPr/>
        </p:nvSpPr>
        <p:spPr>
          <a:xfrm>
            <a:off x="9017508" y="2788063"/>
            <a:ext cx="37719" cy="10551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64" name="Shape 1262"/>
          <p:cNvSpPr/>
          <p:nvPr/>
        </p:nvSpPr>
        <p:spPr>
          <a:xfrm>
            <a:off x="9049512" y="2816580"/>
            <a:ext cx="37719" cy="10540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65" name="Shape 1263"/>
          <p:cNvSpPr/>
          <p:nvPr/>
        </p:nvSpPr>
        <p:spPr>
          <a:xfrm>
            <a:off x="9081516" y="2848127"/>
            <a:ext cx="37719" cy="10540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66" name="Shape 1264"/>
          <p:cNvSpPr/>
          <p:nvPr/>
        </p:nvSpPr>
        <p:spPr>
          <a:xfrm>
            <a:off x="9113520" y="2882019"/>
            <a:ext cx="37719" cy="10562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67" name="Shape 1265"/>
          <p:cNvSpPr/>
          <p:nvPr/>
        </p:nvSpPr>
        <p:spPr>
          <a:xfrm>
            <a:off x="9145524" y="2917399"/>
            <a:ext cx="37719" cy="10607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68" name="Shape 1266"/>
          <p:cNvSpPr/>
          <p:nvPr/>
        </p:nvSpPr>
        <p:spPr>
          <a:xfrm>
            <a:off x="9177528" y="2953299"/>
            <a:ext cx="37719" cy="10697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69" name="Shape 1267"/>
          <p:cNvSpPr/>
          <p:nvPr/>
        </p:nvSpPr>
        <p:spPr>
          <a:xfrm>
            <a:off x="9209532" y="2988772"/>
            <a:ext cx="37719" cy="10809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70" name="Shape 1268"/>
          <p:cNvSpPr/>
          <p:nvPr/>
        </p:nvSpPr>
        <p:spPr>
          <a:xfrm>
            <a:off x="9241536" y="3022875"/>
            <a:ext cx="37719" cy="10943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71" name="Shape 1269"/>
          <p:cNvSpPr/>
          <p:nvPr/>
        </p:nvSpPr>
        <p:spPr>
          <a:xfrm>
            <a:off x="9273540" y="3054890"/>
            <a:ext cx="37719" cy="11044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72" name="Shape 1270"/>
          <p:cNvSpPr/>
          <p:nvPr/>
        </p:nvSpPr>
        <p:spPr>
          <a:xfrm>
            <a:off x="9305544" y="3083929"/>
            <a:ext cx="37719" cy="11111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73" name="Shape 1271"/>
          <p:cNvSpPr/>
          <p:nvPr/>
        </p:nvSpPr>
        <p:spPr>
          <a:xfrm>
            <a:off x="9337548" y="3109416"/>
            <a:ext cx="37719" cy="11100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74" name="Shape 1272"/>
          <p:cNvSpPr/>
          <p:nvPr/>
        </p:nvSpPr>
        <p:spPr>
          <a:xfrm>
            <a:off x="9369552" y="3130613"/>
            <a:ext cx="37719" cy="11044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75" name="Shape 1273"/>
          <p:cNvSpPr/>
          <p:nvPr/>
        </p:nvSpPr>
        <p:spPr>
          <a:xfrm>
            <a:off x="9401556" y="3146923"/>
            <a:ext cx="37719" cy="10977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76" name="Shape 1274"/>
          <p:cNvSpPr/>
          <p:nvPr/>
        </p:nvSpPr>
        <p:spPr>
          <a:xfrm>
            <a:off x="9433560" y="3157388"/>
            <a:ext cx="37719" cy="11044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77" name="Shape 1275"/>
          <p:cNvSpPr/>
          <p:nvPr/>
        </p:nvSpPr>
        <p:spPr>
          <a:xfrm>
            <a:off x="9465564" y="3160918"/>
            <a:ext cx="37719" cy="11470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78" name="Shape 1276"/>
          <p:cNvSpPr/>
          <p:nvPr/>
        </p:nvSpPr>
        <p:spPr>
          <a:xfrm>
            <a:off x="9497568" y="3156564"/>
            <a:ext cx="37719" cy="12489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79" name="Shape 1277"/>
          <p:cNvSpPr/>
          <p:nvPr/>
        </p:nvSpPr>
        <p:spPr>
          <a:xfrm>
            <a:off x="9529572" y="3143746"/>
            <a:ext cx="37719" cy="14293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80" name="Shape 1278"/>
          <p:cNvSpPr/>
          <p:nvPr/>
        </p:nvSpPr>
        <p:spPr>
          <a:xfrm>
            <a:off x="9561576" y="3122729"/>
            <a:ext cx="37719" cy="16947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81" name="Shape 1279"/>
          <p:cNvSpPr/>
          <p:nvPr/>
        </p:nvSpPr>
        <p:spPr>
          <a:xfrm>
            <a:off x="9593580" y="3094533"/>
            <a:ext cx="37719" cy="20386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82" name="Shape 1280"/>
          <p:cNvSpPr/>
          <p:nvPr/>
        </p:nvSpPr>
        <p:spPr>
          <a:xfrm>
            <a:off x="9625584" y="3060435"/>
            <a:ext cx="37719" cy="24508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83" name="Shape 1281"/>
          <p:cNvSpPr/>
          <p:nvPr/>
        </p:nvSpPr>
        <p:spPr>
          <a:xfrm>
            <a:off x="9657588" y="3022105"/>
            <a:ext cx="37719" cy="29157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84" name="Shape 1282"/>
          <p:cNvSpPr/>
          <p:nvPr/>
        </p:nvSpPr>
        <p:spPr>
          <a:xfrm>
            <a:off x="9689592" y="2980986"/>
            <a:ext cx="37719" cy="34197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85" name="Shape 1283"/>
          <p:cNvSpPr/>
          <p:nvPr/>
        </p:nvSpPr>
        <p:spPr>
          <a:xfrm>
            <a:off x="9721596" y="2938549"/>
            <a:ext cx="37719" cy="39496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86" name="Shape 1284"/>
          <p:cNvSpPr/>
          <p:nvPr/>
        </p:nvSpPr>
        <p:spPr>
          <a:xfrm>
            <a:off x="9753600" y="2896352"/>
            <a:ext cx="37719" cy="44895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87" name="Shape 1285"/>
          <p:cNvSpPr/>
          <p:nvPr/>
        </p:nvSpPr>
        <p:spPr>
          <a:xfrm>
            <a:off x="9785604" y="2855610"/>
            <a:ext cx="37719" cy="50271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88" name="Shape 1286"/>
          <p:cNvSpPr/>
          <p:nvPr/>
        </p:nvSpPr>
        <p:spPr>
          <a:xfrm>
            <a:off x="9817608" y="2817564"/>
            <a:ext cx="37719" cy="55469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89" name="Shape 1287"/>
          <p:cNvSpPr/>
          <p:nvPr/>
        </p:nvSpPr>
        <p:spPr>
          <a:xfrm>
            <a:off x="9849612" y="2783145"/>
            <a:ext cx="37719" cy="6036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90" name="Shape 1288"/>
          <p:cNvSpPr/>
          <p:nvPr/>
        </p:nvSpPr>
        <p:spPr>
          <a:xfrm>
            <a:off x="9881616" y="2753226"/>
            <a:ext cx="37719" cy="64833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91" name="Shape 1289"/>
          <p:cNvSpPr/>
          <p:nvPr/>
        </p:nvSpPr>
        <p:spPr>
          <a:xfrm>
            <a:off x="9913620" y="2728365"/>
            <a:ext cx="37719" cy="68754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92" name="Shape 1290"/>
          <p:cNvSpPr/>
          <p:nvPr/>
        </p:nvSpPr>
        <p:spPr>
          <a:xfrm>
            <a:off x="9945624" y="2708898"/>
            <a:ext cx="37719" cy="72036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93" name="Shape 1291"/>
          <p:cNvSpPr/>
          <p:nvPr/>
        </p:nvSpPr>
        <p:spPr>
          <a:xfrm>
            <a:off x="9977628" y="2695014"/>
            <a:ext cx="37719" cy="74590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94" name="Shape 1292"/>
          <p:cNvSpPr/>
          <p:nvPr/>
        </p:nvSpPr>
        <p:spPr>
          <a:xfrm>
            <a:off x="10009632" y="2686621"/>
            <a:ext cx="37719" cy="76348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95" name="Shape 1293"/>
          <p:cNvSpPr/>
          <p:nvPr/>
        </p:nvSpPr>
        <p:spPr>
          <a:xfrm>
            <a:off x="10041636" y="2683429"/>
            <a:ext cx="37719" cy="77278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96" name="Shape 1294"/>
          <p:cNvSpPr/>
          <p:nvPr/>
        </p:nvSpPr>
        <p:spPr>
          <a:xfrm>
            <a:off x="10073640" y="2685064"/>
            <a:ext cx="37719" cy="7733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97" name="Shape 1295"/>
          <p:cNvSpPr/>
          <p:nvPr/>
        </p:nvSpPr>
        <p:spPr>
          <a:xfrm>
            <a:off x="10105644" y="2690784"/>
            <a:ext cx="37719" cy="76539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98" name="Shape 1296"/>
          <p:cNvSpPr/>
          <p:nvPr/>
        </p:nvSpPr>
        <p:spPr>
          <a:xfrm>
            <a:off x="10137648" y="2700073"/>
            <a:ext cx="37719" cy="74881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99" name="Shape 1297"/>
          <p:cNvSpPr/>
          <p:nvPr/>
        </p:nvSpPr>
        <p:spPr>
          <a:xfrm>
            <a:off x="10169652" y="2711938"/>
            <a:ext cx="37719" cy="72428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00" name="Shape 1298"/>
          <p:cNvSpPr/>
          <p:nvPr/>
        </p:nvSpPr>
        <p:spPr>
          <a:xfrm>
            <a:off x="10201656" y="2725613"/>
            <a:ext cx="37719" cy="69224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01" name="Shape 1299"/>
          <p:cNvSpPr/>
          <p:nvPr/>
        </p:nvSpPr>
        <p:spPr>
          <a:xfrm>
            <a:off x="10233660" y="2740191"/>
            <a:ext cx="37719" cy="65349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02" name="Shape 1300"/>
          <p:cNvSpPr/>
          <p:nvPr/>
        </p:nvSpPr>
        <p:spPr>
          <a:xfrm>
            <a:off x="10265664" y="2754796"/>
            <a:ext cx="37719" cy="60902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03" name="Shape 1301"/>
          <p:cNvSpPr/>
          <p:nvPr/>
        </p:nvSpPr>
        <p:spPr>
          <a:xfrm>
            <a:off x="10297668" y="2768583"/>
            <a:ext cx="37719" cy="55995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04" name="Shape 1302"/>
          <p:cNvSpPr/>
          <p:nvPr/>
        </p:nvSpPr>
        <p:spPr>
          <a:xfrm>
            <a:off x="10329672" y="2780794"/>
            <a:ext cx="37719" cy="50764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05" name="Shape 1303"/>
          <p:cNvSpPr/>
          <p:nvPr/>
        </p:nvSpPr>
        <p:spPr>
          <a:xfrm>
            <a:off x="10361676" y="2790812"/>
            <a:ext cx="37719" cy="45332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06" name="Shape 1304"/>
          <p:cNvSpPr/>
          <p:nvPr/>
        </p:nvSpPr>
        <p:spPr>
          <a:xfrm>
            <a:off x="10393680" y="2798082"/>
            <a:ext cx="37719" cy="39843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07" name="Shape 1305"/>
          <p:cNvSpPr/>
          <p:nvPr/>
        </p:nvSpPr>
        <p:spPr>
          <a:xfrm>
            <a:off x="10425684" y="2802105"/>
            <a:ext cx="37719" cy="34466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08" name="Shape 1306"/>
          <p:cNvSpPr/>
          <p:nvPr/>
        </p:nvSpPr>
        <p:spPr>
          <a:xfrm>
            <a:off x="10457688" y="2802640"/>
            <a:ext cx="37719" cy="29347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09" name="Shape 1307"/>
          <p:cNvSpPr/>
          <p:nvPr/>
        </p:nvSpPr>
        <p:spPr>
          <a:xfrm>
            <a:off x="10489692" y="2799531"/>
            <a:ext cx="37719" cy="24643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10" name="Shape 1308"/>
          <p:cNvSpPr/>
          <p:nvPr/>
        </p:nvSpPr>
        <p:spPr>
          <a:xfrm>
            <a:off x="10521696" y="2792596"/>
            <a:ext cx="37719" cy="20532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11" name="Shape 1309"/>
          <p:cNvSpPr/>
          <p:nvPr/>
        </p:nvSpPr>
        <p:spPr>
          <a:xfrm>
            <a:off x="10553700" y="2781937"/>
            <a:ext cx="37719" cy="17160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12" name="Shape 1310"/>
          <p:cNvSpPr/>
          <p:nvPr/>
        </p:nvSpPr>
        <p:spPr>
          <a:xfrm>
            <a:off x="10585704" y="2767822"/>
            <a:ext cx="37719" cy="14651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13" name="Shape 1311"/>
          <p:cNvSpPr/>
          <p:nvPr/>
        </p:nvSpPr>
        <p:spPr>
          <a:xfrm>
            <a:off x="10617708" y="2750942"/>
            <a:ext cx="37719" cy="13049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14" name="Shape 1312"/>
          <p:cNvSpPr/>
          <p:nvPr/>
        </p:nvSpPr>
        <p:spPr>
          <a:xfrm>
            <a:off x="10649712" y="2732771"/>
            <a:ext cx="37719" cy="12231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15" name="Shape 1313"/>
          <p:cNvSpPr/>
          <p:nvPr/>
        </p:nvSpPr>
        <p:spPr>
          <a:xfrm>
            <a:off x="10681716" y="2715341"/>
            <a:ext cx="37719" cy="11963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16" name="Shape 1314"/>
          <p:cNvSpPr/>
          <p:nvPr/>
        </p:nvSpPr>
        <p:spPr>
          <a:xfrm>
            <a:off x="10713720" y="2700712"/>
            <a:ext cx="37719" cy="1197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17" name="Shape 1315"/>
          <p:cNvSpPr/>
          <p:nvPr/>
        </p:nvSpPr>
        <p:spPr>
          <a:xfrm>
            <a:off x="10745724" y="2690548"/>
            <a:ext cx="37719" cy="12063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18" name="Shape 1316"/>
          <p:cNvSpPr/>
          <p:nvPr/>
        </p:nvSpPr>
        <p:spPr>
          <a:xfrm>
            <a:off x="10777728" y="2685811"/>
            <a:ext cx="37719" cy="12131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19" name="Shape 1317"/>
          <p:cNvSpPr/>
          <p:nvPr/>
        </p:nvSpPr>
        <p:spPr>
          <a:xfrm>
            <a:off x="10809732" y="2686901"/>
            <a:ext cx="37719" cy="12164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20" name="Shape 1318"/>
          <p:cNvSpPr/>
          <p:nvPr/>
        </p:nvSpPr>
        <p:spPr>
          <a:xfrm>
            <a:off x="10841736" y="2693705"/>
            <a:ext cx="37719" cy="12198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21" name="Shape 1319"/>
          <p:cNvSpPr/>
          <p:nvPr/>
        </p:nvSpPr>
        <p:spPr>
          <a:xfrm>
            <a:off x="10873740" y="2706112"/>
            <a:ext cx="37719" cy="1225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22" name="Shape 1320"/>
          <p:cNvSpPr/>
          <p:nvPr/>
        </p:nvSpPr>
        <p:spPr>
          <a:xfrm>
            <a:off x="10905744" y="2723725"/>
            <a:ext cx="37719" cy="12355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23" name="Shape 1321"/>
          <p:cNvSpPr/>
          <p:nvPr/>
        </p:nvSpPr>
        <p:spPr>
          <a:xfrm>
            <a:off x="10937748" y="2746141"/>
            <a:ext cx="37719" cy="12489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24" name="Shape 1322"/>
          <p:cNvSpPr/>
          <p:nvPr/>
        </p:nvSpPr>
        <p:spPr>
          <a:xfrm>
            <a:off x="10969752" y="2772987"/>
            <a:ext cx="37719" cy="12624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25" name="Shape 1323"/>
          <p:cNvSpPr/>
          <p:nvPr/>
        </p:nvSpPr>
        <p:spPr>
          <a:xfrm>
            <a:off x="11001756" y="2803658"/>
            <a:ext cx="37719" cy="12724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26" name="Shape 1324"/>
          <p:cNvSpPr/>
          <p:nvPr/>
        </p:nvSpPr>
        <p:spPr>
          <a:xfrm>
            <a:off x="11033760" y="2837579"/>
            <a:ext cx="37719" cy="12747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27" name="Shape 1325"/>
          <p:cNvSpPr/>
          <p:nvPr/>
        </p:nvSpPr>
        <p:spPr>
          <a:xfrm>
            <a:off x="11065764" y="2873778"/>
            <a:ext cx="37719" cy="12691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28" name="Shape 1326"/>
          <p:cNvSpPr/>
          <p:nvPr/>
        </p:nvSpPr>
        <p:spPr>
          <a:xfrm>
            <a:off x="11097768" y="2910949"/>
            <a:ext cx="37719" cy="12646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29" name="Shape 1327"/>
          <p:cNvSpPr/>
          <p:nvPr/>
        </p:nvSpPr>
        <p:spPr>
          <a:xfrm>
            <a:off x="11129772" y="2947085"/>
            <a:ext cx="37719" cy="12814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30" name="Shape 1328"/>
          <p:cNvSpPr/>
          <p:nvPr/>
        </p:nvSpPr>
        <p:spPr>
          <a:xfrm>
            <a:off x="11161776" y="2979927"/>
            <a:ext cx="37719" cy="13464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31" name="Shape 1329"/>
          <p:cNvSpPr/>
          <p:nvPr/>
        </p:nvSpPr>
        <p:spPr>
          <a:xfrm>
            <a:off x="11193780" y="3007247"/>
            <a:ext cx="37719" cy="14886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32" name="Shape 1330"/>
          <p:cNvSpPr/>
          <p:nvPr/>
        </p:nvSpPr>
        <p:spPr>
          <a:xfrm>
            <a:off x="11225784" y="3027320"/>
            <a:ext cx="37719" cy="17261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33" name="Shape 1331"/>
          <p:cNvSpPr/>
          <p:nvPr/>
        </p:nvSpPr>
        <p:spPr>
          <a:xfrm>
            <a:off x="11257788" y="3039520"/>
            <a:ext cx="37719" cy="20599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34" name="Shape 1332"/>
          <p:cNvSpPr/>
          <p:nvPr/>
        </p:nvSpPr>
        <p:spPr>
          <a:xfrm>
            <a:off x="11289792" y="3043891"/>
            <a:ext cx="37719" cy="24788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35" name="Shape 1333"/>
          <p:cNvSpPr/>
          <p:nvPr/>
        </p:nvSpPr>
        <p:spPr>
          <a:xfrm>
            <a:off x="11321796" y="3040902"/>
            <a:ext cx="37719" cy="29661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36" name="Shape 1334"/>
          <p:cNvSpPr/>
          <p:nvPr/>
        </p:nvSpPr>
        <p:spPr>
          <a:xfrm flipV="1">
            <a:off x="8153400" y="2959579"/>
            <a:ext cx="32004" cy="50321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37" name="Shape 1335"/>
          <p:cNvSpPr/>
          <p:nvPr/>
        </p:nvSpPr>
        <p:spPr>
          <a:xfrm flipV="1">
            <a:off x="8185404" y="2911631"/>
            <a:ext cx="32004" cy="47949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38" name="Shape 1336"/>
          <p:cNvSpPr/>
          <p:nvPr/>
        </p:nvSpPr>
        <p:spPr>
          <a:xfrm flipV="1">
            <a:off x="8217408" y="2868197"/>
            <a:ext cx="32004" cy="43434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39" name="Shape 1337"/>
          <p:cNvSpPr/>
          <p:nvPr/>
        </p:nvSpPr>
        <p:spPr>
          <a:xfrm flipV="1">
            <a:off x="8249412" y="2831049"/>
            <a:ext cx="32004" cy="37147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40" name="Shape 1338"/>
          <p:cNvSpPr/>
          <p:nvPr/>
        </p:nvSpPr>
        <p:spPr>
          <a:xfrm flipV="1">
            <a:off x="8281416" y="2801474"/>
            <a:ext cx="32004" cy="29575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41" name="Shape 1339"/>
          <p:cNvSpPr/>
          <p:nvPr/>
        </p:nvSpPr>
        <p:spPr>
          <a:xfrm flipV="1">
            <a:off x="8313420" y="2780071"/>
            <a:ext cx="32004" cy="21403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42" name="Shape 1340"/>
          <p:cNvSpPr/>
          <p:nvPr/>
        </p:nvSpPr>
        <p:spPr>
          <a:xfrm flipV="1">
            <a:off x="8345424" y="2766812"/>
            <a:ext cx="32004" cy="13259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43" name="Shape 1341"/>
          <p:cNvSpPr/>
          <p:nvPr/>
        </p:nvSpPr>
        <p:spPr>
          <a:xfrm flipV="1">
            <a:off x="8377428" y="2761040"/>
            <a:ext cx="32004" cy="5772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44" name="Shape 1342"/>
          <p:cNvSpPr/>
          <p:nvPr/>
        </p:nvSpPr>
        <p:spPr>
          <a:xfrm>
            <a:off x="8409432" y="2761040"/>
            <a:ext cx="32004" cy="429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45" name="Shape 1343"/>
          <p:cNvSpPr/>
          <p:nvPr/>
        </p:nvSpPr>
        <p:spPr>
          <a:xfrm>
            <a:off x="8441436" y="2761469"/>
            <a:ext cx="32004" cy="5001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46" name="Shape 1344"/>
          <p:cNvSpPr/>
          <p:nvPr/>
        </p:nvSpPr>
        <p:spPr>
          <a:xfrm>
            <a:off x="8473440" y="2766470"/>
            <a:ext cx="32004" cy="7715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47" name="Shape 1345"/>
          <p:cNvSpPr/>
          <p:nvPr/>
        </p:nvSpPr>
        <p:spPr>
          <a:xfrm>
            <a:off x="8505444" y="2774185"/>
            <a:ext cx="32004" cy="8430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48" name="Shape 1346"/>
          <p:cNvSpPr/>
          <p:nvPr/>
        </p:nvSpPr>
        <p:spPr>
          <a:xfrm>
            <a:off x="8537448" y="2782614"/>
            <a:ext cx="32004" cy="7401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49" name="Shape 1347"/>
          <p:cNvSpPr/>
          <p:nvPr/>
        </p:nvSpPr>
        <p:spPr>
          <a:xfrm>
            <a:off x="8569452" y="2790015"/>
            <a:ext cx="32004" cy="4829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50" name="Shape 1348"/>
          <p:cNvSpPr/>
          <p:nvPr/>
        </p:nvSpPr>
        <p:spPr>
          <a:xfrm>
            <a:off x="8601456" y="2794845"/>
            <a:ext cx="32004" cy="1314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51" name="Shape 1349"/>
          <p:cNvSpPr/>
          <p:nvPr/>
        </p:nvSpPr>
        <p:spPr>
          <a:xfrm flipV="1">
            <a:off x="8633460" y="2793530"/>
            <a:ext cx="32004" cy="2629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52" name="Shape 1350"/>
          <p:cNvSpPr/>
          <p:nvPr/>
        </p:nvSpPr>
        <p:spPr>
          <a:xfrm flipV="1">
            <a:off x="8665464" y="2787158"/>
            <a:ext cx="32004" cy="6372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53" name="Shape 1351"/>
          <p:cNvSpPr/>
          <p:nvPr/>
        </p:nvSpPr>
        <p:spPr>
          <a:xfrm flipV="1">
            <a:off x="8697468" y="2777814"/>
            <a:ext cx="32004" cy="9344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54" name="Shape 1352"/>
          <p:cNvSpPr/>
          <p:nvPr/>
        </p:nvSpPr>
        <p:spPr>
          <a:xfrm flipV="1">
            <a:off x="8729472" y="2766870"/>
            <a:ext cx="32004" cy="10944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55" name="Shape 1353"/>
          <p:cNvSpPr/>
          <p:nvPr/>
        </p:nvSpPr>
        <p:spPr>
          <a:xfrm flipV="1">
            <a:off x="8761476" y="2756011"/>
            <a:ext cx="32004" cy="10858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56" name="Shape 1354"/>
          <p:cNvSpPr/>
          <p:nvPr/>
        </p:nvSpPr>
        <p:spPr>
          <a:xfrm flipV="1">
            <a:off x="8793480" y="2747181"/>
            <a:ext cx="32004" cy="8830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57" name="Shape 1355"/>
          <p:cNvSpPr/>
          <p:nvPr/>
        </p:nvSpPr>
        <p:spPr>
          <a:xfrm flipV="1">
            <a:off x="8825484" y="2742352"/>
            <a:ext cx="32004" cy="4829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58" name="Shape 1356"/>
          <p:cNvSpPr/>
          <p:nvPr/>
        </p:nvSpPr>
        <p:spPr>
          <a:xfrm>
            <a:off x="8857488" y="2742352"/>
            <a:ext cx="32004" cy="943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59" name="Shape 1357"/>
          <p:cNvSpPr/>
          <p:nvPr/>
        </p:nvSpPr>
        <p:spPr>
          <a:xfrm>
            <a:off x="8889492" y="2743295"/>
            <a:ext cx="32004" cy="8201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60" name="Shape 1358"/>
          <p:cNvSpPr/>
          <p:nvPr/>
        </p:nvSpPr>
        <p:spPr>
          <a:xfrm>
            <a:off x="8921496" y="2751496"/>
            <a:ext cx="32004" cy="16345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61" name="Shape 1359"/>
          <p:cNvSpPr/>
          <p:nvPr/>
        </p:nvSpPr>
        <p:spPr>
          <a:xfrm>
            <a:off x="8953500" y="2767841"/>
            <a:ext cx="32004" cy="24832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62" name="Shape 1360"/>
          <p:cNvSpPr/>
          <p:nvPr/>
        </p:nvSpPr>
        <p:spPr>
          <a:xfrm>
            <a:off x="8985504" y="2792673"/>
            <a:ext cx="32004" cy="32976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63" name="Shape 1361"/>
          <p:cNvSpPr/>
          <p:nvPr/>
        </p:nvSpPr>
        <p:spPr>
          <a:xfrm>
            <a:off x="9017508" y="2825648"/>
            <a:ext cx="32004" cy="40119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64" name="Shape 1362"/>
          <p:cNvSpPr/>
          <p:nvPr/>
        </p:nvSpPr>
        <p:spPr>
          <a:xfrm>
            <a:off x="9049512" y="2865768"/>
            <a:ext cx="32004" cy="45663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65" name="Shape 1363"/>
          <p:cNvSpPr/>
          <p:nvPr/>
        </p:nvSpPr>
        <p:spPr>
          <a:xfrm>
            <a:off x="9081516" y="2911431"/>
            <a:ext cx="32004" cy="49263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66" name="Shape 1364"/>
          <p:cNvSpPr/>
          <p:nvPr/>
        </p:nvSpPr>
        <p:spPr>
          <a:xfrm>
            <a:off x="9113520" y="2960694"/>
            <a:ext cx="32004" cy="50492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67" name="Shape 1365"/>
          <p:cNvSpPr/>
          <p:nvPr/>
        </p:nvSpPr>
        <p:spPr>
          <a:xfrm>
            <a:off x="9145524" y="3011186"/>
            <a:ext cx="32004" cy="49349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68" name="Shape 1366"/>
          <p:cNvSpPr/>
          <p:nvPr/>
        </p:nvSpPr>
        <p:spPr>
          <a:xfrm>
            <a:off x="9177528" y="3060535"/>
            <a:ext cx="32004" cy="45949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69" name="Shape 1367"/>
          <p:cNvSpPr/>
          <p:nvPr/>
        </p:nvSpPr>
        <p:spPr>
          <a:xfrm>
            <a:off x="9209532" y="3106483"/>
            <a:ext cx="32004" cy="40576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70" name="Shape 1368"/>
          <p:cNvSpPr/>
          <p:nvPr/>
        </p:nvSpPr>
        <p:spPr>
          <a:xfrm>
            <a:off x="9241536" y="3147060"/>
            <a:ext cx="32004" cy="33747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71" name="Shape 1369"/>
          <p:cNvSpPr/>
          <p:nvPr/>
        </p:nvSpPr>
        <p:spPr>
          <a:xfrm>
            <a:off x="9273540" y="3180807"/>
            <a:ext cx="32004" cy="26003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72" name="Shape 1370"/>
          <p:cNvSpPr/>
          <p:nvPr/>
        </p:nvSpPr>
        <p:spPr>
          <a:xfrm>
            <a:off x="9305544" y="3206810"/>
            <a:ext cx="32004" cy="18031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73" name="Shape 1371"/>
          <p:cNvSpPr/>
          <p:nvPr/>
        </p:nvSpPr>
        <p:spPr>
          <a:xfrm>
            <a:off x="9337548" y="3224841"/>
            <a:ext cx="32004" cy="10458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74" name="Shape 1372"/>
          <p:cNvSpPr/>
          <p:nvPr/>
        </p:nvSpPr>
        <p:spPr>
          <a:xfrm>
            <a:off x="9369552" y="3235300"/>
            <a:ext cx="32004" cy="3886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75" name="Shape 1373"/>
          <p:cNvSpPr/>
          <p:nvPr/>
        </p:nvSpPr>
        <p:spPr>
          <a:xfrm flipV="1">
            <a:off x="9401556" y="3237986"/>
            <a:ext cx="32004" cy="1200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76" name="Shape 1374"/>
          <p:cNvSpPr/>
          <p:nvPr/>
        </p:nvSpPr>
        <p:spPr>
          <a:xfrm flipV="1">
            <a:off x="9433560" y="3233499"/>
            <a:ext cx="32004" cy="4486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77" name="Shape 1375"/>
          <p:cNvSpPr/>
          <p:nvPr/>
        </p:nvSpPr>
        <p:spPr>
          <a:xfrm flipV="1">
            <a:off x="9465564" y="3227642"/>
            <a:ext cx="32004" cy="5858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78" name="Shape 1376"/>
          <p:cNvSpPr/>
          <p:nvPr/>
        </p:nvSpPr>
        <p:spPr>
          <a:xfrm flipV="1">
            <a:off x="9497568" y="3222298"/>
            <a:ext cx="32004" cy="5344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79" name="Shape 1377"/>
          <p:cNvSpPr/>
          <p:nvPr/>
        </p:nvSpPr>
        <p:spPr>
          <a:xfrm flipV="1">
            <a:off x="9529572" y="3219040"/>
            <a:ext cx="32004" cy="3258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80" name="Shape 1378"/>
          <p:cNvSpPr/>
          <p:nvPr/>
        </p:nvSpPr>
        <p:spPr>
          <a:xfrm>
            <a:off x="9561576" y="3219040"/>
            <a:ext cx="32004" cy="0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81" name="Shape 1379"/>
          <p:cNvSpPr/>
          <p:nvPr/>
        </p:nvSpPr>
        <p:spPr>
          <a:xfrm>
            <a:off x="9593580" y="3219040"/>
            <a:ext cx="32004" cy="3915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82" name="Shape 1380"/>
          <p:cNvSpPr/>
          <p:nvPr/>
        </p:nvSpPr>
        <p:spPr>
          <a:xfrm>
            <a:off x="9625584" y="3222955"/>
            <a:ext cx="32004" cy="7830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83" name="Shape 1381"/>
          <p:cNvSpPr/>
          <p:nvPr/>
        </p:nvSpPr>
        <p:spPr>
          <a:xfrm>
            <a:off x="9657588" y="3230785"/>
            <a:ext cx="32004" cy="11144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84" name="Shape 1382"/>
          <p:cNvSpPr/>
          <p:nvPr/>
        </p:nvSpPr>
        <p:spPr>
          <a:xfrm>
            <a:off x="9689592" y="3241929"/>
            <a:ext cx="32004" cy="13345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85" name="Shape 1383"/>
          <p:cNvSpPr/>
          <p:nvPr/>
        </p:nvSpPr>
        <p:spPr>
          <a:xfrm>
            <a:off x="9721596" y="3255274"/>
            <a:ext cx="32004" cy="13887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86" name="Shape 1384"/>
          <p:cNvSpPr/>
          <p:nvPr/>
        </p:nvSpPr>
        <p:spPr>
          <a:xfrm>
            <a:off x="9753600" y="3269161"/>
            <a:ext cx="32004" cy="12573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87" name="Shape 1385"/>
          <p:cNvSpPr/>
          <p:nvPr/>
        </p:nvSpPr>
        <p:spPr>
          <a:xfrm>
            <a:off x="9785604" y="3281734"/>
            <a:ext cx="32004" cy="9230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88" name="Shape 1386"/>
          <p:cNvSpPr/>
          <p:nvPr/>
        </p:nvSpPr>
        <p:spPr>
          <a:xfrm>
            <a:off x="9817608" y="3290964"/>
            <a:ext cx="32004" cy="3972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89" name="Shape 1387"/>
          <p:cNvSpPr/>
          <p:nvPr/>
        </p:nvSpPr>
        <p:spPr>
          <a:xfrm flipV="1">
            <a:off x="9849612" y="3292050"/>
            <a:ext cx="32004" cy="2886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90" name="Shape 1388"/>
          <p:cNvSpPr/>
          <p:nvPr/>
        </p:nvSpPr>
        <p:spPr>
          <a:xfrm flipV="1">
            <a:off x="9881616" y="3281077"/>
            <a:ext cx="32004" cy="10973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91" name="Shape 1389"/>
          <p:cNvSpPr/>
          <p:nvPr/>
        </p:nvSpPr>
        <p:spPr>
          <a:xfrm flipV="1">
            <a:off x="9913620" y="3261474"/>
            <a:ext cx="32004" cy="19602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92" name="Shape 1390"/>
          <p:cNvSpPr/>
          <p:nvPr/>
        </p:nvSpPr>
        <p:spPr>
          <a:xfrm flipV="1">
            <a:off x="9945624" y="3233299"/>
            <a:ext cx="32004" cy="28175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93" name="Shape 1391"/>
          <p:cNvSpPr/>
          <p:nvPr/>
        </p:nvSpPr>
        <p:spPr>
          <a:xfrm flipV="1">
            <a:off x="9977628" y="3197238"/>
            <a:ext cx="32004" cy="36062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94" name="Shape 1392"/>
          <p:cNvSpPr/>
          <p:nvPr/>
        </p:nvSpPr>
        <p:spPr>
          <a:xfrm flipV="1">
            <a:off x="10009632" y="3154661"/>
            <a:ext cx="32004" cy="42577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95" name="Shape 1393"/>
          <p:cNvSpPr/>
          <p:nvPr/>
        </p:nvSpPr>
        <p:spPr>
          <a:xfrm flipV="1">
            <a:off x="10041636" y="3107398"/>
            <a:ext cx="32004" cy="47263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96" name="Shape 1394"/>
          <p:cNvSpPr/>
          <p:nvPr/>
        </p:nvSpPr>
        <p:spPr>
          <a:xfrm flipV="1">
            <a:off x="10073640" y="3057649"/>
            <a:ext cx="32004" cy="49749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97" name="Shape 1395"/>
          <p:cNvSpPr/>
          <p:nvPr/>
        </p:nvSpPr>
        <p:spPr>
          <a:xfrm flipV="1">
            <a:off x="10105644" y="3007785"/>
            <a:ext cx="32004" cy="49863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98" name="Shape 1396"/>
          <p:cNvSpPr/>
          <p:nvPr/>
        </p:nvSpPr>
        <p:spPr>
          <a:xfrm flipV="1">
            <a:off x="10137648" y="2960151"/>
            <a:ext cx="32004" cy="47635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399" name="Shape 1397"/>
          <p:cNvSpPr/>
          <p:nvPr/>
        </p:nvSpPr>
        <p:spPr>
          <a:xfrm flipV="1">
            <a:off x="10169652" y="2916860"/>
            <a:ext cx="32004" cy="43291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00" name="Shape 1398"/>
          <p:cNvSpPr/>
          <p:nvPr/>
        </p:nvSpPr>
        <p:spPr>
          <a:xfrm flipV="1">
            <a:off x="10201656" y="2879598"/>
            <a:ext cx="32004" cy="37262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01" name="Shape 1399"/>
          <p:cNvSpPr/>
          <p:nvPr/>
        </p:nvSpPr>
        <p:spPr>
          <a:xfrm flipV="1">
            <a:off x="10233660" y="2849509"/>
            <a:ext cx="32004" cy="30089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02" name="Shape 1400"/>
          <p:cNvSpPr/>
          <p:nvPr/>
        </p:nvSpPr>
        <p:spPr>
          <a:xfrm flipV="1">
            <a:off x="10265664" y="2827106"/>
            <a:ext cx="32004" cy="22403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03" name="Shape 1401"/>
          <p:cNvSpPr/>
          <p:nvPr/>
        </p:nvSpPr>
        <p:spPr>
          <a:xfrm flipV="1">
            <a:off x="10297668" y="2812247"/>
            <a:ext cx="32004" cy="14859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04" name="Shape 1402"/>
          <p:cNvSpPr/>
          <p:nvPr/>
        </p:nvSpPr>
        <p:spPr>
          <a:xfrm flipV="1">
            <a:off x="10329672" y="2804217"/>
            <a:ext cx="32004" cy="8030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05" name="Shape 1403"/>
          <p:cNvSpPr/>
          <p:nvPr/>
        </p:nvSpPr>
        <p:spPr>
          <a:xfrm flipV="1">
            <a:off x="10361676" y="2801674"/>
            <a:ext cx="32004" cy="2543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06" name="Shape 1404"/>
          <p:cNvSpPr/>
          <p:nvPr/>
        </p:nvSpPr>
        <p:spPr>
          <a:xfrm>
            <a:off x="10393680" y="2801674"/>
            <a:ext cx="32004" cy="1257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07" name="Shape 1405"/>
          <p:cNvSpPr/>
          <p:nvPr/>
        </p:nvSpPr>
        <p:spPr>
          <a:xfrm>
            <a:off x="10425684" y="2802931"/>
            <a:ext cx="32004" cy="3258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08" name="Shape 1406"/>
          <p:cNvSpPr/>
          <p:nvPr/>
        </p:nvSpPr>
        <p:spPr>
          <a:xfrm>
            <a:off x="10457688" y="2806189"/>
            <a:ext cx="32004" cy="3286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09" name="Shape 1407"/>
          <p:cNvSpPr/>
          <p:nvPr/>
        </p:nvSpPr>
        <p:spPr>
          <a:xfrm>
            <a:off x="10489692" y="2809475"/>
            <a:ext cx="32004" cy="1686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10" name="Shape 1408"/>
          <p:cNvSpPr/>
          <p:nvPr/>
        </p:nvSpPr>
        <p:spPr>
          <a:xfrm flipV="1">
            <a:off x="10521696" y="2809846"/>
            <a:ext cx="32004" cy="1314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11" name="Shape 1409"/>
          <p:cNvSpPr/>
          <p:nvPr/>
        </p:nvSpPr>
        <p:spPr>
          <a:xfrm flipV="1">
            <a:off x="10553700" y="2804760"/>
            <a:ext cx="32004" cy="5086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12" name="Shape 1410"/>
          <p:cNvSpPr/>
          <p:nvPr/>
        </p:nvSpPr>
        <p:spPr>
          <a:xfrm flipV="1">
            <a:off x="10585704" y="2795616"/>
            <a:ext cx="32004" cy="9144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13" name="Shape 1411"/>
          <p:cNvSpPr/>
          <p:nvPr/>
        </p:nvSpPr>
        <p:spPr>
          <a:xfrm flipV="1">
            <a:off x="10617708" y="2782786"/>
            <a:ext cx="32004" cy="12830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14" name="Shape 1412"/>
          <p:cNvSpPr/>
          <p:nvPr/>
        </p:nvSpPr>
        <p:spPr>
          <a:xfrm flipV="1">
            <a:off x="10649712" y="2767270"/>
            <a:ext cx="32004" cy="15516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15" name="Shape 1413"/>
          <p:cNvSpPr/>
          <p:nvPr/>
        </p:nvSpPr>
        <p:spPr>
          <a:xfrm flipV="1">
            <a:off x="10681716" y="2750525"/>
            <a:ext cx="32004" cy="16745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16" name="Shape 1414"/>
          <p:cNvSpPr/>
          <p:nvPr/>
        </p:nvSpPr>
        <p:spPr>
          <a:xfrm flipV="1">
            <a:off x="10713720" y="2734380"/>
            <a:ext cx="32004" cy="16145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17" name="Shape 1415"/>
          <p:cNvSpPr/>
          <p:nvPr/>
        </p:nvSpPr>
        <p:spPr>
          <a:xfrm flipV="1">
            <a:off x="10745724" y="2720835"/>
            <a:ext cx="32004" cy="13545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18" name="Shape 1416"/>
          <p:cNvSpPr/>
          <p:nvPr/>
        </p:nvSpPr>
        <p:spPr>
          <a:xfrm flipV="1">
            <a:off x="10777728" y="2711920"/>
            <a:ext cx="32004" cy="8915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19" name="Shape 1417"/>
          <p:cNvSpPr/>
          <p:nvPr/>
        </p:nvSpPr>
        <p:spPr>
          <a:xfrm flipV="1">
            <a:off x="10809732" y="2709405"/>
            <a:ext cx="32004" cy="2515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20" name="Shape 1418"/>
          <p:cNvSpPr/>
          <p:nvPr/>
        </p:nvSpPr>
        <p:spPr>
          <a:xfrm>
            <a:off x="10841736" y="2709405"/>
            <a:ext cx="32004" cy="5315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21" name="Shape 1419"/>
          <p:cNvSpPr/>
          <p:nvPr/>
        </p:nvSpPr>
        <p:spPr>
          <a:xfrm>
            <a:off x="10873740" y="2714720"/>
            <a:ext cx="32004" cy="13945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22" name="Shape 1420"/>
          <p:cNvSpPr/>
          <p:nvPr/>
        </p:nvSpPr>
        <p:spPr>
          <a:xfrm>
            <a:off x="10905744" y="2728665"/>
            <a:ext cx="32004" cy="22889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23" name="Shape 1421"/>
          <p:cNvSpPr/>
          <p:nvPr/>
        </p:nvSpPr>
        <p:spPr>
          <a:xfrm>
            <a:off x="10937748" y="2751553"/>
            <a:ext cx="32004" cy="31318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24" name="Shape 1422"/>
          <p:cNvSpPr/>
          <p:nvPr/>
        </p:nvSpPr>
        <p:spPr>
          <a:xfrm>
            <a:off x="10969752" y="2782872"/>
            <a:ext cx="32004" cy="38691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25" name="Shape 1423"/>
          <p:cNvSpPr/>
          <p:nvPr/>
        </p:nvSpPr>
        <p:spPr>
          <a:xfrm>
            <a:off x="11001756" y="2821562"/>
            <a:ext cx="32004" cy="44463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26" name="Shape 1424"/>
          <p:cNvSpPr/>
          <p:nvPr/>
        </p:nvSpPr>
        <p:spPr>
          <a:xfrm>
            <a:off x="11033760" y="2866025"/>
            <a:ext cx="32004" cy="48092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27" name="Shape 1425"/>
          <p:cNvSpPr/>
          <p:nvPr/>
        </p:nvSpPr>
        <p:spPr>
          <a:xfrm>
            <a:off x="11065764" y="2914117"/>
            <a:ext cx="32004" cy="49463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28" name="Shape 1426"/>
          <p:cNvSpPr/>
          <p:nvPr/>
        </p:nvSpPr>
        <p:spPr>
          <a:xfrm>
            <a:off x="11097768" y="2963580"/>
            <a:ext cx="32004" cy="48435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29" name="Shape 1427"/>
          <p:cNvSpPr/>
          <p:nvPr/>
        </p:nvSpPr>
        <p:spPr>
          <a:xfrm>
            <a:off x="11129772" y="3012015"/>
            <a:ext cx="32004" cy="45206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30" name="Shape 1428"/>
          <p:cNvSpPr/>
          <p:nvPr/>
        </p:nvSpPr>
        <p:spPr>
          <a:xfrm>
            <a:off x="11161776" y="3057220"/>
            <a:ext cx="32004" cy="40091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31" name="Shape 1429"/>
          <p:cNvSpPr/>
          <p:nvPr/>
        </p:nvSpPr>
        <p:spPr>
          <a:xfrm>
            <a:off x="11193780" y="3097311"/>
            <a:ext cx="32004" cy="33576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32" name="Shape 1430"/>
          <p:cNvSpPr/>
          <p:nvPr/>
        </p:nvSpPr>
        <p:spPr>
          <a:xfrm>
            <a:off x="11225784" y="3130887"/>
            <a:ext cx="32004" cy="26318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33" name="Shape 1431"/>
          <p:cNvSpPr/>
          <p:nvPr/>
        </p:nvSpPr>
        <p:spPr>
          <a:xfrm>
            <a:off x="11257788" y="3157204"/>
            <a:ext cx="32004" cy="18888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34" name="Shape 1432"/>
          <p:cNvSpPr/>
          <p:nvPr/>
        </p:nvSpPr>
        <p:spPr>
          <a:xfrm>
            <a:off x="11289792" y="3176092"/>
            <a:ext cx="32004" cy="11973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35" name="Shape 1433"/>
          <p:cNvSpPr/>
          <p:nvPr/>
        </p:nvSpPr>
        <p:spPr>
          <a:xfrm>
            <a:off x="11321796" y="3188065"/>
            <a:ext cx="32004" cy="6144"/>
          </a:xfrm>
          <a:prstGeom prst="line">
            <a:avLst/>
          </a:prstGeom>
          <a:noFill/>
          <a:ln w="12700">
            <a:solidFill>
              <a:srgbClr val="6E7780"/>
            </a:solidFill>
            <a:prstDash val="dash"/>
          </a:ln>
        </p:spPr>
      </p:sp>
      <p:sp>
        <p:nvSpPr>
          <p:cNvPr id="1436" name="Shape 1434"/>
          <p:cNvSpPr/>
          <p:nvPr/>
        </p:nvSpPr>
        <p:spPr>
          <a:xfrm flipV="1">
            <a:off x="8153400" y="2957893"/>
            <a:ext cx="32004" cy="2157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37" name="Shape 1435"/>
          <p:cNvSpPr/>
          <p:nvPr/>
        </p:nvSpPr>
        <p:spPr>
          <a:xfrm flipV="1">
            <a:off x="8185404" y="2936605"/>
            <a:ext cx="32004" cy="2128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38" name="Shape 1436"/>
          <p:cNvSpPr/>
          <p:nvPr/>
        </p:nvSpPr>
        <p:spPr>
          <a:xfrm flipV="1">
            <a:off x="8217408" y="2915945"/>
            <a:ext cx="32004" cy="2066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39" name="Shape 1437"/>
          <p:cNvSpPr/>
          <p:nvPr/>
        </p:nvSpPr>
        <p:spPr>
          <a:xfrm flipV="1">
            <a:off x="8249412" y="2896314"/>
            <a:ext cx="32004" cy="1963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40" name="Shape 1438"/>
          <p:cNvSpPr/>
          <p:nvPr/>
        </p:nvSpPr>
        <p:spPr>
          <a:xfrm flipV="1">
            <a:off x="8281416" y="2877855"/>
            <a:ext cx="32004" cy="1845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41" name="Shape 1439"/>
          <p:cNvSpPr/>
          <p:nvPr/>
        </p:nvSpPr>
        <p:spPr>
          <a:xfrm flipV="1">
            <a:off x="8313420" y="2860824"/>
            <a:ext cx="32004" cy="1703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42" name="Shape 1440"/>
          <p:cNvSpPr/>
          <p:nvPr/>
        </p:nvSpPr>
        <p:spPr>
          <a:xfrm flipV="1">
            <a:off x="8345424" y="2845222"/>
            <a:ext cx="32004" cy="1560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43" name="Shape 1441"/>
          <p:cNvSpPr/>
          <p:nvPr/>
        </p:nvSpPr>
        <p:spPr>
          <a:xfrm flipV="1">
            <a:off x="8377428" y="2831078"/>
            <a:ext cx="32004" cy="14145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44" name="Shape 1442"/>
          <p:cNvSpPr/>
          <p:nvPr/>
        </p:nvSpPr>
        <p:spPr>
          <a:xfrm flipV="1">
            <a:off x="8409432" y="2818305"/>
            <a:ext cx="32004" cy="1277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45" name="Shape 1443"/>
          <p:cNvSpPr/>
          <p:nvPr/>
        </p:nvSpPr>
        <p:spPr>
          <a:xfrm flipV="1">
            <a:off x="8441436" y="2806789"/>
            <a:ext cx="32004" cy="1151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46" name="Shape 1444"/>
          <p:cNvSpPr/>
          <p:nvPr/>
        </p:nvSpPr>
        <p:spPr>
          <a:xfrm flipV="1">
            <a:off x="8473440" y="2796416"/>
            <a:ext cx="32004" cy="1037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47" name="Shape 1445"/>
          <p:cNvSpPr/>
          <p:nvPr/>
        </p:nvSpPr>
        <p:spPr>
          <a:xfrm flipV="1">
            <a:off x="8505444" y="2787015"/>
            <a:ext cx="32004" cy="940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48" name="Shape 1446"/>
          <p:cNvSpPr/>
          <p:nvPr/>
        </p:nvSpPr>
        <p:spPr>
          <a:xfrm flipV="1">
            <a:off x="8537448" y="2778443"/>
            <a:ext cx="32004" cy="857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49" name="Shape 1447"/>
          <p:cNvSpPr/>
          <p:nvPr/>
        </p:nvSpPr>
        <p:spPr>
          <a:xfrm flipV="1">
            <a:off x="8569452" y="2770670"/>
            <a:ext cx="32004" cy="777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50" name="Shape 1448"/>
          <p:cNvSpPr/>
          <p:nvPr/>
        </p:nvSpPr>
        <p:spPr>
          <a:xfrm flipV="1">
            <a:off x="8601456" y="2763698"/>
            <a:ext cx="32004" cy="697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51" name="Shape 1449"/>
          <p:cNvSpPr/>
          <p:nvPr/>
        </p:nvSpPr>
        <p:spPr>
          <a:xfrm flipV="1">
            <a:off x="8633460" y="2757611"/>
            <a:ext cx="32004" cy="608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52" name="Shape 1450"/>
          <p:cNvSpPr/>
          <p:nvPr/>
        </p:nvSpPr>
        <p:spPr>
          <a:xfrm flipV="1">
            <a:off x="8665464" y="2752582"/>
            <a:ext cx="32004" cy="502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53" name="Shape 1451"/>
          <p:cNvSpPr/>
          <p:nvPr/>
        </p:nvSpPr>
        <p:spPr>
          <a:xfrm flipV="1">
            <a:off x="8697468" y="2748925"/>
            <a:ext cx="32004" cy="365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54" name="Shape 1452"/>
          <p:cNvSpPr/>
          <p:nvPr/>
        </p:nvSpPr>
        <p:spPr>
          <a:xfrm flipV="1">
            <a:off x="8729472" y="2746981"/>
            <a:ext cx="32004" cy="194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55" name="Shape 1453"/>
          <p:cNvSpPr/>
          <p:nvPr/>
        </p:nvSpPr>
        <p:spPr>
          <a:xfrm>
            <a:off x="8761476" y="2746981"/>
            <a:ext cx="32004" cy="17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56" name="Shape 1454"/>
          <p:cNvSpPr/>
          <p:nvPr/>
        </p:nvSpPr>
        <p:spPr>
          <a:xfrm>
            <a:off x="8793480" y="2747153"/>
            <a:ext cx="32004" cy="277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57" name="Shape 1455"/>
          <p:cNvSpPr/>
          <p:nvPr/>
        </p:nvSpPr>
        <p:spPr>
          <a:xfrm>
            <a:off x="8825484" y="2749925"/>
            <a:ext cx="32004" cy="582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58" name="Shape 1456"/>
          <p:cNvSpPr/>
          <p:nvPr/>
        </p:nvSpPr>
        <p:spPr>
          <a:xfrm>
            <a:off x="8857488" y="2755754"/>
            <a:ext cx="32004" cy="923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59" name="Shape 1457"/>
          <p:cNvSpPr/>
          <p:nvPr/>
        </p:nvSpPr>
        <p:spPr>
          <a:xfrm>
            <a:off x="8889492" y="2764984"/>
            <a:ext cx="32004" cy="1303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60" name="Shape 1458"/>
          <p:cNvSpPr/>
          <p:nvPr/>
        </p:nvSpPr>
        <p:spPr>
          <a:xfrm>
            <a:off x="8921496" y="2778014"/>
            <a:ext cx="32004" cy="1697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61" name="Shape 1459"/>
          <p:cNvSpPr/>
          <p:nvPr/>
        </p:nvSpPr>
        <p:spPr>
          <a:xfrm>
            <a:off x="8953500" y="2794987"/>
            <a:ext cx="32004" cy="2097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62" name="Shape 1460"/>
          <p:cNvSpPr/>
          <p:nvPr/>
        </p:nvSpPr>
        <p:spPr>
          <a:xfrm>
            <a:off x="8985504" y="2815961"/>
            <a:ext cx="32004" cy="2486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63" name="Shape 1461"/>
          <p:cNvSpPr/>
          <p:nvPr/>
        </p:nvSpPr>
        <p:spPr>
          <a:xfrm>
            <a:off x="9017508" y="2840822"/>
            <a:ext cx="32004" cy="2846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64" name="Shape 1462"/>
          <p:cNvSpPr/>
          <p:nvPr/>
        </p:nvSpPr>
        <p:spPr>
          <a:xfrm>
            <a:off x="9049512" y="2869282"/>
            <a:ext cx="32004" cy="3154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65" name="Shape 1463"/>
          <p:cNvSpPr/>
          <p:nvPr/>
        </p:nvSpPr>
        <p:spPr>
          <a:xfrm>
            <a:off x="9081516" y="2900829"/>
            <a:ext cx="32004" cy="3400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66" name="Shape 1464"/>
          <p:cNvSpPr/>
          <p:nvPr/>
        </p:nvSpPr>
        <p:spPr>
          <a:xfrm>
            <a:off x="9113520" y="2934833"/>
            <a:ext cx="32004" cy="3560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67" name="Shape 1465"/>
          <p:cNvSpPr/>
          <p:nvPr/>
        </p:nvSpPr>
        <p:spPr>
          <a:xfrm>
            <a:off x="9145524" y="2970438"/>
            <a:ext cx="32004" cy="3634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68" name="Shape 1466"/>
          <p:cNvSpPr/>
          <p:nvPr/>
        </p:nvSpPr>
        <p:spPr>
          <a:xfrm>
            <a:off x="9177528" y="3006785"/>
            <a:ext cx="32004" cy="3603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69" name="Shape 1467"/>
          <p:cNvSpPr/>
          <p:nvPr/>
        </p:nvSpPr>
        <p:spPr>
          <a:xfrm>
            <a:off x="9209532" y="3042818"/>
            <a:ext cx="32004" cy="3477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70" name="Shape 1468"/>
          <p:cNvSpPr/>
          <p:nvPr/>
        </p:nvSpPr>
        <p:spPr>
          <a:xfrm>
            <a:off x="9241536" y="3077594"/>
            <a:ext cx="32004" cy="3251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71" name="Shape 1469"/>
          <p:cNvSpPr/>
          <p:nvPr/>
        </p:nvSpPr>
        <p:spPr>
          <a:xfrm>
            <a:off x="9273540" y="3110113"/>
            <a:ext cx="32004" cy="29375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72" name="Shape 1470"/>
          <p:cNvSpPr/>
          <p:nvPr/>
        </p:nvSpPr>
        <p:spPr>
          <a:xfrm>
            <a:off x="9305544" y="3139488"/>
            <a:ext cx="32004" cy="2543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73" name="Shape 1471"/>
          <p:cNvSpPr/>
          <p:nvPr/>
        </p:nvSpPr>
        <p:spPr>
          <a:xfrm>
            <a:off x="9337548" y="3164919"/>
            <a:ext cx="32004" cy="2091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74" name="Shape 1472"/>
          <p:cNvSpPr/>
          <p:nvPr/>
        </p:nvSpPr>
        <p:spPr>
          <a:xfrm>
            <a:off x="9369552" y="3185836"/>
            <a:ext cx="32004" cy="1597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75" name="Shape 1473"/>
          <p:cNvSpPr/>
          <p:nvPr/>
        </p:nvSpPr>
        <p:spPr>
          <a:xfrm>
            <a:off x="9401556" y="3201810"/>
            <a:ext cx="32004" cy="1080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76" name="Shape 1474"/>
          <p:cNvSpPr/>
          <p:nvPr/>
        </p:nvSpPr>
        <p:spPr>
          <a:xfrm>
            <a:off x="9433560" y="3212611"/>
            <a:ext cx="32004" cy="565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77" name="Shape 1475"/>
          <p:cNvSpPr/>
          <p:nvPr/>
        </p:nvSpPr>
        <p:spPr>
          <a:xfrm>
            <a:off x="9465564" y="3218269"/>
            <a:ext cx="32004" cy="74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78" name="Shape 1476"/>
          <p:cNvSpPr/>
          <p:nvPr/>
        </p:nvSpPr>
        <p:spPr>
          <a:xfrm flipV="1">
            <a:off x="9497568" y="3215211"/>
            <a:ext cx="32004" cy="380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79" name="Shape 1477"/>
          <p:cNvSpPr/>
          <p:nvPr/>
        </p:nvSpPr>
        <p:spPr>
          <a:xfrm flipV="1">
            <a:off x="9529572" y="3207468"/>
            <a:ext cx="32004" cy="774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80" name="Shape 1478"/>
          <p:cNvSpPr/>
          <p:nvPr/>
        </p:nvSpPr>
        <p:spPr>
          <a:xfrm flipV="1">
            <a:off x="9561576" y="3196466"/>
            <a:ext cx="32004" cy="1100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81" name="Shape 1479"/>
          <p:cNvSpPr/>
          <p:nvPr/>
        </p:nvSpPr>
        <p:spPr>
          <a:xfrm flipV="1">
            <a:off x="9593580" y="3182979"/>
            <a:ext cx="32004" cy="1348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82" name="Shape 1480"/>
          <p:cNvSpPr/>
          <p:nvPr/>
        </p:nvSpPr>
        <p:spPr>
          <a:xfrm flipV="1">
            <a:off x="9625584" y="3167891"/>
            <a:ext cx="32004" cy="1508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83" name="Shape 1481"/>
          <p:cNvSpPr/>
          <p:nvPr/>
        </p:nvSpPr>
        <p:spPr>
          <a:xfrm flipV="1">
            <a:off x="9657588" y="3151975"/>
            <a:ext cx="32004" cy="1591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84" name="Shape 1482"/>
          <p:cNvSpPr/>
          <p:nvPr/>
        </p:nvSpPr>
        <p:spPr>
          <a:xfrm flipV="1">
            <a:off x="9689592" y="3136030"/>
            <a:ext cx="32004" cy="15945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85" name="Shape 1483"/>
          <p:cNvSpPr/>
          <p:nvPr/>
        </p:nvSpPr>
        <p:spPr>
          <a:xfrm flipV="1">
            <a:off x="9721596" y="3120828"/>
            <a:ext cx="32004" cy="1520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86" name="Shape 1484"/>
          <p:cNvSpPr/>
          <p:nvPr/>
        </p:nvSpPr>
        <p:spPr>
          <a:xfrm flipV="1">
            <a:off x="9753600" y="3106969"/>
            <a:ext cx="32004" cy="1385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87" name="Shape 1485"/>
          <p:cNvSpPr/>
          <p:nvPr/>
        </p:nvSpPr>
        <p:spPr>
          <a:xfrm flipV="1">
            <a:off x="9785604" y="3094911"/>
            <a:ext cx="32004" cy="1205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88" name="Shape 1486"/>
          <p:cNvSpPr/>
          <p:nvPr/>
        </p:nvSpPr>
        <p:spPr>
          <a:xfrm flipV="1">
            <a:off x="9817608" y="3084967"/>
            <a:ext cx="32004" cy="994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89" name="Shape 1487"/>
          <p:cNvSpPr/>
          <p:nvPr/>
        </p:nvSpPr>
        <p:spPr>
          <a:xfrm flipV="1">
            <a:off x="9849612" y="3077394"/>
            <a:ext cx="32004" cy="757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90" name="Shape 1488"/>
          <p:cNvSpPr/>
          <p:nvPr/>
        </p:nvSpPr>
        <p:spPr>
          <a:xfrm flipV="1">
            <a:off x="9881616" y="3072136"/>
            <a:ext cx="32004" cy="525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91" name="Shape 1489"/>
          <p:cNvSpPr/>
          <p:nvPr/>
        </p:nvSpPr>
        <p:spPr>
          <a:xfrm flipV="1">
            <a:off x="9913620" y="3069079"/>
            <a:ext cx="32004" cy="305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92" name="Shape 1490"/>
          <p:cNvSpPr/>
          <p:nvPr/>
        </p:nvSpPr>
        <p:spPr>
          <a:xfrm flipV="1">
            <a:off x="9945624" y="3067964"/>
            <a:ext cx="32004" cy="111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93" name="Shape 1491"/>
          <p:cNvSpPr/>
          <p:nvPr/>
        </p:nvSpPr>
        <p:spPr>
          <a:xfrm>
            <a:off x="9977628" y="3067964"/>
            <a:ext cx="32004" cy="40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94" name="Shape 1492"/>
          <p:cNvSpPr/>
          <p:nvPr/>
        </p:nvSpPr>
        <p:spPr>
          <a:xfrm>
            <a:off x="10009632" y="3068364"/>
            <a:ext cx="32004" cy="145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95" name="Shape 1493"/>
          <p:cNvSpPr/>
          <p:nvPr/>
        </p:nvSpPr>
        <p:spPr>
          <a:xfrm>
            <a:off x="10041636" y="3069822"/>
            <a:ext cx="32004" cy="1915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96" name="Shape 1494"/>
          <p:cNvSpPr/>
          <p:nvPr/>
        </p:nvSpPr>
        <p:spPr>
          <a:xfrm>
            <a:off x="10073640" y="3071736"/>
            <a:ext cx="32004" cy="174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97" name="Shape 1495"/>
          <p:cNvSpPr/>
          <p:nvPr/>
        </p:nvSpPr>
        <p:spPr>
          <a:xfrm>
            <a:off x="10105644" y="3073479"/>
            <a:ext cx="32004" cy="100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98" name="Shape 1496"/>
          <p:cNvSpPr/>
          <p:nvPr/>
        </p:nvSpPr>
        <p:spPr>
          <a:xfrm flipV="1">
            <a:off x="10137648" y="3074079"/>
            <a:ext cx="32004" cy="40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99" name="Shape 1497"/>
          <p:cNvSpPr/>
          <p:nvPr/>
        </p:nvSpPr>
        <p:spPr>
          <a:xfrm flipV="1">
            <a:off x="10169652" y="3071736"/>
            <a:ext cx="32004" cy="234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00" name="Shape 1498"/>
          <p:cNvSpPr/>
          <p:nvPr/>
        </p:nvSpPr>
        <p:spPr>
          <a:xfrm flipV="1">
            <a:off x="10201656" y="3066936"/>
            <a:ext cx="32004" cy="480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01" name="Shape 1499"/>
          <p:cNvSpPr/>
          <p:nvPr/>
        </p:nvSpPr>
        <p:spPr>
          <a:xfrm flipV="1">
            <a:off x="10233660" y="3059306"/>
            <a:ext cx="32004" cy="763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02" name="Shape 1500"/>
          <p:cNvSpPr/>
          <p:nvPr/>
        </p:nvSpPr>
        <p:spPr>
          <a:xfrm flipV="1">
            <a:off x="10265664" y="3048562"/>
            <a:ext cx="32004" cy="1074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03" name="Shape 1501"/>
          <p:cNvSpPr/>
          <p:nvPr/>
        </p:nvSpPr>
        <p:spPr>
          <a:xfrm flipV="1">
            <a:off x="10297668" y="3034617"/>
            <a:ext cx="32004" cy="13945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04" name="Shape 1502"/>
          <p:cNvSpPr/>
          <p:nvPr/>
        </p:nvSpPr>
        <p:spPr>
          <a:xfrm flipV="1">
            <a:off x="10329672" y="3017472"/>
            <a:ext cx="32004" cy="17145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05" name="Shape 1503"/>
          <p:cNvSpPr/>
          <p:nvPr/>
        </p:nvSpPr>
        <p:spPr>
          <a:xfrm flipV="1">
            <a:off x="10361676" y="2997298"/>
            <a:ext cx="32004" cy="2017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06" name="Shape 1504"/>
          <p:cNvSpPr/>
          <p:nvPr/>
        </p:nvSpPr>
        <p:spPr>
          <a:xfrm flipV="1">
            <a:off x="10393680" y="2974438"/>
            <a:ext cx="32004" cy="2286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07" name="Shape 1505"/>
          <p:cNvSpPr/>
          <p:nvPr/>
        </p:nvSpPr>
        <p:spPr>
          <a:xfrm flipV="1">
            <a:off x="10425684" y="2949378"/>
            <a:ext cx="32004" cy="2506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08" name="Shape 1506"/>
          <p:cNvSpPr/>
          <p:nvPr/>
        </p:nvSpPr>
        <p:spPr>
          <a:xfrm flipV="1">
            <a:off x="10457688" y="2922746"/>
            <a:ext cx="32004" cy="2663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09" name="Shape 1507"/>
          <p:cNvSpPr/>
          <p:nvPr/>
        </p:nvSpPr>
        <p:spPr>
          <a:xfrm flipV="1">
            <a:off x="10489692" y="2895257"/>
            <a:ext cx="32004" cy="2748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10" name="Shape 1508"/>
          <p:cNvSpPr/>
          <p:nvPr/>
        </p:nvSpPr>
        <p:spPr>
          <a:xfrm flipV="1">
            <a:off x="10521696" y="2867739"/>
            <a:ext cx="32004" cy="2751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11" name="Shape 1509"/>
          <p:cNvSpPr/>
          <p:nvPr/>
        </p:nvSpPr>
        <p:spPr>
          <a:xfrm flipV="1">
            <a:off x="10553700" y="2841079"/>
            <a:ext cx="32004" cy="2666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12" name="Shape 1510"/>
          <p:cNvSpPr/>
          <p:nvPr/>
        </p:nvSpPr>
        <p:spPr>
          <a:xfrm flipV="1">
            <a:off x="10585704" y="2816190"/>
            <a:ext cx="32004" cy="2488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13" name="Shape 1511"/>
          <p:cNvSpPr/>
          <p:nvPr/>
        </p:nvSpPr>
        <p:spPr>
          <a:xfrm flipV="1">
            <a:off x="10617708" y="2793930"/>
            <a:ext cx="32004" cy="2226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14" name="Shape 1512"/>
          <p:cNvSpPr/>
          <p:nvPr/>
        </p:nvSpPr>
        <p:spPr>
          <a:xfrm flipV="1">
            <a:off x="10649712" y="2775156"/>
            <a:ext cx="32004" cy="1877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15" name="Shape 1513"/>
          <p:cNvSpPr/>
          <p:nvPr/>
        </p:nvSpPr>
        <p:spPr>
          <a:xfrm flipV="1">
            <a:off x="10681716" y="2760583"/>
            <a:ext cx="32004" cy="1457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16" name="Shape 1514"/>
          <p:cNvSpPr/>
          <p:nvPr/>
        </p:nvSpPr>
        <p:spPr>
          <a:xfrm flipV="1">
            <a:off x="10713720" y="2750868"/>
            <a:ext cx="32004" cy="9715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17" name="Shape 1515"/>
          <p:cNvSpPr/>
          <p:nvPr/>
        </p:nvSpPr>
        <p:spPr>
          <a:xfrm flipV="1">
            <a:off x="10745724" y="2746467"/>
            <a:ext cx="32004" cy="440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18" name="Shape 1516"/>
          <p:cNvSpPr/>
          <p:nvPr/>
        </p:nvSpPr>
        <p:spPr>
          <a:xfrm>
            <a:off x="10777728" y="2746467"/>
            <a:ext cx="32004" cy="125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19" name="Shape 1517"/>
          <p:cNvSpPr/>
          <p:nvPr/>
        </p:nvSpPr>
        <p:spPr>
          <a:xfrm>
            <a:off x="10809732" y="2747724"/>
            <a:ext cx="32004" cy="697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20" name="Shape 1518"/>
          <p:cNvSpPr/>
          <p:nvPr/>
        </p:nvSpPr>
        <p:spPr>
          <a:xfrm>
            <a:off x="10841736" y="2754697"/>
            <a:ext cx="32004" cy="1268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21" name="Shape 1519"/>
          <p:cNvSpPr/>
          <p:nvPr/>
        </p:nvSpPr>
        <p:spPr>
          <a:xfrm>
            <a:off x="10873740" y="2767384"/>
            <a:ext cx="32004" cy="1811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22" name="Shape 1520"/>
          <p:cNvSpPr/>
          <p:nvPr/>
        </p:nvSpPr>
        <p:spPr>
          <a:xfrm>
            <a:off x="10905744" y="2785501"/>
            <a:ext cx="32004" cy="2308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23" name="Shape 1521"/>
          <p:cNvSpPr/>
          <p:nvPr/>
        </p:nvSpPr>
        <p:spPr>
          <a:xfrm>
            <a:off x="10937748" y="2808589"/>
            <a:ext cx="32004" cy="2751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24" name="Shape 1522"/>
          <p:cNvSpPr/>
          <p:nvPr/>
        </p:nvSpPr>
        <p:spPr>
          <a:xfrm>
            <a:off x="10969752" y="2836107"/>
            <a:ext cx="32004" cy="31175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25" name="Shape 1523"/>
          <p:cNvSpPr/>
          <p:nvPr/>
        </p:nvSpPr>
        <p:spPr>
          <a:xfrm>
            <a:off x="11001756" y="2867282"/>
            <a:ext cx="32004" cy="3403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26" name="Shape 1524"/>
          <p:cNvSpPr/>
          <p:nvPr/>
        </p:nvSpPr>
        <p:spPr>
          <a:xfrm>
            <a:off x="11033760" y="2901315"/>
            <a:ext cx="32004" cy="3591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27" name="Shape 1525"/>
          <p:cNvSpPr/>
          <p:nvPr/>
        </p:nvSpPr>
        <p:spPr>
          <a:xfrm>
            <a:off x="11065764" y="2937234"/>
            <a:ext cx="32004" cy="3694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28" name="Shape 1526"/>
          <p:cNvSpPr/>
          <p:nvPr/>
        </p:nvSpPr>
        <p:spPr>
          <a:xfrm>
            <a:off x="11097768" y="2974181"/>
            <a:ext cx="32004" cy="3697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29" name="Shape 1527"/>
          <p:cNvSpPr/>
          <p:nvPr/>
        </p:nvSpPr>
        <p:spPr>
          <a:xfrm>
            <a:off x="11129772" y="3011157"/>
            <a:ext cx="32004" cy="3609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30" name="Shape 1528"/>
          <p:cNvSpPr/>
          <p:nvPr/>
        </p:nvSpPr>
        <p:spPr>
          <a:xfrm>
            <a:off x="11161776" y="3047248"/>
            <a:ext cx="32004" cy="3443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31" name="Shape 1529"/>
          <p:cNvSpPr/>
          <p:nvPr/>
        </p:nvSpPr>
        <p:spPr>
          <a:xfrm>
            <a:off x="11193780" y="3081680"/>
            <a:ext cx="32004" cy="3194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32" name="Shape 1530"/>
          <p:cNvSpPr/>
          <p:nvPr/>
        </p:nvSpPr>
        <p:spPr>
          <a:xfrm>
            <a:off x="11225784" y="3113627"/>
            <a:ext cx="32004" cy="2888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33" name="Shape 1531"/>
          <p:cNvSpPr/>
          <p:nvPr/>
        </p:nvSpPr>
        <p:spPr>
          <a:xfrm>
            <a:off x="11257788" y="3142517"/>
            <a:ext cx="32004" cy="2531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34" name="Shape 1532"/>
          <p:cNvSpPr/>
          <p:nvPr/>
        </p:nvSpPr>
        <p:spPr>
          <a:xfrm>
            <a:off x="11289792" y="3167834"/>
            <a:ext cx="32004" cy="2137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35" name="Shape 1533"/>
          <p:cNvSpPr/>
          <p:nvPr/>
        </p:nvSpPr>
        <p:spPr>
          <a:xfrm>
            <a:off x="11321796" y="3189208"/>
            <a:ext cx="32004" cy="1723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36" name="Shape 1534"/>
          <p:cNvSpPr/>
          <p:nvPr/>
        </p:nvSpPr>
        <p:spPr>
          <a:xfrm>
            <a:off x="8226552" y="292023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37" name="Shape 1535"/>
          <p:cNvSpPr/>
          <p:nvPr/>
        </p:nvSpPr>
        <p:spPr>
          <a:xfrm>
            <a:off x="8386572" y="2757783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38" name="Shape 1536"/>
          <p:cNvSpPr/>
          <p:nvPr/>
        </p:nvSpPr>
        <p:spPr>
          <a:xfrm>
            <a:off x="8546592" y="2768327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39" name="Shape 1537"/>
          <p:cNvSpPr/>
          <p:nvPr/>
        </p:nvSpPr>
        <p:spPr>
          <a:xfrm>
            <a:off x="8706612" y="2752154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40" name="Shape 1538"/>
          <p:cNvSpPr/>
          <p:nvPr/>
        </p:nvSpPr>
        <p:spPr>
          <a:xfrm>
            <a:off x="8866632" y="2756668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41" name="Shape 1539"/>
          <p:cNvSpPr/>
          <p:nvPr/>
        </p:nvSpPr>
        <p:spPr>
          <a:xfrm>
            <a:off x="9026652" y="275644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42" name="Shape 1540"/>
          <p:cNvSpPr/>
          <p:nvPr/>
        </p:nvSpPr>
        <p:spPr>
          <a:xfrm>
            <a:off x="9186672" y="308791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43" name="Shape 1541"/>
          <p:cNvSpPr/>
          <p:nvPr/>
        </p:nvSpPr>
        <p:spPr>
          <a:xfrm>
            <a:off x="9346692" y="3167348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44" name="Shape 1542"/>
          <p:cNvSpPr/>
          <p:nvPr/>
        </p:nvSpPr>
        <p:spPr>
          <a:xfrm>
            <a:off x="9506712" y="317875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45" name="Shape 1543"/>
          <p:cNvSpPr/>
          <p:nvPr/>
        </p:nvSpPr>
        <p:spPr>
          <a:xfrm>
            <a:off x="10562844" y="2837078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46" name="Shape 1544"/>
          <p:cNvSpPr/>
          <p:nvPr/>
        </p:nvSpPr>
        <p:spPr>
          <a:xfrm>
            <a:off x="10754868" y="269223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47" name="Shape 1545"/>
          <p:cNvSpPr/>
          <p:nvPr/>
        </p:nvSpPr>
        <p:spPr>
          <a:xfrm>
            <a:off x="10946892" y="2818476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48" name="Shape 1546"/>
          <p:cNvSpPr/>
          <p:nvPr/>
        </p:nvSpPr>
        <p:spPr>
          <a:xfrm>
            <a:off x="11170920" y="3067879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49" name="Text 1547"/>
          <p:cNvSpPr txBox="1"/>
          <p:nvPr/>
        </p:nvSpPr>
        <p:spPr>
          <a:xfrm>
            <a:off x="8077200" y="3886200"/>
            <a:ext cx="3352800" cy="282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곡선의 평균과 95% 범위를 냅니다</a:t>
            </a:r>
            <a:endParaRPr lang="en-US" sz="825" dirty="0"/>
          </a:p>
        </p:txBody>
      </p:sp>
      <p:sp>
        <p:nvSpPr>
          <p:cNvPr id="1550" name="Text 1548"/>
          <p:cNvSpPr txBox="1"/>
          <p:nvPr/>
        </p:nvSpPr>
        <p:spPr>
          <a:xfrm>
            <a:off x="876300" y="4229100"/>
            <a:ext cx="10439400" cy="153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b="1" dirty="0">
                <a:solidFill>
                  <a:srgbClr val="EA0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가운데가 비어 있는 것을 보십시오</a:t>
            </a:r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점이 없는 구간에서는 곡선들이 흩어져 범위가 넓어집니다. 모르는 곳을 모른다고 말하는 것이 GP 의 성질입니다.</a:t>
            </a:r>
            <a:endParaRPr lang="en-US" sz="863" dirty="0"/>
          </a:p>
        </p:txBody>
      </p:sp>
      <p:sp>
        <p:nvSpPr>
          <p:cNvPr id="1551" name="Shape 1549"/>
          <p:cNvSpPr/>
          <p:nvPr/>
        </p:nvSpPr>
        <p:spPr>
          <a:xfrm>
            <a:off x="685800" y="4676775"/>
            <a:ext cx="5295900" cy="141922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1552" name="Shape 1550"/>
          <p:cNvSpPr/>
          <p:nvPr/>
        </p:nvSpPr>
        <p:spPr>
          <a:xfrm>
            <a:off x="685800" y="4552950"/>
            <a:ext cx="1304925" cy="247650"/>
          </a:xfrm>
          <a:prstGeom prst="rect">
            <a:avLst>
              <a:gd name="adj" fmla="val 44308"/>
            </a:avLst>
          </a:prstGeom>
          <a:solidFill>
            <a:srgbClr val="EA002C"/>
          </a:solidFill>
          <a:ln/>
        </p:spPr>
      </p:sp>
      <p:sp>
        <p:nvSpPr>
          <p:cNvPr id="1553" name="Text 1551"/>
          <p:cNvSpPr txBox="1"/>
          <p:nvPr/>
        </p:nvSpPr>
        <p:spPr>
          <a:xfrm>
            <a:off x="819150" y="4610100"/>
            <a:ext cx="15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8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38" dirty="0"/>
          </a:p>
        </p:txBody>
      </p:sp>
      <p:sp>
        <p:nvSpPr>
          <p:cNvPr id="1554" name="Text 1552"/>
          <p:cNvSpPr txBox="1"/>
          <p:nvPr/>
        </p:nvSpPr>
        <p:spPr>
          <a:xfrm>
            <a:off x="1009650" y="4610100"/>
            <a:ext cx="866775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정의와 특징</a:t>
            </a:r>
            <a:endParaRPr lang="en-US" sz="1013" dirty="0"/>
          </a:p>
        </p:txBody>
      </p:sp>
      <p:sp>
        <p:nvSpPr>
          <p:cNvPr id="1555" name="Shape 1553"/>
          <p:cNvSpPr/>
          <p:nvPr/>
        </p:nvSpPr>
        <p:spPr>
          <a:xfrm>
            <a:off x="876300" y="4933950"/>
            <a:ext cx="28575" cy="419100"/>
          </a:xfrm>
          <a:prstGeom prst="rect">
            <a:avLst/>
          </a:prstGeom>
          <a:solidFill>
            <a:srgbClr val="EA002C"/>
          </a:solidFill>
          <a:ln/>
        </p:spPr>
      </p:sp>
      <p:sp>
        <p:nvSpPr>
          <p:cNvPr id="1556" name="Text 1554"/>
          <p:cNvSpPr txBox="1"/>
          <p:nvPr/>
        </p:nvSpPr>
        <p:spPr>
          <a:xfrm>
            <a:off x="1009650" y="4914900"/>
            <a:ext cx="762000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2"/>
              </a:lnSpc>
              <a:buNone/>
            </a:pPr>
            <a:r>
              <a:rPr lang="en-US" sz="938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en-US" sz="938" dirty="0"/>
          </a:p>
        </p:txBody>
      </p:sp>
      <p:sp>
        <p:nvSpPr>
          <p:cNvPr id="1557" name="Text 1555"/>
          <p:cNvSpPr txBox="1"/>
          <p:nvPr/>
        </p:nvSpPr>
        <p:spPr>
          <a:xfrm>
            <a:off x="1009650" y="5105400"/>
            <a:ext cx="4838700" cy="29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2"/>
              </a:lnSpc>
              <a:buNone/>
            </a:pPr>
            <a:r>
              <a:rPr lang="en-US" sz="825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입력들을 골라도 그 함수값들이 정규분포를 이루는 확률 과정입니다. 평균 함수와 커널 둘로 정해집니다.</a:t>
            </a:r>
            <a:endParaRPr lang="en-US" sz="825" dirty="0"/>
          </a:p>
        </p:txBody>
      </p:sp>
      <p:sp>
        <p:nvSpPr>
          <p:cNvPr id="1558" name="Shape 1556"/>
          <p:cNvSpPr/>
          <p:nvPr/>
        </p:nvSpPr>
        <p:spPr>
          <a:xfrm>
            <a:off x="876300" y="5505450"/>
            <a:ext cx="28575" cy="419100"/>
          </a:xfrm>
          <a:prstGeom prst="rect">
            <a:avLst/>
          </a:prstGeom>
          <a:solidFill>
            <a:srgbClr val="EA002C"/>
          </a:solidFill>
          <a:ln/>
        </p:spPr>
      </p:sp>
      <p:sp>
        <p:nvSpPr>
          <p:cNvPr id="1559" name="Text 1557"/>
          <p:cNvSpPr txBox="1"/>
          <p:nvPr/>
        </p:nvSpPr>
        <p:spPr>
          <a:xfrm>
            <a:off x="1009650" y="5486400"/>
            <a:ext cx="762000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2"/>
              </a:lnSpc>
              <a:buNone/>
            </a:pPr>
            <a:r>
              <a:rPr lang="en-US" sz="938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938" dirty="0"/>
          </a:p>
        </p:txBody>
      </p:sp>
      <p:sp>
        <p:nvSpPr>
          <p:cNvPr id="1560" name="Text 1558"/>
          <p:cNvSpPr txBox="1"/>
          <p:nvPr/>
        </p:nvSpPr>
        <p:spPr>
          <a:xfrm>
            <a:off x="1009650" y="5676900"/>
            <a:ext cx="4838700" cy="29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2"/>
              </a:lnSpc>
              <a:buNone/>
            </a:pPr>
            <a:r>
              <a:rPr lang="en-US" sz="825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식의 모양을 미리 정하지 않습니다(비모수). 데이터가 늘면 모델도 같이 자라고, 예측이 값이 아니라 분포로 나옵니다.</a:t>
            </a:r>
            <a:endParaRPr lang="en-US" sz="825" dirty="0"/>
          </a:p>
        </p:txBody>
      </p:sp>
      <p:sp>
        <p:nvSpPr>
          <p:cNvPr id="1561" name="Shape 1559"/>
          <p:cNvSpPr/>
          <p:nvPr/>
        </p:nvSpPr>
        <p:spPr>
          <a:xfrm>
            <a:off x="6134100" y="4676775"/>
            <a:ext cx="5372100" cy="141922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1562" name="Shape 1560"/>
          <p:cNvSpPr/>
          <p:nvPr/>
        </p:nvSpPr>
        <p:spPr>
          <a:xfrm>
            <a:off x="6134100" y="4552950"/>
            <a:ext cx="2190750" cy="247650"/>
          </a:xfrm>
          <a:prstGeom prst="rect">
            <a:avLst>
              <a:gd name="adj" fmla="val 44308"/>
            </a:avLst>
          </a:prstGeom>
          <a:solidFill>
            <a:srgbClr val="EA002C"/>
          </a:solidFill>
          <a:ln/>
        </p:spPr>
      </p:sp>
      <p:sp>
        <p:nvSpPr>
          <p:cNvPr id="1563" name="Text 1561"/>
          <p:cNvSpPr txBox="1"/>
          <p:nvPr/>
        </p:nvSpPr>
        <p:spPr>
          <a:xfrm>
            <a:off x="6267450" y="4610100"/>
            <a:ext cx="15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8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38" dirty="0"/>
          </a:p>
        </p:txBody>
      </p:sp>
      <p:sp>
        <p:nvSpPr>
          <p:cNvPr id="1564" name="Text 1562"/>
          <p:cNvSpPr txBox="1"/>
          <p:nvPr/>
        </p:nvSpPr>
        <p:spPr>
          <a:xfrm>
            <a:off x="6457950" y="4610100"/>
            <a:ext cx="17526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 · 단점 · 언제 쓰나</a:t>
            </a:r>
            <a:endParaRPr lang="en-US" sz="1013" dirty="0"/>
          </a:p>
        </p:txBody>
      </p:sp>
      <p:sp>
        <p:nvSpPr>
          <p:cNvPr id="1565" name="Text 1563"/>
          <p:cNvSpPr txBox="1"/>
          <p:nvPr/>
        </p:nvSpPr>
        <p:spPr>
          <a:xfrm>
            <a:off x="6324600" y="4914900"/>
            <a:ext cx="723900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8"/>
              </a:lnSpc>
              <a:buNone/>
            </a:pPr>
            <a:r>
              <a:rPr lang="en-US" sz="863" b="1" dirty="0">
                <a:solidFill>
                  <a:srgbClr val="EA0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점</a:t>
            </a:r>
            <a:endParaRPr lang="en-US" sz="863" dirty="0"/>
          </a:p>
        </p:txBody>
      </p:sp>
      <p:sp>
        <p:nvSpPr>
          <p:cNvPr id="1566" name="Text 1564"/>
          <p:cNvSpPr txBox="1"/>
          <p:nvPr/>
        </p:nvSpPr>
        <p:spPr>
          <a:xfrm>
            <a:off x="7124700" y="4914900"/>
            <a:ext cx="41910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81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적어도 씁니다 · 불확실성을 숫자로 냅니다 · 커널로 사전 지식을 넣습니다</a:t>
            </a:r>
            <a:endParaRPr lang="en-US" sz="810" dirty="0"/>
          </a:p>
        </p:txBody>
      </p:sp>
      <p:sp>
        <p:nvSpPr>
          <p:cNvPr id="1567" name="Text 1565"/>
          <p:cNvSpPr txBox="1"/>
          <p:nvPr/>
        </p:nvSpPr>
        <p:spPr>
          <a:xfrm>
            <a:off x="6324600" y="5314950"/>
            <a:ext cx="723900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8"/>
              </a:lnSpc>
              <a:buNone/>
            </a:pPr>
            <a:r>
              <a:rPr lang="en-US" sz="863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</a:t>
            </a:r>
            <a:endParaRPr lang="en-US" sz="863" dirty="0"/>
          </a:p>
        </p:txBody>
      </p:sp>
      <p:sp>
        <p:nvSpPr>
          <p:cNvPr id="1568" name="Text 1566"/>
          <p:cNvSpPr txBox="1"/>
          <p:nvPr/>
        </p:nvSpPr>
        <p:spPr>
          <a:xfrm>
            <a:off x="7124700" y="5314950"/>
            <a:ext cx="41910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81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계산이 데이터 수의 세제곱으로 늘어 수천 건이 넘으면 무겁습니다 · 커널을 잘못 고르면 결과가 달라집니다 · 입력 변수가 많으면 약합니다</a:t>
            </a:r>
            <a:endParaRPr lang="en-US" sz="810" dirty="0"/>
          </a:p>
        </p:txBody>
      </p:sp>
      <p:sp>
        <p:nvSpPr>
          <p:cNvPr id="1569" name="Text 1567"/>
          <p:cNvSpPr txBox="1"/>
          <p:nvPr/>
        </p:nvSpPr>
        <p:spPr>
          <a:xfrm>
            <a:off x="6324600" y="5715000"/>
            <a:ext cx="723900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8"/>
              </a:lnSpc>
              <a:buNone/>
            </a:pPr>
            <a:r>
              <a:rPr lang="en-US" sz="863" b="1" dirty="0">
                <a:solidFill>
                  <a:srgbClr val="6E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 좋은 곳</a:t>
            </a:r>
            <a:endParaRPr lang="en-US" sz="863" dirty="0"/>
          </a:p>
        </p:txBody>
      </p:sp>
      <p:sp>
        <p:nvSpPr>
          <p:cNvPr id="1570" name="Text 1568"/>
          <p:cNvSpPr txBox="1"/>
          <p:nvPr/>
        </p:nvSpPr>
        <p:spPr>
          <a:xfrm>
            <a:off x="7124700" y="5715000"/>
            <a:ext cx="41910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81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수십~수천 건이고 입력이 한두 개일 때 · 값과 함께 신뢰 범위가 필요할 때 · 다음 실험을 어디서 할지 고를 때</a:t>
            </a:r>
            <a:endParaRPr lang="en-US" sz="810" dirty="0"/>
          </a:p>
        </p:txBody>
      </p:sp>
      <p:sp>
        <p:nvSpPr>
          <p:cNvPr id="1571" name="Shape 1569"/>
          <p:cNvSpPr/>
          <p:nvPr/>
        </p:nvSpPr>
        <p:spPr>
          <a:xfrm>
            <a:off x="685800" y="6153150"/>
            <a:ext cx="10820400" cy="0"/>
          </a:xfrm>
          <a:prstGeom prst="line">
            <a:avLst/>
          </a:prstGeom>
          <a:noFill/>
          <a:ln w="12700">
            <a:solidFill>
              <a:srgbClr val="C9D0D8"/>
            </a:solidFill>
            <a:prstDash val="solid"/>
          </a:ln>
        </p:spPr>
      </p:sp>
      <p:sp>
        <p:nvSpPr>
          <p:cNvPr id="1572" name="Shape 1570"/>
          <p:cNvSpPr/>
          <p:nvPr/>
        </p:nvSpPr>
        <p:spPr>
          <a:xfrm>
            <a:off x="685800" y="6296025"/>
            <a:ext cx="438150" cy="190500"/>
          </a:xfrm>
          <a:prstGeom prst="rect">
            <a:avLst>
              <a:gd name="adj" fmla="val 96000"/>
            </a:avLst>
          </a:prstGeom>
          <a:solidFill>
            <a:srgbClr val="EA002C"/>
          </a:solidFill>
          <a:ln/>
        </p:spPr>
      </p:sp>
      <p:sp>
        <p:nvSpPr>
          <p:cNvPr id="1573" name="Text 1571"/>
          <p:cNvSpPr txBox="1"/>
          <p:nvPr/>
        </p:nvSpPr>
        <p:spPr>
          <a:xfrm>
            <a:off x="685800" y="6324600"/>
            <a:ext cx="43815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825" dirty="0"/>
          </a:p>
        </p:txBody>
      </p:sp>
      <p:sp>
        <p:nvSpPr>
          <p:cNvPr id="1574" name="Text 1572"/>
          <p:cNvSpPr txBox="1"/>
          <p:nvPr/>
        </p:nvSpPr>
        <p:spPr>
          <a:xfrm>
            <a:off x="1238250" y="6305550"/>
            <a:ext cx="9601200" cy="20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163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하나가 아니라 "이 범위 안에 있을 것" 까지 내놓는 것이 GP 의 핵심입니다.</a:t>
            </a:r>
            <a:endParaRPr lang="en-US" sz="116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323850"/>
            <a:ext cx="76200" cy="419100"/>
          </a:xfrm>
          <a:prstGeom prst="rect">
            <a:avLst/>
          </a:prstGeom>
          <a:solidFill>
            <a:srgbClr val="EA0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42900"/>
            <a:ext cx="66675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b="1" spc="60" kern="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· 회귀 모델</a:t>
            </a:r>
            <a:endParaRPr lang="en-US" sz="975" dirty="0"/>
          </a:p>
        </p:txBody>
      </p:sp>
      <p:sp>
        <p:nvSpPr>
          <p:cNvPr id="4" name="Text 2"/>
          <p:cNvSpPr txBox="1"/>
          <p:nvPr/>
        </p:nvSpPr>
        <p:spPr>
          <a:xfrm>
            <a:off x="7696200" y="361950"/>
            <a:ext cx="3810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50" spc="160" kern="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FRONTIER  ·  위례사업소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00100"/>
            <a:ext cx="10287000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커널을 무엇으로 정하느냐가 곡선을 바꿉니다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257300"/>
            <a:ext cx="10287000" cy="25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커널은 "두 입력이 얼마나 닮았는가" 를 정하는 함수입니다. 같은 데이터에 커널만 바꿨습니다.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685800" y="1704975"/>
            <a:ext cx="10820400" cy="273367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81150"/>
            <a:ext cx="1819275" cy="247650"/>
          </a:xfrm>
          <a:prstGeom prst="rect">
            <a:avLst>
              <a:gd name="adj" fmla="val 44308"/>
            </a:avLst>
          </a:prstGeom>
          <a:solidFill>
            <a:srgbClr val="EA00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9150" y="1638300"/>
            <a:ext cx="15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8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38" dirty="0"/>
          </a:p>
        </p:txBody>
      </p:sp>
      <p:sp>
        <p:nvSpPr>
          <p:cNvPr id="10" name="Text 8"/>
          <p:cNvSpPr txBox="1"/>
          <p:nvPr/>
        </p:nvSpPr>
        <p:spPr>
          <a:xfrm>
            <a:off x="1009650" y="1638300"/>
            <a:ext cx="1381125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점, 다른 커널</a:t>
            </a:r>
            <a:endParaRPr lang="en-US" sz="1013" dirty="0"/>
          </a:p>
        </p:txBody>
      </p:sp>
      <p:sp>
        <p:nvSpPr>
          <p:cNvPr id="11" name="Text 9"/>
          <p:cNvSpPr txBox="1"/>
          <p:nvPr/>
        </p:nvSpPr>
        <p:spPr>
          <a:xfrm>
            <a:off x="8839200" y="1771650"/>
            <a:ext cx="255270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데이터 · 점 13개 · 길이척도 1.2 고정</a:t>
            </a:r>
            <a:endParaRPr lang="en-US" sz="825" dirty="0"/>
          </a:p>
        </p:txBody>
      </p:sp>
      <p:sp>
        <p:nvSpPr>
          <p:cNvPr id="12" name="Text 10"/>
          <p:cNvSpPr txBox="1"/>
          <p:nvPr/>
        </p:nvSpPr>
        <p:spPr>
          <a:xfrm>
            <a:off x="876300" y="1943100"/>
            <a:ext cx="2495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EA0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 · RBF (제곱지수)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76300" y="2105025"/>
            <a:ext cx="249555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쓰는 기본</a:t>
            </a:r>
            <a:endParaRPr lang="en-US" sz="713" dirty="0"/>
          </a:p>
        </p:txBody>
      </p:sp>
      <p:sp>
        <p:nvSpPr>
          <p:cNvPr id="14" name="Shape 12"/>
          <p:cNvSpPr/>
          <p:nvPr/>
        </p:nvSpPr>
        <p:spPr>
          <a:xfrm>
            <a:off x="876300" y="2247900"/>
            <a:ext cx="249555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2500" y="2724150"/>
            <a:ext cx="2343150" cy="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952500" y="2754748"/>
            <a:ext cx="23431" cy="2587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flipV="1">
            <a:off x="975931" y="2731187"/>
            <a:ext cx="23432" cy="2356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 flipV="1">
            <a:off x="999363" y="2710554"/>
            <a:ext cx="23431" cy="2063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 flipV="1">
            <a:off x="1022794" y="2693157"/>
            <a:ext cx="23432" cy="1739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 flipV="1">
            <a:off x="1046226" y="2678881"/>
            <a:ext cx="23431" cy="1427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 flipV="1">
            <a:off x="1069658" y="2667303"/>
            <a:ext cx="23432" cy="1157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flipV="1">
            <a:off x="1093089" y="2657644"/>
            <a:ext cx="23431" cy="965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 flipV="1">
            <a:off x="1116521" y="2649275"/>
            <a:ext cx="23432" cy="836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 flipV="1">
            <a:off x="1139952" y="2641704"/>
            <a:ext cx="23431" cy="757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flipV="1">
            <a:off x="1163384" y="2634724"/>
            <a:ext cx="23431" cy="697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 flipV="1">
            <a:off x="1186815" y="2628234"/>
            <a:ext cx="23432" cy="649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 flipV="1">
            <a:off x="1210247" y="2622231"/>
            <a:ext cx="23432" cy="600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 flipV="1">
            <a:off x="1233678" y="2616628"/>
            <a:ext cx="23431" cy="560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 flipV="1">
            <a:off x="1257110" y="2611578"/>
            <a:ext cx="23432" cy="505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 flipV="1">
            <a:off x="1280541" y="2607081"/>
            <a:ext cx="23432" cy="449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 flipV="1">
            <a:off x="1303973" y="2603257"/>
            <a:ext cx="23432" cy="382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 flipV="1">
            <a:off x="1327404" y="2600141"/>
            <a:ext cx="23431" cy="311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 flipV="1">
            <a:off x="1350836" y="2597924"/>
            <a:ext cx="23432" cy="221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 flipV="1">
            <a:off x="1374267" y="2596780"/>
            <a:ext cx="23432" cy="114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1397699" y="2596780"/>
            <a:ext cx="23431" cy="1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421130" y="2596918"/>
            <a:ext cx="23432" cy="171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1444562" y="2598632"/>
            <a:ext cx="23432" cy="353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467993" y="2602165"/>
            <a:ext cx="23431" cy="559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1491424" y="2607759"/>
            <a:ext cx="23432" cy="789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514856" y="2615656"/>
            <a:ext cx="23432" cy="1028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1538288" y="2625943"/>
            <a:ext cx="23432" cy="1267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1561719" y="2638620"/>
            <a:ext cx="23432" cy="1503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1585151" y="2653653"/>
            <a:ext cx="23431" cy="1721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1608582" y="2670868"/>
            <a:ext cx="23431" cy="191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1632013" y="2689987"/>
            <a:ext cx="23432" cy="2067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1655445" y="2710664"/>
            <a:ext cx="23431" cy="2171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1678877" y="2732378"/>
            <a:ext cx="23432" cy="223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702308" y="2754678"/>
            <a:ext cx="23432" cy="2217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725740" y="2776856"/>
            <a:ext cx="23431" cy="2148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1749171" y="2798340"/>
            <a:ext cx="23432" cy="2001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1772603" y="2818353"/>
            <a:ext cx="23432" cy="1800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1796034" y="2836360"/>
            <a:ext cx="23431" cy="1537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1819465" y="2851739"/>
            <a:ext cx="23432" cy="1250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1842897" y="2864246"/>
            <a:ext cx="23431" cy="947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1866329" y="2873724"/>
            <a:ext cx="23432" cy="675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1889760" y="2880474"/>
            <a:ext cx="23432" cy="47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1913192" y="2885192"/>
            <a:ext cx="23431" cy="353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1936623" y="2888732"/>
            <a:ext cx="23432" cy="316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1960055" y="2891893"/>
            <a:ext cx="23432" cy="335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1983486" y="2895245"/>
            <a:ext cx="23431" cy="375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2006918" y="2898998"/>
            <a:ext cx="23432" cy="431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2030349" y="2903315"/>
            <a:ext cx="23432" cy="494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2053781" y="2908258"/>
            <a:ext cx="23431" cy="56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2077212" y="2913886"/>
            <a:ext cx="23432" cy="639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2100644" y="2920278"/>
            <a:ext cx="23431" cy="714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2124075" y="2927425"/>
            <a:ext cx="23432" cy="789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2147507" y="2935319"/>
            <a:ext cx="23432" cy="844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2170938" y="2943760"/>
            <a:ext cx="23431" cy="880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2194370" y="2952567"/>
            <a:ext cx="23432" cy="895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2217801" y="2961521"/>
            <a:ext cx="23432" cy="869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2241233" y="2970215"/>
            <a:ext cx="23431" cy="809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2264664" y="2978307"/>
            <a:ext cx="23432" cy="706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2288096" y="2985371"/>
            <a:ext cx="23431" cy="557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2311527" y="2990943"/>
            <a:ext cx="23432" cy="370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2334959" y="2994643"/>
            <a:ext cx="23431" cy="133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 flipV="1">
            <a:off x="2358390" y="2994620"/>
            <a:ext cx="23432" cy="135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 flipV="1">
            <a:off x="2381822" y="2990202"/>
            <a:ext cx="23432" cy="441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 flipV="1">
            <a:off x="2405253" y="2982526"/>
            <a:ext cx="23431" cy="767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 flipV="1">
            <a:off x="2428685" y="2971398"/>
            <a:ext cx="23432" cy="111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 flipV="1">
            <a:off x="2452116" y="2956744"/>
            <a:ext cx="23431" cy="1465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 flipV="1">
            <a:off x="2475548" y="2938645"/>
            <a:ext cx="23432" cy="181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 flipV="1">
            <a:off x="2498979" y="2917266"/>
            <a:ext cx="23432" cy="2137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 flipV="1">
            <a:off x="2522411" y="2892963"/>
            <a:ext cx="23431" cy="2430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 flipV="1">
            <a:off x="2545842" y="2866109"/>
            <a:ext cx="23432" cy="2685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 flipV="1">
            <a:off x="2569274" y="2837250"/>
            <a:ext cx="23431" cy="2885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 flipV="1">
            <a:off x="2592705" y="2807103"/>
            <a:ext cx="23431" cy="3014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 flipV="1">
            <a:off x="2616137" y="2776402"/>
            <a:ext cx="23432" cy="307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 flipV="1">
            <a:off x="2639568" y="2746006"/>
            <a:ext cx="23431" cy="3039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 flipV="1">
            <a:off x="2663000" y="2716888"/>
            <a:ext cx="23431" cy="2911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 flipV="1">
            <a:off x="2686431" y="2689994"/>
            <a:ext cx="23432" cy="2689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 flipV="1">
            <a:off x="2709863" y="2666232"/>
            <a:ext cx="23432" cy="2376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 flipV="1">
            <a:off x="2733294" y="2646294"/>
            <a:ext cx="23431" cy="199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 flipV="1">
            <a:off x="2756726" y="2630326"/>
            <a:ext cx="23431" cy="1596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 flipV="1">
            <a:off x="2780157" y="2618133"/>
            <a:ext cx="23432" cy="1219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 flipV="1">
            <a:off x="2803589" y="2609335"/>
            <a:ext cx="23431" cy="879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 flipV="1">
            <a:off x="2827020" y="2603718"/>
            <a:ext cx="23431" cy="561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 flipV="1">
            <a:off x="2850452" y="2601255"/>
            <a:ext cx="23432" cy="246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>
            <a:off x="2873883" y="2601255"/>
            <a:ext cx="23431" cy="86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>
            <a:off x="2897315" y="2602118"/>
            <a:ext cx="23431" cy="432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>
            <a:off x="2920746" y="2606446"/>
            <a:ext cx="23432" cy="785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2944178" y="2614305"/>
            <a:ext cx="23431" cy="1128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>
            <a:off x="2967609" y="2625590"/>
            <a:ext cx="23431" cy="144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>
            <a:off x="2991041" y="2639991"/>
            <a:ext cx="23432" cy="1708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>
            <a:off x="3014472" y="2657075"/>
            <a:ext cx="23431" cy="192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" name="Shape 103"/>
          <p:cNvSpPr/>
          <p:nvPr/>
        </p:nvSpPr>
        <p:spPr>
          <a:xfrm>
            <a:off x="3037904" y="2676275"/>
            <a:ext cx="23431" cy="2069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" name="Shape 104"/>
          <p:cNvSpPr/>
          <p:nvPr/>
        </p:nvSpPr>
        <p:spPr>
          <a:xfrm>
            <a:off x="3061335" y="2696969"/>
            <a:ext cx="23432" cy="2159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" name="Shape 105"/>
          <p:cNvSpPr/>
          <p:nvPr/>
        </p:nvSpPr>
        <p:spPr>
          <a:xfrm>
            <a:off x="3084767" y="2718568"/>
            <a:ext cx="23431" cy="2225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>
            <a:off x="3108198" y="2740825"/>
            <a:ext cx="23431" cy="229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" name="Shape 107"/>
          <p:cNvSpPr/>
          <p:nvPr/>
        </p:nvSpPr>
        <p:spPr>
          <a:xfrm>
            <a:off x="3131629" y="2763744"/>
            <a:ext cx="23432" cy="2384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" name="Shape 108"/>
          <p:cNvSpPr/>
          <p:nvPr/>
        </p:nvSpPr>
        <p:spPr>
          <a:xfrm>
            <a:off x="3155061" y="2787585"/>
            <a:ext cx="23431" cy="2517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" name="Shape 109"/>
          <p:cNvSpPr/>
          <p:nvPr/>
        </p:nvSpPr>
        <p:spPr>
          <a:xfrm>
            <a:off x="3178493" y="2812764"/>
            <a:ext cx="23431" cy="2655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" name="Shape 110"/>
          <p:cNvSpPr/>
          <p:nvPr/>
        </p:nvSpPr>
        <p:spPr>
          <a:xfrm>
            <a:off x="3201924" y="2839322"/>
            <a:ext cx="23432" cy="2762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" name="Shape 111"/>
          <p:cNvSpPr/>
          <p:nvPr/>
        </p:nvSpPr>
        <p:spPr>
          <a:xfrm>
            <a:off x="3225356" y="2866946"/>
            <a:ext cx="23432" cy="2803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" name="Shape 112"/>
          <p:cNvSpPr/>
          <p:nvPr/>
        </p:nvSpPr>
        <p:spPr>
          <a:xfrm>
            <a:off x="3248787" y="2894985"/>
            <a:ext cx="23431" cy="277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" name="Shape 113"/>
          <p:cNvSpPr/>
          <p:nvPr/>
        </p:nvSpPr>
        <p:spPr>
          <a:xfrm>
            <a:off x="3272218" y="2922704"/>
            <a:ext cx="23432" cy="2687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 flipV="1">
            <a:off x="952500" y="2630514"/>
            <a:ext cx="23431" cy="27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" name="Shape 115"/>
          <p:cNvSpPr/>
          <p:nvPr/>
        </p:nvSpPr>
        <p:spPr>
          <a:xfrm flipV="1">
            <a:off x="975931" y="2628270"/>
            <a:ext cx="23432" cy="224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 flipV="1">
            <a:off x="999363" y="2623862"/>
            <a:ext cx="23431" cy="440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" name="Shape 117"/>
          <p:cNvSpPr/>
          <p:nvPr/>
        </p:nvSpPr>
        <p:spPr>
          <a:xfrm flipV="1">
            <a:off x="1022794" y="2617463"/>
            <a:ext cx="23432" cy="639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" name="Shape 118"/>
          <p:cNvSpPr/>
          <p:nvPr/>
        </p:nvSpPr>
        <p:spPr>
          <a:xfrm flipV="1">
            <a:off x="1046226" y="2609364"/>
            <a:ext cx="23431" cy="809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" name="Shape 119"/>
          <p:cNvSpPr/>
          <p:nvPr/>
        </p:nvSpPr>
        <p:spPr>
          <a:xfrm flipV="1">
            <a:off x="1069658" y="2600299"/>
            <a:ext cx="23432" cy="906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" name="Shape 120"/>
          <p:cNvSpPr/>
          <p:nvPr/>
        </p:nvSpPr>
        <p:spPr>
          <a:xfrm flipV="1">
            <a:off x="1093089" y="2591047"/>
            <a:ext cx="23431" cy="925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3" name="Shape 121"/>
          <p:cNvSpPr/>
          <p:nvPr/>
        </p:nvSpPr>
        <p:spPr>
          <a:xfrm flipV="1">
            <a:off x="1116521" y="2582270"/>
            <a:ext cx="23432" cy="877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4" name="Shape 122"/>
          <p:cNvSpPr/>
          <p:nvPr/>
        </p:nvSpPr>
        <p:spPr>
          <a:xfrm flipV="1">
            <a:off x="1139952" y="2574360"/>
            <a:ext cx="23431" cy="791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5" name="Shape 123"/>
          <p:cNvSpPr/>
          <p:nvPr/>
        </p:nvSpPr>
        <p:spPr>
          <a:xfrm flipV="1">
            <a:off x="1163384" y="2567380"/>
            <a:ext cx="23431" cy="697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6" name="Shape 124"/>
          <p:cNvSpPr/>
          <p:nvPr/>
        </p:nvSpPr>
        <p:spPr>
          <a:xfrm flipV="1">
            <a:off x="1186815" y="2561297"/>
            <a:ext cx="23432" cy="608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7" name="Shape 125"/>
          <p:cNvSpPr/>
          <p:nvPr/>
        </p:nvSpPr>
        <p:spPr>
          <a:xfrm flipV="1">
            <a:off x="1210247" y="2555905"/>
            <a:ext cx="23432" cy="539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8" name="Shape 126"/>
          <p:cNvSpPr/>
          <p:nvPr/>
        </p:nvSpPr>
        <p:spPr>
          <a:xfrm flipV="1">
            <a:off x="1233678" y="2551117"/>
            <a:ext cx="23431" cy="478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9" name="Shape 127"/>
          <p:cNvSpPr/>
          <p:nvPr/>
        </p:nvSpPr>
        <p:spPr>
          <a:xfrm flipV="1">
            <a:off x="1257110" y="2546746"/>
            <a:ext cx="23432" cy="437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30" name="Shape 128"/>
          <p:cNvSpPr/>
          <p:nvPr/>
        </p:nvSpPr>
        <p:spPr>
          <a:xfrm flipV="1">
            <a:off x="1280541" y="2542792"/>
            <a:ext cx="23432" cy="395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31" name="Shape 129"/>
          <p:cNvSpPr/>
          <p:nvPr/>
        </p:nvSpPr>
        <p:spPr>
          <a:xfrm flipV="1">
            <a:off x="1303973" y="2539239"/>
            <a:ext cx="23432" cy="355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32" name="Shape 130"/>
          <p:cNvSpPr/>
          <p:nvPr/>
        </p:nvSpPr>
        <p:spPr>
          <a:xfrm flipV="1">
            <a:off x="1327404" y="2536259"/>
            <a:ext cx="23431" cy="298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33" name="Shape 131"/>
          <p:cNvSpPr/>
          <p:nvPr/>
        </p:nvSpPr>
        <p:spPr>
          <a:xfrm flipV="1">
            <a:off x="1350836" y="2534042"/>
            <a:ext cx="23432" cy="221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34" name="Shape 132"/>
          <p:cNvSpPr/>
          <p:nvPr/>
        </p:nvSpPr>
        <p:spPr>
          <a:xfrm flipV="1">
            <a:off x="1374267" y="2532831"/>
            <a:ext cx="23432" cy="121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35" name="Shape 133"/>
          <p:cNvSpPr/>
          <p:nvPr/>
        </p:nvSpPr>
        <p:spPr>
          <a:xfrm>
            <a:off x="1397699" y="2532831"/>
            <a:ext cx="23431" cy="7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36" name="Shape 134"/>
          <p:cNvSpPr/>
          <p:nvPr/>
        </p:nvSpPr>
        <p:spPr>
          <a:xfrm>
            <a:off x="1421130" y="2532900"/>
            <a:ext cx="23432" cy="16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37" name="Shape 135"/>
          <p:cNvSpPr/>
          <p:nvPr/>
        </p:nvSpPr>
        <p:spPr>
          <a:xfrm>
            <a:off x="1444562" y="2534546"/>
            <a:ext cx="23432" cy="353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38" name="Shape 136"/>
          <p:cNvSpPr/>
          <p:nvPr/>
        </p:nvSpPr>
        <p:spPr>
          <a:xfrm>
            <a:off x="1467993" y="2538079"/>
            <a:ext cx="23431" cy="559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39" name="Shape 137"/>
          <p:cNvSpPr/>
          <p:nvPr/>
        </p:nvSpPr>
        <p:spPr>
          <a:xfrm>
            <a:off x="1491424" y="2543673"/>
            <a:ext cx="23432" cy="789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40" name="Shape 138"/>
          <p:cNvSpPr/>
          <p:nvPr/>
        </p:nvSpPr>
        <p:spPr>
          <a:xfrm>
            <a:off x="1514856" y="2551570"/>
            <a:ext cx="23432" cy="1028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41" name="Shape 139"/>
          <p:cNvSpPr/>
          <p:nvPr/>
        </p:nvSpPr>
        <p:spPr>
          <a:xfrm>
            <a:off x="1538288" y="2561857"/>
            <a:ext cx="23432" cy="1274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42" name="Shape 140"/>
          <p:cNvSpPr/>
          <p:nvPr/>
        </p:nvSpPr>
        <p:spPr>
          <a:xfrm>
            <a:off x="1561719" y="2574603"/>
            <a:ext cx="23432" cy="1510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43" name="Shape 141"/>
          <p:cNvSpPr/>
          <p:nvPr/>
        </p:nvSpPr>
        <p:spPr>
          <a:xfrm>
            <a:off x="1585151" y="2589703"/>
            <a:ext cx="23431" cy="1728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44" name="Shape 142"/>
          <p:cNvSpPr/>
          <p:nvPr/>
        </p:nvSpPr>
        <p:spPr>
          <a:xfrm>
            <a:off x="1608582" y="2606986"/>
            <a:ext cx="23431" cy="191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45" name="Shape 143"/>
          <p:cNvSpPr/>
          <p:nvPr/>
        </p:nvSpPr>
        <p:spPr>
          <a:xfrm>
            <a:off x="1632013" y="2626106"/>
            <a:ext cx="23432" cy="2054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46" name="Shape 144"/>
          <p:cNvSpPr/>
          <p:nvPr/>
        </p:nvSpPr>
        <p:spPr>
          <a:xfrm>
            <a:off x="1655445" y="2646646"/>
            <a:ext cx="23431" cy="2144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47" name="Shape 145"/>
          <p:cNvSpPr/>
          <p:nvPr/>
        </p:nvSpPr>
        <p:spPr>
          <a:xfrm>
            <a:off x="1678877" y="2668089"/>
            <a:ext cx="23432" cy="2175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48" name="Shape 146"/>
          <p:cNvSpPr/>
          <p:nvPr/>
        </p:nvSpPr>
        <p:spPr>
          <a:xfrm>
            <a:off x="1702308" y="2689846"/>
            <a:ext cx="23432" cy="2149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49" name="Shape 147"/>
          <p:cNvSpPr/>
          <p:nvPr/>
        </p:nvSpPr>
        <p:spPr>
          <a:xfrm>
            <a:off x="1725740" y="2711345"/>
            <a:ext cx="23431" cy="2066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50" name="Shape 148"/>
          <p:cNvSpPr/>
          <p:nvPr/>
        </p:nvSpPr>
        <p:spPr>
          <a:xfrm>
            <a:off x="1749171" y="2732014"/>
            <a:ext cx="23432" cy="1940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51" name="Shape 149"/>
          <p:cNvSpPr/>
          <p:nvPr/>
        </p:nvSpPr>
        <p:spPr>
          <a:xfrm>
            <a:off x="1772603" y="2751416"/>
            <a:ext cx="23432" cy="1759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52" name="Shape 150"/>
          <p:cNvSpPr/>
          <p:nvPr/>
        </p:nvSpPr>
        <p:spPr>
          <a:xfrm>
            <a:off x="1796034" y="2769016"/>
            <a:ext cx="23431" cy="1544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53" name="Shape 151"/>
          <p:cNvSpPr/>
          <p:nvPr/>
        </p:nvSpPr>
        <p:spPr>
          <a:xfrm>
            <a:off x="1819465" y="2784463"/>
            <a:ext cx="23432" cy="1284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54" name="Shape 152"/>
          <p:cNvSpPr/>
          <p:nvPr/>
        </p:nvSpPr>
        <p:spPr>
          <a:xfrm>
            <a:off x="1842897" y="2797310"/>
            <a:ext cx="23431" cy="988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55" name="Shape 153"/>
          <p:cNvSpPr/>
          <p:nvPr/>
        </p:nvSpPr>
        <p:spPr>
          <a:xfrm>
            <a:off x="1866329" y="2807194"/>
            <a:ext cx="23432" cy="634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56" name="Shape 154"/>
          <p:cNvSpPr/>
          <p:nvPr/>
        </p:nvSpPr>
        <p:spPr>
          <a:xfrm>
            <a:off x="1889760" y="2813537"/>
            <a:ext cx="23432" cy="213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57" name="Shape 155"/>
          <p:cNvSpPr/>
          <p:nvPr/>
        </p:nvSpPr>
        <p:spPr>
          <a:xfrm flipV="1">
            <a:off x="1913192" y="2813037"/>
            <a:ext cx="23431" cy="263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58" name="Shape 156"/>
          <p:cNvSpPr/>
          <p:nvPr/>
        </p:nvSpPr>
        <p:spPr>
          <a:xfrm flipV="1">
            <a:off x="1936623" y="2805269"/>
            <a:ext cx="23432" cy="776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59" name="Shape 157"/>
          <p:cNvSpPr/>
          <p:nvPr/>
        </p:nvSpPr>
        <p:spPr>
          <a:xfrm flipV="1">
            <a:off x="1960055" y="2792531"/>
            <a:ext cx="23432" cy="127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60" name="Shape 158"/>
          <p:cNvSpPr/>
          <p:nvPr/>
        </p:nvSpPr>
        <p:spPr>
          <a:xfrm flipV="1">
            <a:off x="1983486" y="2775443"/>
            <a:ext cx="23431" cy="1708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61" name="Shape 159"/>
          <p:cNvSpPr/>
          <p:nvPr/>
        </p:nvSpPr>
        <p:spPr>
          <a:xfrm flipV="1">
            <a:off x="2006918" y="2754778"/>
            <a:ext cx="23432" cy="2066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62" name="Shape 160"/>
          <p:cNvSpPr/>
          <p:nvPr/>
        </p:nvSpPr>
        <p:spPr>
          <a:xfrm flipV="1">
            <a:off x="2030349" y="2731547"/>
            <a:ext cx="23432" cy="2323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63" name="Shape 161"/>
          <p:cNvSpPr/>
          <p:nvPr/>
        </p:nvSpPr>
        <p:spPr>
          <a:xfrm flipV="1">
            <a:off x="2053781" y="2706626"/>
            <a:ext cx="23431" cy="2492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64" name="Shape 162"/>
          <p:cNvSpPr/>
          <p:nvPr/>
        </p:nvSpPr>
        <p:spPr>
          <a:xfrm flipV="1">
            <a:off x="2077212" y="2680907"/>
            <a:ext cx="23432" cy="257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65" name="Shape 163"/>
          <p:cNvSpPr/>
          <p:nvPr/>
        </p:nvSpPr>
        <p:spPr>
          <a:xfrm flipV="1">
            <a:off x="2100644" y="2655333"/>
            <a:ext cx="23431" cy="255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66" name="Shape 164"/>
          <p:cNvSpPr/>
          <p:nvPr/>
        </p:nvSpPr>
        <p:spPr>
          <a:xfrm flipV="1">
            <a:off x="2124075" y="2630641"/>
            <a:ext cx="23432" cy="2469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67" name="Shape 165"/>
          <p:cNvSpPr/>
          <p:nvPr/>
        </p:nvSpPr>
        <p:spPr>
          <a:xfrm flipV="1">
            <a:off x="2147507" y="2607583"/>
            <a:ext cx="23432" cy="2305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68" name="Shape 166"/>
          <p:cNvSpPr/>
          <p:nvPr/>
        </p:nvSpPr>
        <p:spPr>
          <a:xfrm flipV="1">
            <a:off x="2170938" y="2586723"/>
            <a:ext cx="23431" cy="2086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69" name="Shape 167"/>
          <p:cNvSpPr/>
          <p:nvPr/>
        </p:nvSpPr>
        <p:spPr>
          <a:xfrm flipV="1">
            <a:off x="2194370" y="2568590"/>
            <a:ext cx="23432" cy="1813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70" name="Shape 168"/>
          <p:cNvSpPr/>
          <p:nvPr/>
        </p:nvSpPr>
        <p:spPr>
          <a:xfrm flipV="1">
            <a:off x="2217801" y="2553523"/>
            <a:ext cx="23432" cy="1506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71" name="Shape 169"/>
          <p:cNvSpPr/>
          <p:nvPr/>
        </p:nvSpPr>
        <p:spPr>
          <a:xfrm flipV="1">
            <a:off x="2241233" y="2541724"/>
            <a:ext cx="23431" cy="1179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72" name="Shape 170"/>
          <p:cNvSpPr/>
          <p:nvPr/>
        </p:nvSpPr>
        <p:spPr>
          <a:xfrm flipV="1">
            <a:off x="2264664" y="2533310"/>
            <a:ext cx="23432" cy="841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73" name="Shape 171"/>
          <p:cNvSpPr/>
          <p:nvPr/>
        </p:nvSpPr>
        <p:spPr>
          <a:xfrm flipV="1">
            <a:off x="2288096" y="2528223"/>
            <a:ext cx="23431" cy="508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74" name="Shape 172"/>
          <p:cNvSpPr/>
          <p:nvPr/>
        </p:nvSpPr>
        <p:spPr>
          <a:xfrm flipV="1">
            <a:off x="2311527" y="2526289"/>
            <a:ext cx="23432" cy="193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75" name="Shape 173"/>
          <p:cNvSpPr/>
          <p:nvPr/>
        </p:nvSpPr>
        <p:spPr>
          <a:xfrm>
            <a:off x="2334959" y="2526289"/>
            <a:ext cx="23431" cy="99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76" name="Shape 174"/>
          <p:cNvSpPr/>
          <p:nvPr/>
        </p:nvSpPr>
        <p:spPr>
          <a:xfrm>
            <a:off x="2358390" y="2527280"/>
            <a:ext cx="23432" cy="346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77" name="Shape 175"/>
          <p:cNvSpPr/>
          <p:nvPr/>
        </p:nvSpPr>
        <p:spPr>
          <a:xfrm>
            <a:off x="2381822" y="2530746"/>
            <a:ext cx="23432" cy="563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78" name="Shape 176"/>
          <p:cNvSpPr/>
          <p:nvPr/>
        </p:nvSpPr>
        <p:spPr>
          <a:xfrm>
            <a:off x="2405253" y="2536376"/>
            <a:ext cx="23431" cy="719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79" name="Shape 177"/>
          <p:cNvSpPr/>
          <p:nvPr/>
        </p:nvSpPr>
        <p:spPr>
          <a:xfrm>
            <a:off x="2428685" y="2543567"/>
            <a:ext cx="23432" cy="828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80" name="Shape 178"/>
          <p:cNvSpPr/>
          <p:nvPr/>
        </p:nvSpPr>
        <p:spPr>
          <a:xfrm>
            <a:off x="2452116" y="2551855"/>
            <a:ext cx="23431" cy="883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81" name="Shape 179"/>
          <p:cNvSpPr/>
          <p:nvPr/>
        </p:nvSpPr>
        <p:spPr>
          <a:xfrm>
            <a:off x="2475548" y="2560690"/>
            <a:ext cx="23432" cy="885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82" name="Shape 180"/>
          <p:cNvSpPr/>
          <p:nvPr/>
        </p:nvSpPr>
        <p:spPr>
          <a:xfrm>
            <a:off x="2498979" y="2569542"/>
            <a:ext cx="23432" cy="835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83" name="Shape 181"/>
          <p:cNvSpPr/>
          <p:nvPr/>
        </p:nvSpPr>
        <p:spPr>
          <a:xfrm>
            <a:off x="2522411" y="2577897"/>
            <a:ext cx="23431" cy="74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84" name="Shape 182"/>
          <p:cNvSpPr/>
          <p:nvPr/>
        </p:nvSpPr>
        <p:spPr>
          <a:xfrm>
            <a:off x="2545842" y="2585298"/>
            <a:ext cx="23432" cy="607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85" name="Shape 183"/>
          <p:cNvSpPr/>
          <p:nvPr/>
        </p:nvSpPr>
        <p:spPr>
          <a:xfrm>
            <a:off x="2569274" y="2591369"/>
            <a:ext cx="23431" cy="440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86" name="Shape 184"/>
          <p:cNvSpPr/>
          <p:nvPr/>
        </p:nvSpPr>
        <p:spPr>
          <a:xfrm>
            <a:off x="2592705" y="2595775"/>
            <a:ext cx="23431" cy="24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87" name="Shape 185"/>
          <p:cNvSpPr/>
          <p:nvPr/>
        </p:nvSpPr>
        <p:spPr>
          <a:xfrm>
            <a:off x="2616137" y="2598214"/>
            <a:ext cx="23432" cy="32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88" name="Shape 186"/>
          <p:cNvSpPr/>
          <p:nvPr/>
        </p:nvSpPr>
        <p:spPr>
          <a:xfrm flipV="1">
            <a:off x="2639568" y="2596654"/>
            <a:ext cx="23431" cy="188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89" name="Shape 187"/>
          <p:cNvSpPr/>
          <p:nvPr/>
        </p:nvSpPr>
        <p:spPr>
          <a:xfrm flipV="1">
            <a:off x="2663000" y="2592451"/>
            <a:ext cx="23431" cy="420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90" name="Shape 188"/>
          <p:cNvSpPr/>
          <p:nvPr/>
        </p:nvSpPr>
        <p:spPr>
          <a:xfrm flipV="1">
            <a:off x="2686431" y="2585990"/>
            <a:ext cx="23432" cy="646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91" name="Shape 189"/>
          <p:cNvSpPr/>
          <p:nvPr/>
        </p:nvSpPr>
        <p:spPr>
          <a:xfrm flipV="1">
            <a:off x="2709863" y="2577436"/>
            <a:ext cx="23432" cy="855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92" name="Shape 190"/>
          <p:cNvSpPr/>
          <p:nvPr/>
        </p:nvSpPr>
        <p:spPr>
          <a:xfrm flipV="1">
            <a:off x="2733294" y="2567206"/>
            <a:ext cx="23431" cy="1023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93" name="Shape 191"/>
          <p:cNvSpPr/>
          <p:nvPr/>
        </p:nvSpPr>
        <p:spPr>
          <a:xfrm flipV="1">
            <a:off x="2756726" y="2556193"/>
            <a:ext cx="23431" cy="1101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94" name="Shape 192"/>
          <p:cNvSpPr/>
          <p:nvPr/>
        </p:nvSpPr>
        <p:spPr>
          <a:xfrm flipV="1">
            <a:off x="2780157" y="2545629"/>
            <a:ext cx="23432" cy="1056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95" name="Shape 193"/>
          <p:cNvSpPr/>
          <p:nvPr/>
        </p:nvSpPr>
        <p:spPr>
          <a:xfrm flipV="1">
            <a:off x="2803589" y="2536763"/>
            <a:ext cx="23431" cy="886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96" name="Shape 194"/>
          <p:cNvSpPr/>
          <p:nvPr/>
        </p:nvSpPr>
        <p:spPr>
          <a:xfrm flipV="1">
            <a:off x="2827020" y="2530603"/>
            <a:ext cx="23431" cy="616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97" name="Shape 195"/>
          <p:cNvSpPr/>
          <p:nvPr/>
        </p:nvSpPr>
        <p:spPr>
          <a:xfrm flipV="1">
            <a:off x="2850452" y="2527733"/>
            <a:ext cx="23432" cy="287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98" name="Shape 196"/>
          <p:cNvSpPr/>
          <p:nvPr/>
        </p:nvSpPr>
        <p:spPr>
          <a:xfrm>
            <a:off x="2873883" y="2527733"/>
            <a:ext cx="23431" cy="66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99" name="Shape 197"/>
          <p:cNvSpPr/>
          <p:nvPr/>
        </p:nvSpPr>
        <p:spPr>
          <a:xfrm>
            <a:off x="2897315" y="2528393"/>
            <a:ext cx="23431" cy="412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00" name="Shape 198"/>
          <p:cNvSpPr/>
          <p:nvPr/>
        </p:nvSpPr>
        <p:spPr>
          <a:xfrm>
            <a:off x="2920746" y="2532517"/>
            <a:ext cx="23432" cy="752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01" name="Shape 199"/>
          <p:cNvSpPr/>
          <p:nvPr/>
        </p:nvSpPr>
        <p:spPr>
          <a:xfrm>
            <a:off x="2944178" y="2540036"/>
            <a:ext cx="23431" cy="106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02" name="Shape 200"/>
          <p:cNvSpPr/>
          <p:nvPr/>
        </p:nvSpPr>
        <p:spPr>
          <a:xfrm>
            <a:off x="2967609" y="2550710"/>
            <a:ext cx="23431" cy="1358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03" name="Shape 201"/>
          <p:cNvSpPr/>
          <p:nvPr/>
        </p:nvSpPr>
        <p:spPr>
          <a:xfrm>
            <a:off x="2991041" y="2564296"/>
            <a:ext cx="23432" cy="1627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04" name="Shape 202"/>
          <p:cNvSpPr/>
          <p:nvPr/>
        </p:nvSpPr>
        <p:spPr>
          <a:xfrm>
            <a:off x="3014472" y="2580566"/>
            <a:ext cx="23431" cy="1858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05" name="Shape 203"/>
          <p:cNvSpPr/>
          <p:nvPr/>
        </p:nvSpPr>
        <p:spPr>
          <a:xfrm>
            <a:off x="3037904" y="2599155"/>
            <a:ext cx="23431" cy="2055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06" name="Shape 204"/>
          <p:cNvSpPr/>
          <p:nvPr/>
        </p:nvSpPr>
        <p:spPr>
          <a:xfrm>
            <a:off x="3061335" y="2619713"/>
            <a:ext cx="23432" cy="2193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07" name="Shape 205"/>
          <p:cNvSpPr/>
          <p:nvPr/>
        </p:nvSpPr>
        <p:spPr>
          <a:xfrm>
            <a:off x="3084767" y="2641652"/>
            <a:ext cx="23431" cy="225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08" name="Shape 206"/>
          <p:cNvSpPr/>
          <p:nvPr/>
        </p:nvSpPr>
        <p:spPr>
          <a:xfrm>
            <a:off x="3108198" y="2664180"/>
            <a:ext cx="23431" cy="2190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09" name="Shape 207"/>
          <p:cNvSpPr/>
          <p:nvPr/>
        </p:nvSpPr>
        <p:spPr>
          <a:xfrm>
            <a:off x="3131629" y="2686080"/>
            <a:ext cx="23432" cy="1990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10" name="Shape 208"/>
          <p:cNvSpPr/>
          <p:nvPr/>
        </p:nvSpPr>
        <p:spPr>
          <a:xfrm>
            <a:off x="3155061" y="2705985"/>
            <a:ext cx="23431" cy="1655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11" name="Shape 209"/>
          <p:cNvSpPr/>
          <p:nvPr/>
        </p:nvSpPr>
        <p:spPr>
          <a:xfrm>
            <a:off x="3178493" y="2722542"/>
            <a:ext cx="23431" cy="1216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12" name="Shape 210"/>
          <p:cNvSpPr/>
          <p:nvPr/>
        </p:nvSpPr>
        <p:spPr>
          <a:xfrm>
            <a:off x="3201924" y="2734708"/>
            <a:ext cx="23432" cy="739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13" name="Shape 211"/>
          <p:cNvSpPr/>
          <p:nvPr/>
        </p:nvSpPr>
        <p:spPr>
          <a:xfrm>
            <a:off x="3225356" y="2742101"/>
            <a:ext cx="23432" cy="264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14" name="Shape 212"/>
          <p:cNvSpPr/>
          <p:nvPr/>
        </p:nvSpPr>
        <p:spPr>
          <a:xfrm flipV="1">
            <a:off x="3248787" y="2742939"/>
            <a:ext cx="23431" cy="181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15" name="Shape 213"/>
          <p:cNvSpPr/>
          <p:nvPr/>
        </p:nvSpPr>
        <p:spPr>
          <a:xfrm flipV="1">
            <a:off x="3272218" y="2736953"/>
            <a:ext cx="23432" cy="598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16" name="Shape 214"/>
          <p:cNvSpPr/>
          <p:nvPr/>
        </p:nvSpPr>
        <p:spPr>
          <a:xfrm>
            <a:off x="952500" y="2630793"/>
            <a:ext cx="29146" cy="14982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17" name="Shape 215"/>
          <p:cNvSpPr/>
          <p:nvPr/>
        </p:nvSpPr>
        <p:spPr>
          <a:xfrm>
            <a:off x="975931" y="2630514"/>
            <a:ext cx="29147" cy="12423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18" name="Shape 216"/>
          <p:cNvSpPr/>
          <p:nvPr/>
        </p:nvSpPr>
        <p:spPr>
          <a:xfrm>
            <a:off x="999363" y="2628270"/>
            <a:ext cx="29146" cy="10291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19" name="Shape 217"/>
          <p:cNvSpPr/>
          <p:nvPr/>
        </p:nvSpPr>
        <p:spPr>
          <a:xfrm>
            <a:off x="1022794" y="2623862"/>
            <a:ext cx="29147" cy="8669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20" name="Shape 218"/>
          <p:cNvSpPr/>
          <p:nvPr/>
        </p:nvSpPr>
        <p:spPr>
          <a:xfrm>
            <a:off x="1046226" y="2617463"/>
            <a:ext cx="29146" cy="7569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21" name="Shape 219"/>
          <p:cNvSpPr/>
          <p:nvPr/>
        </p:nvSpPr>
        <p:spPr>
          <a:xfrm>
            <a:off x="1069658" y="2609364"/>
            <a:ext cx="29147" cy="6951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22" name="Shape 220"/>
          <p:cNvSpPr/>
          <p:nvPr/>
        </p:nvSpPr>
        <p:spPr>
          <a:xfrm>
            <a:off x="1093089" y="2600299"/>
            <a:ext cx="29146" cy="6700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23" name="Shape 221"/>
          <p:cNvSpPr/>
          <p:nvPr/>
        </p:nvSpPr>
        <p:spPr>
          <a:xfrm>
            <a:off x="1116521" y="2591047"/>
            <a:ext cx="29147" cy="6659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24" name="Shape 222"/>
          <p:cNvSpPr/>
          <p:nvPr/>
        </p:nvSpPr>
        <p:spPr>
          <a:xfrm>
            <a:off x="1139952" y="2582270"/>
            <a:ext cx="29146" cy="6700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25" name="Shape 223"/>
          <p:cNvSpPr/>
          <p:nvPr/>
        </p:nvSpPr>
        <p:spPr>
          <a:xfrm>
            <a:off x="1163384" y="2574360"/>
            <a:ext cx="29146" cy="6734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26" name="Shape 224"/>
          <p:cNvSpPr/>
          <p:nvPr/>
        </p:nvSpPr>
        <p:spPr>
          <a:xfrm>
            <a:off x="1186815" y="2567380"/>
            <a:ext cx="29147" cy="6734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27" name="Shape 225"/>
          <p:cNvSpPr/>
          <p:nvPr/>
        </p:nvSpPr>
        <p:spPr>
          <a:xfrm>
            <a:off x="1210247" y="2561297"/>
            <a:ext cx="29147" cy="6693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28" name="Shape 226"/>
          <p:cNvSpPr/>
          <p:nvPr/>
        </p:nvSpPr>
        <p:spPr>
          <a:xfrm>
            <a:off x="1233678" y="2555905"/>
            <a:ext cx="29146" cy="6632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29" name="Shape 227"/>
          <p:cNvSpPr/>
          <p:nvPr/>
        </p:nvSpPr>
        <p:spPr>
          <a:xfrm>
            <a:off x="1257110" y="2551117"/>
            <a:ext cx="29147" cy="6551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30" name="Shape 228"/>
          <p:cNvSpPr/>
          <p:nvPr/>
        </p:nvSpPr>
        <p:spPr>
          <a:xfrm>
            <a:off x="1280541" y="2546746"/>
            <a:ext cx="29147" cy="6483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31" name="Shape 229"/>
          <p:cNvSpPr/>
          <p:nvPr/>
        </p:nvSpPr>
        <p:spPr>
          <a:xfrm>
            <a:off x="1303973" y="2542792"/>
            <a:ext cx="29147" cy="6428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32" name="Shape 230"/>
          <p:cNvSpPr/>
          <p:nvPr/>
        </p:nvSpPr>
        <p:spPr>
          <a:xfrm>
            <a:off x="1327404" y="2539239"/>
            <a:ext cx="29146" cy="6401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33" name="Shape 231"/>
          <p:cNvSpPr/>
          <p:nvPr/>
        </p:nvSpPr>
        <p:spPr>
          <a:xfrm>
            <a:off x="1350836" y="2536259"/>
            <a:ext cx="29147" cy="6388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34" name="Shape 232"/>
          <p:cNvSpPr/>
          <p:nvPr/>
        </p:nvSpPr>
        <p:spPr>
          <a:xfrm>
            <a:off x="1374267" y="2534042"/>
            <a:ext cx="29147" cy="6388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35" name="Shape 233"/>
          <p:cNvSpPr/>
          <p:nvPr/>
        </p:nvSpPr>
        <p:spPr>
          <a:xfrm>
            <a:off x="1397699" y="2532831"/>
            <a:ext cx="29146" cy="6395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36" name="Shape 234"/>
          <p:cNvSpPr/>
          <p:nvPr/>
        </p:nvSpPr>
        <p:spPr>
          <a:xfrm>
            <a:off x="1421130" y="2532900"/>
            <a:ext cx="29147" cy="6401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37" name="Shape 235"/>
          <p:cNvSpPr/>
          <p:nvPr/>
        </p:nvSpPr>
        <p:spPr>
          <a:xfrm>
            <a:off x="1444562" y="2534546"/>
            <a:ext cx="29147" cy="6408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38" name="Shape 236"/>
          <p:cNvSpPr/>
          <p:nvPr/>
        </p:nvSpPr>
        <p:spPr>
          <a:xfrm>
            <a:off x="1467993" y="2538079"/>
            <a:ext cx="29146" cy="6408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39" name="Shape 237"/>
          <p:cNvSpPr/>
          <p:nvPr/>
        </p:nvSpPr>
        <p:spPr>
          <a:xfrm>
            <a:off x="1491424" y="2543673"/>
            <a:ext cx="29147" cy="6408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40" name="Shape 238"/>
          <p:cNvSpPr/>
          <p:nvPr/>
        </p:nvSpPr>
        <p:spPr>
          <a:xfrm>
            <a:off x="1514856" y="2551570"/>
            <a:ext cx="29147" cy="6408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41" name="Shape 239"/>
          <p:cNvSpPr/>
          <p:nvPr/>
        </p:nvSpPr>
        <p:spPr>
          <a:xfrm>
            <a:off x="1538288" y="2561857"/>
            <a:ext cx="29147" cy="6408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42" name="Shape 240"/>
          <p:cNvSpPr/>
          <p:nvPr/>
        </p:nvSpPr>
        <p:spPr>
          <a:xfrm>
            <a:off x="1561719" y="2574603"/>
            <a:ext cx="29147" cy="6401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43" name="Shape 241"/>
          <p:cNvSpPr/>
          <p:nvPr/>
        </p:nvSpPr>
        <p:spPr>
          <a:xfrm>
            <a:off x="1585151" y="2589703"/>
            <a:ext cx="29146" cy="6395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44" name="Shape 242"/>
          <p:cNvSpPr/>
          <p:nvPr/>
        </p:nvSpPr>
        <p:spPr>
          <a:xfrm>
            <a:off x="1608582" y="2606986"/>
            <a:ext cx="29146" cy="6388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45" name="Shape 243"/>
          <p:cNvSpPr/>
          <p:nvPr/>
        </p:nvSpPr>
        <p:spPr>
          <a:xfrm>
            <a:off x="1632013" y="2626106"/>
            <a:ext cx="29147" cy="6388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46" name="Shape 244"/>
          <p:cNvSpPr/>
          <p:nvPr/>
        </p:nvSpPr>
        <p:spPr>
          <a:xfrm>
            <a:off x="1655445" y="2646646"/>
            <a:ext cx="29146" cy="6401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47" name="Shape 245"/>
          <p:cNvSpPr/>
          <p:nvPr/>
        </p:nvSpPr>
        <p:spPr>
          <a:xfrm>
            <a:off x="1678877" y="2668089"/>
            <a:ext cx="29147" cy="6428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48" name="Shape 246"/>
          <p:cNvSpPr/>
          <p:nvPr/>
        </p:nvSpPr>
        <p:spPr>
          <a:xfrm>
            <a:off x="1702308" y="2689846"/>
            <a:ext cx="29147" cy="6483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49" name="Shape 247"/>
          <p:cNvSpPr/>
          <p:nvPr/>
        </p:nvSpPr>
        <p:spPr>
          <a:xfrm>
            <a:off x="1725740" y="2711345"/>
            <a:ext cx="29146" cy="6551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50" name="Shape 248"/>
          <p:cNvSpPr/>
          <p:nvPr/>
        </p:nvSpPr>
        <p:spPr>
          <a:xfrm>
            <a:off x="1749171" y="2732014"/>
            <a:ext cx="29147" cy="6632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51" name="Shape 249"/>
          <p:cNvSpPr/>
          <p:nvPr/>
        </p:nvSpPr>
        <p:spPr>
          <a:xfrm>
            <a:off x="1772603" y="2751416"/>
            <a:ext cx="29147" cy="6693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52" name="Shape 250"/>
          <p:cNvSpPr/>
          <p:nvPr/>
        </p:nvSpPr>
        <p:spPr>
          <a:xfrm>
            <a:off x="1796034" y="2769016"/>
            <a:ext cx="29146" cy="6734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53" name="Shape 251"/>
          <p:cNvSpPr/>
          <p:nvPr/>
        </p:nvSpPr>
        <p:spPr>
          <a:xfrm>
            <a:off x="1819465" y="2784463"/>
            <a:ext cx="29147" cy="6727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54" name="Shape 252"/>
          <p:cNvSpPr/>
          <p:nvPr/>
        </p:nvSpPr>
        <p:spPr>
          <a:xfrm>
            <a:off x="1842897" y="2797310"/>
            <a:ext cx="29146" cy="6693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55" name="Shape 253"/>
          <p:cNvSpPr/>
          <p:nvPr/>
        </p:nvSpPr>
        <p:spPr>
          <a:xfrm>
            <a:off x="1866329" y="2807194"/>
            <a:ext cx="29147" cy="6653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56" name="Shape 254"/>
          <p:cNvSpPr/>
          <p:nvPr/>
        </p:nvSpPr>
        <p:spPr>
          <a:xfrm>
            <a:off x="1889760" y="2813537"/>
            <a:ext cx="29147" cy="6693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57" name="Shape 255"/>
          <p:cNvSpPr/>
          <p:nvPr/>
        </p:nvSpPr>
        <p:spPr>
          <a:xfrm>
            <a:off x="1913192" y="2815676"/>
            <a:ext cx="29146" cy="6951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58" name="Shape 256"/>
          <p:cNvSpPr/>
          <p:nvPr/>
        </p:nvSpPr>
        <p:spPr>
          <a:xfrm>
            <a:off x="1936623" y="2813037"/>
            <a:ext cx="29147" cy="7569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59" name="Shape 257"/>
          <p:cNvSpPr/>
          <p:nvPr/>
        </p:nvSpPr>
        <p:spPr>
          <a:xfrm>
            <a:off x="1960055" y="2805269"/>
            <a:ext cx="29147" cy="8662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60" name="Shape 258"/>
          <p:cNvSpPr/>
          <p:nvPr/>
        </p:nvSpPr>
        <p:spPr>
          <a:xfrm>
            <a:off x="1983486" y="2792531"/>
            <a:ext cx="29146" cy="10271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61" name="Shape 259"/>
          <p:cNvSpPr/>
          <p:nvPr/>
        </p:nvSpPr>
        <p:spPr>
          <a:xfrm>
            <a:off x="2006918" y="2775443"/>
            <a:ext cx="29147" cy="12355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62" name="Shape 260"/>
          <p:cNvSpPr/>
          <p:nvPr/>
        </p:nvSpPr>
        <p:spPr>
          <a:xfrm>
            <a:off x="2030349" y="2754778"/>
            <a:ext cx="29147" cy="14853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63" name="Shape 261"/>
          <p:cNvSpPr/>
          <p:nvPr/>
        </p:nvSpPr>
        <p:spPr>
          <a:xfrm>
            <a:off x="2053781" y="2731547"/>
            <a:ext cx="29146" cy="17671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64" name="Shape 262"/>
          <p:cNvSpPr/>
          <p:nvPr/>
        </p:nvSpPr>
        <p:spPr>
          <a:xfrm>
            <a:off x="2077212" y="2706626"/>
            <a:ext cx="29147" cy="20726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65" name="Shape 263"/>
          <p:cNvSpPr/>
          <p:nvPr/>
        </p:nvSpPr>
        <p:spPr>
          <a:xfrm>
            <a:off x="2100644" y="2680907"/>
            <a:ext cx="29146" cy="23937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66" name="Shape 264"/>
          <p:cNvSpPr/>
          <p:nvPr/>
        </p:nvSpPr>
        <p:spPr>
          <a:xfrm>
            <a:off x="2124075" y="2655333"/>
            <a:ext cx="29147" cy="27209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67" name="Shape 265"/>
          <p:cNvSpPr/>
          <p:nvPr/>
        </p:nvSpPr>
        <p:spPr>
          <a:xfrm>
            <a:off x="2147507" y="2630641"/>
            <a:ext cx="29147" cy="30467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68" name="Shape 266"/>
          <p:cNvSpPr/>
          <p:nvPr/>
        </p:nvSpPr>
        <p:spPr>
          <a:xfrm>
            <a:off x="2170938" y="2607583"/>
            <a:ext cx="29146" cy="33617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69" name="Shape 267"/>
          <p:cNvSpPr/>
          <p:nvPr/>
        </p:nvSpPr>
        <p:spPr>
          <a:xfrm>
            <a:off x="2194370" y="2586723"/>
            <a:ext cx="29147" cy="3658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70" name="Shape 268"/>
          <p:cNvSpPr/>
          <p:nvPr/>
        </p:nvSpPr>
        <p:spPr>
          <a:xfrm>
            <a:off x="2217801" y="2568590"/>
            <a:ext cx="29147" cy="39293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71" name="Shape 269"/>
          <p:cNvSpPr/>
          <p:nvPr/>
        </p:nvSpPr>
        <p:spPr>
          <a:xfrm>
            <a:off x="2241233" y="2553523"/>
            <a:ext cx="29146" cy="41669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72" name="Shape 270"/>
          <p:cNvSpPr/>
          <p:nvPr/>
        </p:nvSpPr>
        <p:spPr>
          <a:xfrm>
            <a:off x="2264664" y="2541724"/>
            <a:ext cx="29147" cy="43658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73" name="Shape 271"/>
          <p:cNvSpPr/>
          <p:nvPr/>
        </p:nvSpPr>
        <p:spPr>
          <a:xfrm>
            <a:off x="2288096" y="2533310"/>
            <a:ext cx="29146" cy="45206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74" name="Shape 272"/>
          <p:cNvSpPr/>
          <p:nvPr/>
        </p:nvSpPr>
        <p:spPr>
          <a:xfrm>
            <a:off x="2311527" y="2528223"/>
            <a:ext cx="29147" cy="46272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75" name="Shape 273"/>
          <p:cNvSpPr/>
          <p:nvPr/>
        </p:nvSpPr>
        <p:spPr>
          <a:xfrm>
            <a:off x="2334959" y="2526289"/>
            <a:ext cx="29146" cy="46835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76" name="Shape 274"/>
          <p:cNvSpPr/>
          <p:nvPr/>
        </p:nvSpPr>
        <p:spPr>
          <a:xfrm>
            <a:off x="2358390" y="2527280"/>
            <a:ext cx="29147" cy="46869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77" name="Shape 275"/>
          <p:cNvSpPr/>
          <p:nvPr/>
        </p:nvSpPr>
        <p:spPr>
          <a:xfrm>
            <a:off x="2381822" y="2530746"/>
            <a:ext cx="29147" cy="46387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78" name="Shape 276"/>
          <p:cNvSpPr/>
          <p:nvPr/>
        </p:nvSpPr>
        <p:spPr>
          <a:xfrm>
            <a:off x="2405253" y="2536376"/>
            <a:ext cx="29146" cy="45382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79" name="Shape 277"/>
          <p:cNvSpPr/>
          <p:nvPr/>
        </p:nvSpPr>
        <p:spPr>
          <a:xfrm>
            <a:off x="2428685" y="2543567"/>
            <a:ext cx="29147" cy="43895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80" name="Shape 278"/>
          <p:cNvSpPr/>
          <p:nvPr/>
        </p:nvSpPr>
        <p:spPr>
          <a:xfrm>
            <a:off x="2452116" y="2551855"/>
            <a:ext cx="29146" cy="4195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81" name="Shape 279"/>
          <p:cNvSpPr/>
          <p:nvPr/>
        </p:nvSpPr>
        <p:spPr>
          <a:xfrm>
            <a:off x="2475548" y="2560690"/>
            <a:ext cx="29147" cy="39605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82" name="Shape 280"/>
          <p:cNvSpPr/>
          <p:nvPr/>
        </p:nvSpPr>
        <p:spPr>
          <a:xfrm>
            <a:off x="2498979" y="2569542"/>
            <a:ext cx="29147" cy="36910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83" name="Shape 281"/>
          <p:cNvSpPr/>
          <p:nvPr/>
        </p:nvSpPr>
        <p:spPr>
          <a:xfrm>
            <a:off x="2522411" y="2577897"/>
            <a:ext cx="29146" cy="33936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84" name="Shape 282"/>
          <p:cNvSpPr/>
          <p:nvPr/>
        </p:nvSpPr>
        <p:spPr>
          <a:xfrm>
            <a:off x="2545842" y="2585298"/>
            <a:ext cx="29147" cy="30766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85" name="Shape 283"/>
          <p:cNvSpPr/>
          <p:nvPr/>
        </p:nvSpPr>
        <p:spPr>
          <a:xfrm>
            <a:off x="2569274" y="2591369"/>
            <a:ext cx="29146" cy="27474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86" name="Shape 284"/>
          <p:cNvSpPr/>
          <p:nvPr/>
        </p:nvSpPr>
        <p:spPr>
          <a:xfrm>
            <a:off x="2592705" y="2595775"/>
            <a:ext cx="29146" cy="24147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87" name="Shape 285"/>
          <p:cNvSpPr/>
          <p:nvPr/>
        </p:nvSpPr>
        <p:spPr>
          <a:xfrm>
            <a:off x="2616137" y="2598214"/>
            <a:ext cx="29147" cy="20888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88" name="Shape 286"/>
          <p:cNvSpPr/>
          <p:nvPr/>
        </p:nvSpPr>
        <p:spPr>
          <a:xfrm>
            <a:off x="2639568" y="2598538"/>
            <a:ext cx="29146" cy="17786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89" name="Shape 287"/>
          <p:cNvSpPr/>
          <p:nvPr/>
        </p:nvSpPr>
        <p:spPr>
          <a:xfrm>
            <a:off x="2663000" y="2596654"/>
            <a:ext cx="29146" cy="14935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90" name="Shape 288"/>
          <p:cNvSpPr/>
          <p:nvPr/>
        </p:nvSpPr>
        <p:spPr>
          <a:xfrm>
            <a:off x="2686431" y="2592451"/>
            <a:ext cx="29147" cy="12443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91" name="Shape 289"/>
          <p:cNvSpPr/>
          <p:nvPr/>
        </p:nvSpPr>
        <p:spPr>
          <a:xfrm>
            <a:off x="2709863" y="2585990"/>
            <a:ext cx="29147" cy="10400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92" name="Shape 290"/>
          <p:cNvSpPr/>
          <p:nvPr/>
        </p:nvSpPr>
        <p:spPr>
          <a:xfrm>
            <a:off x="2733294" y="2577436"/>
            <a:ext cx="29146" cy="8879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93" name="Shape 291"/>
          <p:cNvSpPr/>
          <p:nvPr/>
        </p:nvSpPr>
        <p:spPr>
          <a:xfrm>
            <a:off x="2756726" y="2567206"/>
            <a:ext cx="29146" cy="7908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94" name="Shape 292"/>
          <p:cNvSpPr/>
          <p:nvPr/>
        </p:nvSpPr>
        <p:spPr>
          <a:xfrm>
            <a:off x="2780157" y="2556193"/>
            <a:ext cx="29147" cy="7413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95" name="Shape 293"/>
          <p:cNvSpPr/>
          <p:nvPr/>
        </p:nvSpPr>
        <p:spPr>
          <a:xfrm>
            <a:off x="2803589" y="2545629"/>
            <a:ext cx="29146" cy="7250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96" name="Shape 294"/>
          <p:cNvSpPr/>
          <p:nvPr/>
        </p:nvSpPr>
        <p:spPr>
          <a:xfrm>
            <a:off x="2827020" y="2536763"/>
            <a:ext cx="29146" cy="7257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97" name="Shape 295"/>
          <p:cNvSpPr/>
          <p:nvPr/>
        </p:nvSpPr>
        <p:spPr>
          <a:xfrm>
            <a:off x="2850452" y="2530603"/>
            <a:ext cx="29147" cy="7311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98" name="Shape 296"/>
          <p:cNvSpPr/>
          <p:nvPr/>
        </p:nvSpPr>
        <p:spPr>
          <a:xfrm>
            <a:off x="2873883" y="2527733"/>
            <a:ext cx="29146" cy="7352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299" name="Shape 297"/>
          <p:cNvSpPr/>
          <p:nvPr/>
        </p:nvSpPr>
        <p:spPr>
          <a:xfrm>
            <a:off x="2897315" y="2528393"/>
            <a:ext cx="29146" cy="7372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300" name="Shape 298"/>
          <p:cNvSpPr/>
          <p:nvPr/>
        </p:nvSpPr>
        <p:spPr>
          <a:xfrm>
            <a:off x="2920746" y="2532517"/>
            <a:ext cx="29147" cy="7392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301" name="Shape 299"/>
          <p:cNvSpPr/>
          <p:nvPr/>
        </p:nvSpPr>
        <p:spPr>
          <a:xfrm>
            <a:off x="2944178" y="2540036"/>
            <a:ext cx="29146" cy="7426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302" name="Shape 300"/>
          <p:cNvSpPr/>
          <p:nvPr/>
        </p:nvSpPr>
        <p:spPr>
          <a:xfrm>
            <a:off x="2967609" y="2550710"/>
            <a:ext cx="29146" cy="7488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303" name="Shape 301"/>
          <p:cNvSpPr/>
          <p:nvPr/>
        </p:nvSpPr>
        <p:spPr>
          <a:xfrm>
            <a:off x="2991041" y="2564296"/>
            <a:ext cx="29147" cy="7569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304" name="Shape 302"/>
          <p:cNvSpPr/>
          <p:nvPr/>
        </p:nvSpPr>
        <p:spPr>
          <a:xfrm>
            <a:off x="3014472" y="2580566"/>
            <a:ext cx="29146" cy="7650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305" name="Shape 303"/>
          <p:cNvSpPr/>
          <p:nvPr/>
        </p:nvSpPr>
        <p:spPr>
          <a:xfrm>
            <a:off x="3037904" y="2599155"/>
            <a:ext cx="29146" cy="7712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306" name="Shape 304"/>
          <p:cNvSpPr/>
          <p:nvPr/>
        </p:nvSpPr>
        <p:spPr>
          <a:xfrm>
            <a:off x="3061335" y="2619713"/>
            <a:ext cx="29147" cy="7725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307" name="Shape 305"/>
          <p:cNvSpPr/>
          <p:nvPr/>
        </p:nvSpPr>
        <p:spPr>
          <a:xfrm>
            <a:off x="3084767" y="2641652"/>
            <a:ext cx="29146" cy="7691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308" name="Shape 306"/>
          <p:cNvSpPr/>
          <p:nvPr/>
        </p:nvSpPr>
        <p:spPr>
          <a:xfrm>
            <a:off x="3108198" y="2664180"/>
            <a:ext cx="29146" cy="766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309" name="Shape 307"/>
          <p:cNvSpPr/>
          <p:nvPr/>
        </p:nvSpPr>
        <p:spPr>
          <a:xfrm>
            <a:off x="3131629" y="2686080"/>
            <a:ext cx="29147" cy="7766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310" name="Shape 308"/>
          <p:cNvSpPr/>
          <p:nvPr/>
        </p:nvSpPr>
        <p:spPr>
          <a:xfrm>
            <a:off x="3155061" y="2705985"/>
            <a:ext cx="29146" cy="8160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311" name="Shape 309"/>
          <p:cNvSpPr/>
          <p:nvPr/>
        </p:nvSpPr>
        <p:spPr>
          <a:xfrm>
            <a:off x="3178493" y="2722542"/>
            <a:ext cx="29146" cy="9022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312" name="Shape 310"/>
          <p:cNvSpPr/>
          <p:nvPr/>
        </p:nvSpPr>
        <p:spPr>
          <a:xfrm>
            <a:off x="3201924" y="2734708"/>
            <a:ext cx="29147" cy="10461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313" name="Shape 311"/>
          <p:cNvSpPr/>
          <p:nvPr/>
        </p:nvSpPr>
        <p:spPr>
          <a:xfrm>
            <a:off x="3225356" y="2742101"/>
            <a:ext cx="29147" cy="1248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314" name="Shape 312"/>
          <p:cNvSpPr/>
          <p:nvPr/>
        </p:nvSpPr>
        <p:spPr>
          <a:xfrm>
            <a:off x="3248787" y="2744750"/>
            <a:ext cx="29146" cy="15023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315" name="Shape 313"/>
          <p:cNvSpPr/>
          <p:nvPr/>
        </p:nvSpPr>
        <p:spPr>
          <a:xfrm>
            <a:off x="3272218" y="2742939"/>
            <a:ext cx="29147" cy="17976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316" name="Shape 314"/>
          <p:cNvSpPr/>
          <p:nvPr/>
        </p:nvSpPr>
        <p:spPr>
          <a:xfrm flipV="1">
            <a:off x="952500" y="2693653"/>
            <a:ext cx="23431" cy="304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17" name="Shape 315"/>
          <p:cNvSpPr/>
          <p:nvPr/>
        </p:nvSpPr>
        <p:spPr>
          <a:xfrm flipV="1">
            <a:off x="975931" y="2664593"/>
            <a:ext cx="23432" cy="2906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18" name="Shape 316"/>
          <p:cNvSpPr/>
          <p:nvPr/>
        </p:nvSpPr>
        <p:spPr>
          <a:xfrm flipV="1">
            <a:off x="999363" y="2638269"/>
            <a:ext cx="23431" cy="2632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19" name="Shape 317"/>
          <p:cNvSpPr/>
          <p:nvPr/>
        </p:nvSpPr>
        <p:spPr>
          <a:xfrm flipV="1">
            <a:off x="1022794" y="2615756"/>
            <a:ext cx="23432" cy="2251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20" name="Shape 318"/>
          <p:cNvSpPr/>
          <p:nvPr/>
        </p:nvSpPr>
        <p:spPr>
          <a:xfrm flipV="1">
            <a:off x="1046226" y="2597831"/>
            <a:ext cx="23431" cy="1792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21" name="Shape 319"/>
          <p:cNvSpPr/>
          <p:nvPr/>
        </p:nvSpPr>
        <p:spPr>
          <a:xfrm flipV="1">
            <a:off x="1069658" y="2584860"/>
            <a:ext cx="23432" cy="1297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22" name="Shape 320"/>
          <p:cNvSpPr/>
          <p:nvPr/>
        </p:nvSpPr>
        <p:spPr>
          <a:xfrm flipV="1">
            <a:off x="1093089" y="2576824"/>
            <a:ext cx="23431" cy="803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23" name="Shape 321"/>
          <p:cNvSpPr/>
          <p:nvPr/>
        </p:nvSpPr>
        <p:spPr>
          <a:xfrm flipV="1">
            <a:off x="1116521" y="2573326"/>
            <a:ext cx="23432" cy="349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24" name="Shape 322"/>
          <p:cNvSpPr/>
          <p:nvPr/>
        </p:nvSpPr>
        <p:spPr>
          <a:xfrm>
            <a:off x="1139952" y="2573326"/>
            <a:ext cx="23431" cy="26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25" name="Shape 323"/>
          <p:cNvSpPr/>
          <p:nvPr/>
        </p:nvSpPr>
        <p:spPr>
          <a:xfrm>
            <a:off x="1163384" y="2573586"/>
            <a:ext cx="23431" cy="303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26" name="Shape 324"/>
          <p:cNvSpPr/>
          <p:nvPr/>
        </p:nvSpPr>
        <p:spPr>
          <a:xfrm>
            <a:off x="1186815" y="2576616"/>
            <a:ext cx="23432" cy="46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27" name="Shape 325"/>
          <p:cNvSpPr/>
          <p:nvPr/>
        </p:nvSpPr>
        <p:spPr>
          <a:xfrm>
            <a:off x="1210247" y="2581292"/>
            <a:ext cx="23432" cy="510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28" name="Shape 326"/>
          <p:cNvSpPr/>
          <p:nvPr/>
        </p:nvSpPr>
        <p:spPr>
          <a:xfrm>
            <a:off x="1233678" y="2586401"/>
            <a:ext cx="23431" cy="448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29" name="Shape 327"/>
          <p:cNvSpPr/>
          <p:nvPr/>
        </p:nvSpPr>
        <p:spPr>
          <a:xfrm>
            <a:off x="1257110" y="2590887"/>
            <a:ext cx="23432" cy="292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30" name="Shape 328"/>
          <p:cNvSpPr/>
          <p:nvPr/>
        </p:nvSpPr>
        <p:spPr>
          <a:xfrm>
            <a:off x="1280541" y="2593813"/>
            <a:ext cx="23432" cy="7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31" name="Shape 329"/>
          <p:cNvSpPr/>
          <p:nvPr/>
        </p:nvSpPr>
        <p:spPr>
          <a:xfrm flipV="1">
            <a:off x="1303973" y="2593017"/>
            <a:ext cx="23432" cy="159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32" name="Shape 330"/>
          <p:cNvSpPr/>
          <p:nvPr/>
        </p:nvSpPr>
        <p:spPr>
          <a:xfrm flipV="1">
            <a:off x="1327404" y="2589155"/>
            <a:ext cx="23431" cy="386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33" name="Shape 331"/>
          <p:cNvSpPr/>
          <p:nvPr/>
        </p:nvSpPr>
        <p:spPr>
          <a:xfrm flipV="1">
            <a:off x="1350836" y="2583492"/>
            <a:ext cx="23432" cy="566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34" name="Shape 332"/>
          <p:cNvSpPr/>
          <p:nvPr/>
        </p:nvSpPr>
        <p:spPr>
          <a:xfrm flipV="1">
            <a:off x="1374267" y="2576859"/>
            <a:ext cx="23432" cy="663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35" name="Shape 333"/>
          <p:cNvSpPr/>
          <p:nvPr/>
        </p:nvSpPr>
        <p:spPr>
          <a:xfrm flipV="1">
            <a:off x="1397699" y="2570278"/>
            <a:ext cx="23431" cy="658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36" name="Shape 334"/>
          <p:cNvSpPr/>
          <p:nvPr/>
        </p:nvSpPr>
        <p:spPr>
          <a:xfrm flipV="1">
            <a:off x="1421130" y="2564927"/>
            <a:ext cx="23432" cy="535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37" name="Shape 335"/>
          <p:cNvSpPr/>
          <p:nvPr/>
        </p:nvSpPr>
        <p:spPr>
          <a:xfrm flipV="1">
            <a:off x="1444562" y="2562000"/>
            <a:ext cx="23432" cy="292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38" name="Shape 336"/>
          <p:cNvSpPr/>
          <p:nvPr/>
        </p:nvSpPr>
        <p:spPr>
          <a:xfrm>
            <a:off x="1467993" y="2562000"/>
            <a:ext cx="23431" cy="57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39" name="Shape 337"/>
          <p:cNvSpPr/>
          <p:nvPr/>
        </p:nvSpPr>
        <p:spPr>
          <a:xfrm>
            <a:off x="1491424" y="2562571"/>
            <a:ext cx="23432" cy="497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40" name="Shape 338"/>
          <p:cNvSpPr/>
          <p:nvPr/>
        </p:nvSpPr>
        <p:spPr>
          <a:xfrm>
            <a:off x="1514856" y="2567542"/>
            <a:ext cx="23432" cy="990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41" name="Shape 339"/>
          <p:cNvSpPr/>
          <p:nvPr/>
        </p:nvSpPr>
        <p:spPr>
          <a:xfrm>
            <a:off x="1538288" y="2577448"/>
            <a:ext cx="23432" cy="150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42" name="Shape 340"/>
          <p:cNvSpPr/>
          <p:nvPr/>
        </p:nvSpPr>
        <p:spPr>
          <a:xfrm>
            <a:off x="1561719" y="2592497"/>
            <a:ext cx="23432" cy="1998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43" name="Shape 341"/>
          <p:cNvSpPr/>
          <p:nvPr/>
        </p:nvSpPr>
        <p:spPr>
          <a:xfrm>
            <a:off x="1585151" y="2612482"/>
            <a:ext cx="23431" cy="2431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44" name="Shape 342"/>
          <p:cNvSpPr/>
          <p:nvPr/>
        </p:nvSpPr>
        <p:spPr>
          <a:xfrm>
            <a:off x="1608582" y="2636797"/>
            <a:ext cx="23431" cy="276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45" name="Shape 343"/>
          <p:cNvSpPr/>
          <p:nvPr/>
        </p:nvSpPr>
        <p:spPr>
          <a:xfrm>
            <a:off x="1632013" y="2664472"/>
            <a:ext cx="23432" cy="2985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46" name="Shape 344"/>
          <p:cNvSpPr/>
          <p:nvPr/>
        </p:nvSpPr>
        <p:spPr>
          <a:xfrm>
            <a:off x="1655445" y="2694328"/>
            <a:ext cx="23431" cy="3060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47" name="Shape 345"/>
          <p:cNvSpPr/>
          <p:nvPr/>
        </p:nvSpPr>
        <p:spPr>
          <a:xfrm>
            <a:off x="1678877" y="2724929"/>
            <a:ext cx="23432" cy="2990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48" name="Shape 346"/>
          <p:cNvSpPr/>
          <p:nvPr/>
        </p:nvSpPr>
        <p:spPr>
          <a:xfrm>
            <a:off x="1702308" y="2754838"/>
            <a:ext cx="23432" cy="278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49" name="Shape 347"/>
          <p:cNvSpPr/>
          <p:nvPr/>
        </p:nvSpPr>
        <p:spPr>
          <a:xfrm>
            <a:off x="1725740" y="2782685"/>
            <a:ext cx="23431" cy="2459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50" name="Shape 348"/>
          <p:cNvSpPr/>
          <p:nvPr/>
        </p:nvSpPr>
        <p:spPr>
          <a:xfrm>
            <a:off x="1749171" y="2807277"/>
            <a:ext cx="23432" cy="2045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51" name="Shape 349"/>
          <p:cNvSpPr/>
          <p:nvPr/>
        </p:nvSpPr>
        <p:spPr>
          <a:xfrm>
            <a:off x="1772603" y="2827730"/>
            <a:ext cx="23432" cy="1576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52" name="Shape 350"/>
          <p:cNvSpPr/>
          <p:nvPr/>
        </p:nvSpPr>
        <p:spPr>
          <a:xfrm>
            <a:off x="1796034" y="2843490"/>
            <a:ext cx="23431" cy="1092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53" name="Shape 351"/>
          <p:cNvSpPr/>
          <p:nvPr/>
        </p:nvSpPr>
        <p:spPr>
          <a:xfrm>
            <a:off x="1819465" y="2854417"/>
            <a:ext cx="23432" cy="633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54" name="Shape 352"/>
          <p:cNvSpPr/>
          <p:nvPr/>
        </p:nvSpPr>
        <p:spPr>
          <a:xfrm>
            <a:off x="1842897" y="2860756"/>
            <a:ext cx="23431" cy="235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55" name="Shape 353"/>
          <p:cNvSpPr/>
          <p:nvPr/>
        </p:nvSpPr>
        <p:spPr>
          <a:xfrm flipV="1">
            <a:off x="1866329" y="2862384"/>
            <a:ext cx="23432" cy="72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56" name="Shape 354"/>
          <p:cNvSpPr/>
          <p:nvPr/>
        </p:nvSpPr>
        <p:spPr>
          <a:xfrm flipV="1">
            <a:off x="1889760" y="2859665"/>
            <a:ext cx="23432" cy="27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57" name="Shape 355"/>
          <p:cNvSpPr/>
          <p:nvPr/>
        </p:nvSpPr>
        <p:spPr>
          <a:xfrm flipV="1">
            <a:off x="1913192" y="2856115"/>
            <a:ext cx="23431" cy="355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58" name="Shape 356"/>
          <p:cNvSpPr/>
          <p:nvPr/>
        </p:nvSpPr>
        <p:spPr>
          <a:xfrm flipV="1">
            <a:off x="1936623" y="2852876"/>
            <a:ext cx="23432" cy="323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59" name="Shape 357"/>
          <p:cNvSpPr/>
          <p:nvPr/>
        </p:nvSpPr>
        <p:spPr>
          <a:xfrm flipV="1">
            <a:off x="1960055" y="2850902"/>
            <a:ext cx="23432" cy="19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60" name="Shape 358"/>
          <p:cNvSpPr/>
          <p:nvPr/>
        </p:nvSpPr>
        <p:spPr>
          <a:xfrm>
            <a:off x="1983486" y="2850902"/>
            <a:ext cx="23431" cy="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61" name="Shape 359"/>
          <p:cNvSpPr/>
          <p:nvPr/>
        </p:nvSpPr>
        <p:spPr>
          <a:xfrm>
            <a:off x="2006918" y="2850902"/>
            <a:ext cx="23432" cy="23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62" name="Shape 360"/>
          <p:cNvSpPr/>
          <p:nvPr/>
        </p:nvSpPr>
        <p:spPr>
          <a:xfrm>
            <a:off x="2030349" y="2853274"/>
            <a:ext cx="23432" cy="474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63" name="Shape 361"/>
          <p:cNvSpPr/>
          <p:nvPr/>
        </p:nvSpPr>
        <p:spPr>
          <a:xfrm>
            <a:off x="2053781" y="2858020"/>
            <a:ext cx="23431" cy="675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64" name="Shape 362"/>
          <p:cNvSpPr/>
          <p:nvPr/>
        </p:nvSpPr>
        <p:spPr>
          <a:xfrm>
            <a:off x="2077212" y="2864774"/>
            <a:ext cx="23432" cy="808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65" name="Shape 363"/>
          <p:cNvSpPr/>
          <p:nvPr/>
        </p:nvSpPr>
        <p:spPr>
          <a:xfrm>
            <a:off x="2100644" y="2872861"/>
            <a:ext cx="23431" cy="841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66" name="Shape 364"/>
          <p:cNvSpPr/>
          <p:nvPr/>
        </p:nvSpPr>
        <p:spPr>
          <a:xfrm>
            <a:off x="2124075" y="2881278"/>
            <a:ext cx="23432" cy="762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67" name="Shape 365"/>
          <p:cNvSpPr/>
          <p:nvPr/>
        </p:nvSpPr>
        <p:spPr>
          <a:xfrm>
            <a:off x="2147507" y="2888898"/>
            <a:ext cx="23432" cy="559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68" name="Shape 366"/>
          <p:cNvSpPr/>
          <p:nvPr/>
        </p:nvSpPr>
        <p:spPr>
          <a:xfrm>
            <a:off x="2170938" y="2894492"/>
            <a:ext cx="23431" cy="240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69" name="Shape 367"/>
          <p:cNvSpPr/>
          <p:nvPr/>
        </p:nvSpPr>
        <p:spPr>
          <a:xfrm flipV="1">
            <a:off x="2194370" y="2895150"/>
            <a:ext cx="23432" cy="17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70" name="Shape 368"/>
          <p:cNvSpPr/>
          <p:nvPr/>
        </p:nvSpPr>
        <p:spPr>
          <a:xfrm flipV="1">
            <a:off x="2217801" y="2888500"/>
            <a:ext cx="23432" cy="665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71" name="Shape 369"/>
          <p:cNvSpPr/>
          <p:nvPr/>
        </p:nvSpPr>
        <p:spPr>
          <a:xfrm flipV="1">
            <a:off x="2241233" y="2876619"/>
            <a:ext cx="23431" cy="1188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72" name="Shape 370"/>
          <p:cNvSpPr/>
          <p:nvPr/>
        </p:nvSpPr>
        <p:spPr>
          <a:xfrm flipV="1">
            <a:off x="2264664" y="2859544"/>
            <a:ext cx="23432" cy="170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73" name="Shape 371"/>
          <p:cNvSpPr/>
          <p:nvPr/>
        </p:nvSpPr>
        <p:spPr>
          <a:xfrm flipV="1">
            <a:off x="2288096" y="2837688"/>
            <a:ext cx="23431" cy="218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74" name="Shape 372"/>
          <p:cNvSpPr/>
          <p:nvPr/>
        </p:nvSpPr>
        <p:spPr>
          <a:xfrm flipV="1">
            <a:off x="2311527" y="2811884"/>
            <a:ext cx="23432" cy="2580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75" name="Shape 373"/>
          <p:cNvSpPr/>
          <p:nvPr/>
        </p:nvSpPr>
        <p:spPr>
          <a:xfrm flipV="1">
            <a:off x="2334959" y="2783240"/>
            <a:ext cx="23431" cy="2864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76" name="Shape 374"/>
          <p:cNvSpPr/>
          <p:nvPr/>
        </p:nvSpPr>
        <p:spPr>
          <a:xfrm flipV="1">
            <a:off x="2358390" y="2753089"/>
            <a:ext cx="23432" cy="3015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77" name="Shape 375"/>
          <p:cNvSpPr/>
          <p:nvPr/>
        </p:nvSpPr>
        <p:spPr>
          <a:xfrm flipV="1">
            <a:off x="2381822" y="2722868"/>
            <a:ext cx="23432" cy="3022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78" name="Shape 376"/>
          <p:cNvSpPr/>
          <p:nvPr/>
        </p:nvSpPr>
        <p:spPr>
          <a:xfrm flipV="1">
            <a:off x="2405253" y="2693999"/>
            <a:ext cx="23431" cy="2886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79" name="Shape 377"/>
          <p:cNvSpPr/>
          <p:nvPr/>
        </p:nvSpPr>
        <p:spPr>
          <a:xfrm flipV="1">
            <a:off x="2428685" y="2667762"/>
            <a:ext cx="23432" cy="2623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80" name="Shape 378"/>
          <p:cNvSpPr/>
          <p:nvPr/>
        </p:nvSpPr>
        <p:spPr>
          <a:xfrm flipV="1">
            <a:off x="2452116" y="2645179"/>
            <a:ext cx="23431" cy="2258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81" name="Shape 379"/>
          <p:cNvSpPr/>
          <p:nvPr/>
        </p:nvSpPr>
        <p:spPr>
          <a:xfrm flipV="1">
            <a:off x="2475548" y="2626943"/>
            <a:ext cx="23432" cy="1823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82" name="Shape 380"/>
          <p:cNvSpPr/>
          <p:nvPr/>
        </p:nvSpPr>
        <p:spPr>
          <a:xfrm flipV="1">
            <a:off x="2498979" y="2613366"/>
            <a:ext cx="23432" cy="1357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83" name="Shape 381"/>
          <p:cNvSpPr/>
          <p:nvPr/>
        </p:nvSpPr>
        <p:spPr>
          <a:xfrm flipV="1">
            <a:off x="2522411" y="2604360"/>
            <a:ext cx="23431" cy="900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84" name="Shape 382"/>
          <p:cNvSpPr/>
          <p:nvPr/>
        </p:nvSpPr>
        <p:spPr>
          <a:xfrm flipV="1">
            <a:off x="2545842" y="2599494"/>
            <a:ext cx="23432" cy="486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85" name="Shape 383"/>
          <p:cNvSpPr/>
          <p:nvPr/>
        </p:nvSpPr>
        <p:spPr>
          <a:xfrm flipV="1">
            <a:off x="2569274" y="2597952"/>
            <a:ext cx="23431" cy="154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86" name="Shape 384"/>
          <p:cNvSpPr/>
          <p:nvPr/>
        </p:nvSpPr>
        <p:spPr>
          <a:xfrm>
            <a:off x="2592705" y="2597952"/>
            <a:ext cx="23431" cy="76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87" name="Shape 385"/>
          <p:cNvSpPr/>
          <p:nvPr/>
        </p:nvSpPr>
        <p:spPr>
          <a:xfrm>
            <a:off x="2616137" y="2598714"/>
            <a:ext cx="23432" cy="19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88" name="Shape 386"/>
          <p:cNvSpPr/>
          <p:nvPr/>
        </p:nvSpPr>
        <p:spPr>
          <a:xfrm>
            <a:off x="2639568" y="2600689"/>
            <a:ext cx="23431" cy="199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89" name="Shape 387"/>
          <p:cNvSpPr/>
          <p:nvPr/>
        </p:nvSpPr>
        <p:spPr>
          <a:xfrm>
            <a:off x="2663000" y="2602680"/>
            <a:ext cx="23431" cy="102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90" name="Shape 388"/>
          <p:cNvSpPr/>
          <p:nvPr/>
        </p:nvSpPr>
        <p:spPr>
          <a:xfrm flipV="1">
            <a:off x="2686431" y="2602905"/>
            <a:ext cx="23432" cy="7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91" name="Shape 389"/>
          <p:cNvSpPr/>
          <p:nvPr/>
        </p:nvSpPr>
        <p:spPr>
          <a:xfrm flipV="1">
            <a:off x="2709863" y="2599823"/>
            <a:ext cx="23432" cy="308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92" name="Shape 390"/>
          <p:cNvSpPr/>
          <p:nvPr/>
        </p:nvSpPr>
        <p:spPr>
          <a:xfrm flipV="1">
            <a:off x="2733294" y="2594281"/>
            <a:ext cx="23431" cy="554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93" name="Shape 391"/>
          <p:cNvSpPr/>
          <p:nvPr/>
        </p:nvSpPr>
        <p:spPr>
          <a:xfrm flipV="1">
            <a:off x="2756726" y="2586505"/>
            <a:ext cx="23431" cy="77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94" name="Shape 392"/>
          <p:cNvSpPr/>
          <p:nvPr/>
        </p:nvSpPr>
        <p:spPr>
          <a:xfrm flipV="1">
            <a:off x="2780157" y="2577101"/>
            <a:ext cx="23432" cy="940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95" name="Shape 393"/>
          <p:cNvSpPr/>
          <p:nvPr/>
        </p:nvSpPr>
        <p:spPr>
          <a:xfrm flipV="1">
            <a:off x="2803589" y="2566953"/>
            <a:ext cx="23431" cy="101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96" name="Shape 394"/>
          <p:cNvSpPr/>
          <p:nvPr/>
        </p:nvSpPr>
        <p:spPr>
          <a:xfrm flipV="1">
            <a:off x="2827020" y="2557168"/>
            <a:ext cx="23431" cy="978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97" name="Shape 395"/>
          <p:cNvSpPr/>
          <p:nvPr/>
        </p:nvSpPr>
        <p:spPr>
          <a:xfrm flipV="1">
            <a:off x="2850452" y="2548959"/>
            <a:ext cx="23432" cy="820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98" name="Shape 396"/>
          <p:cNvSpPr/>
          <p:nvPr/>
        </p:nvSpPr>
        <p:spPr>
          <a:xfrm flipV="1">
            <a:off x="2873883" y="2543556"/>
            <a:ext cx="23431" cy="540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99" name="Shape 397"/>
          <p:cNvSpPr/>
          <p:nvPr/>
        </p:nvSpPr>
        <p:spPr>
          <a:xfrm flipV="1">
            <a:off x="2897315" y="2542032"/>
            <a:ext cx="23431" cy="152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00" name="Shape 398"/>
          <p:cNvSpPr/>
          <p:nvPr/>
        </p:nvSpPr>
        <p:spPr>
          <a:xfrm>
            <a:off x="2920746" y="2542032"/>
            <a:ext cx="23432" cy="322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01" name="Shape 399"/>
          <p:cNvSpPr/>
          <p:nvPr/>
        </p:nvSpPr>
        <p:spPr>
          <a:xfrm>
            <a:off x="2944178" y="2545253"/>
            <a:ext cx="23431" cy="845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02" name="Shape 400"/>
          <p:cNvSpPr/>
          <p:nvPr/>
        </p:nvSpPr>
        <p:spPr>
          <a:xfrm>
            <a:off x="2967609" y="2553704"/>
            <a:ext cx="23431" cy="1387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03" name="Shape 401"/>
          <p:cNvSpPr/>
          <p:nvPr/>
        </p:nvSpPr>
        <p:spPr>
          <a:xfrm>
            <a:off x="2991041" y="2567576"/>
            <a:ext cx="23432" cy="1898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04" name="Shape 402"/>
          <p:cNvSpPr/>
          <p:nvPr/>
        </p:nvSpPr>
        <p:spPr>
          <a:xfrm>
            <a:off x="3014472" y="2586557"/>
            <a:ext cx="23431" cy="234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05" name="Shape 403"/>
          <p:cNvSpPr/>
          <p:nvPr/>
        </p:nvSpPr>
        <p:spPr>
          <a:xfrm>
            <a:off x="3037904" y="2610006"/>
            <a:ext cx="23431" cy="2694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06" name="Shape 404"/>
          <p:cNvSpPr/>
          <p:nvPr/>
        </p:nvSpPr>
        <p:spPr>
          <a:xfrm>
            <a:off x="3061335" y="2636953"/>
            <a:ext cx="23432" cy="2914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07" name="Shape 405"/>
          <p:cNvSpPr/>
          <p:nvPr/>
        </p:nvSpPr>
        <p:spPr>
          <a:xfrm>
            <a:off x="3084767" y="2666099"/>
            <a:ext cx="23431" cy="2997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08" name="Shape 406"/>
          <p:cNvSpPr/>
          <p:nvPr/>
        </p:nvSpPr>
        <p:spPr>
          <a:xfrm>
            <a:off x="3108198" y="2696077"/>
            <a:ext cx="23431" cy="2935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09" name="Shape 407"/>
          <p:cNvSpPr/>
          <p:nvPr/>
        </p:nvSpPr>
        <p:spPr>
          <a:xfrm>
            <a:off x="3131629" y="2725432"/>
            <a:ext cx="23432" cy="273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10" name="Shape 408"/>
          <p:cNvSpPr/>
          <p:nvPr/>
        </p:nvSpPr>
        <p:spPr>
          <a:xfrm>
            <a:off x="3155061" y="2752829"/>
            <a:ext cx="23431" cy="242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11" name="Shape 409"/>
          <p:cNvSpPr/>
          <p:nvPr/>
        </p:nvSpPr>
        <p:spPr>
          <a:xfrm>
            <a:off x="3178493" y="2777126"/>
            <a:ext cx="23431" cy="203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12" name="Shape 410"/>
          <p:cNvSpPr/>
          <p:nvPr/>
        </p:nvSpPr>
        <p:spPr>
          <a:xfrm>
            <a:off x="3201924" y="2797475"/>
            <a:ext cx="23432" cy="1595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13" name="Shape 411"/>
          <p:cNvSpPr/>
          <p:nvPr/>
        </p:nvSpPr>
        <p:spPr>
          <a:xfrm>
            <a:off x="3225356" y="2813425"/>
            <a:ext cx="23432" cy="1144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14" name="Shape 412"/>
          <p:cNvSpPr/>
          <p:nvPr/>
        </p:nvSpPr>
        <p:spPr>
          <a:xfrm>
            <a:off x="3248787" y="2824873"/>
            <a:ext cx="23431" cy="72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15" name="Shape 413"/>
          <p:cNvSpPr/>
          <p:nvPr/>
        </p:nvSpPr>
        <p:spPr>
          <a:xfrm>
            <a:off x="3272218" y="2832129"/>
            <a:ext cx="23432" cy="372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16" name="Shape 414"/>
          <p:cNvSpPr/>
          <p:nvPr/>
        </p:nvSpPr>
        <p:spPr>
          <a:xfrm flipV="1">
            <a:off x="952500" y="2692631"/>
            <a:ext cx="23431" cy="13075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 flipV="1">
            <a:off x="975931" y="2679729"/>
            <a:ext cx="23432" cy="1290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 flipV="1">
            <a:off x="999363" y="2667208"/>
            <a:ext cx="23431" cy="1252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 flipV="1">
            <a:off x="1022794" y="2655310"/>
            <a:ext cx="23432" cy="1189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 flipV="1">
            <a:off x="1046226" y="2644123"/>
            <a:ext cx="23431" cy="1118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 flipV="1">
            <a:off x="1069658" y="2633801"/>
            <a:ext cx="23432" cy="1032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 flipV="1">
            <a:off x="1093089" y="2624345"/>
            <a:ext cx="23431" cy="945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 flipV="1">
            <a:off x="1116521" y="2615773"/>
            <a:ext cx="23432" cy="857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 flipV="1">
            <a:off x="1139952" y="2608032"/>
            <a:ext cx="23431" cy="774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 flipV="1">
            <a:off x="1163384" y="2601052"/>
            <a:ext cx="23431" cy="697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 flipV="1">
            <a:off x="1186815" y="2594766"/>
            <a:ext cx="23432" cy="628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 flipV="1">
            <a:off x="1210247" y="2589068"/>
            <a:ext cx="23432" cy="569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 flipV="1">
            <a:off x="1233678" y="2583873"/>
            <a:ext cx="23431" cy="5195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 flipV="1">
            <a:off x="1257110" y="2579162"/>
            <a:ext cx="23432" cy="471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 flipV="1">
            <a:off x="1280541" y="2574937"/>
            <a:ext cx="23432" cy="422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 flipV="1">
            <a:off x="1303973" y="2571248"/>
            <a:ext cx="23432" cy="368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 flipV="1">
            <a:off x="1327404" y="2568200"/>
            <a:ext cx="23431" cy="304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 flipV="1">
            <a:off x="1350836" y="2565983"/>
            <a:ext cx="23432" cy="221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 flipV="1">
            <a:off x="1374267" y="2564805"/>
            <a:ext cx="23432" cy="117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1397699" y="2564805"/>
            <a:ext cx="23431" cy="10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1421130" y="2564909"/>
            <a:ext cx="23432" cy="168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1444562" y="2566589"/>
            <a:ext cx="23432" cy="353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1467993" y="2570122"/>
            <a:ext cx="23431" cy="559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1491424" y="2575716"/>
            <a:ext cx="23432" cy="789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1514856" y="2583613"/>
            <a:ext cx="23432" cy="1028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1538288" y="2593900"/>
            <a:ext cx="23432" cy="1271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1561719" y="2606611"/>
            <a:ext cx="23432" cy="1506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1585151" y="2621678"/>
            <a:ext cx="23431" cy="1724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1608582" y="2638927"/>
            <a:ext cx="23431" cy="1911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1632013" y="2658047"/>
            <a:ext cx="23432" cy="2060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1655445" y="2678655"/>
            <a:ext cx="23431" cy="2157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1678877" y="2700234"/>
            <a:ext cx="23432" cy="2202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1702308" y="2722262"/>
            <a:ext cx="23432" cy="2183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1725740" y="2744101"/>
            <a:ext cx="23431" cy="2107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1749171" y="2765177"/>
            <a:ext cx="23432" cy="1970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1772603" y="2784885"/>
            <a:ext cx="23432" cy="1780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1796034" y="2802688"/>
            <a:ext cx="23431" cy="1541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1819465" y="2818101"/>
            <a:ext cx="23432" cy="1267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1842897" y="2830778"/>
            <a:ext cx="23431" cy="968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1866329" y="2840459"/>
            <a:ext cx="23432" cy="654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1889760" y="2847005"/>
            <a:ext cx="23432" cy="342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1913192" y="2850434"/>
            <a:ext cx="23431" cy="45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 flipV="1">
            <a:off x="1936623" y="2848581"/>
            <a:ext cx="23432" cy="230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 flipV="1">
            <a:off x="1960055" y="2843888"/>
            <a:ext cx="23432" cy="469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 flipV="1">
            <a:off x="1983486" y="2837220"/>
            <a:ext cx="23431" cy="666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 flipV="1">
            <a:off x="2006918" y="2829046"/>
            <a:ext cx="23432" cy="817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 flipV="1">
            <a:off x="2030349" y="2819902"/>
            <a:ext cx="23432" cy="914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 flipV="1">
            <a:off x="2053781" y="2810256"/>
            <a:ext cx="23431" cy="964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 flipV="1">
            <a:off x="2077212" y="2800592"/>
            <a:ext cx="23432" cy="966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 flipV="1">
            <a:off x="2100644" y="2791379"/>
            <a:ext cx="23431" cy="921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 flipV="1">
            <a:off x="2124075" y="2782980"/>
            <a:ext cx="23432" cy="839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 flipV="1">
            <a:off x="2147507" y="2775672"/>
            <a:ext cx="23432" cy="730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 flipV="1">
            <a:off x="2170938" y="2769645"/>
            <a:ext cx="23431" cy="602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 flipV="1">
            <a:off x="2194370" y="2765056"/>
            <a:ext cx="23432" cy="458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 flipV="1">
            <a:off x="2217801" y="2761869"/>
            <a:ext cx="23432" cy="318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 flipV="1">
            <a:off x="2241233" y="2760016"/>
            <a:ext cx="23431" cy="185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 flipV="1">
            <a:off x="2264664" y="2759341"/>
            <a:ext cx="23432" cy="675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2288096" y="2759341"/>
            <a:ext cx="23431" cy="24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2311527" y="2759583"/>
            <a:ext cx="23432" cy="88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2334959" y="2760466"/>
            <a:ext cx="23431" cy="116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2358390" y="2761627"/>
            <a:ext cx="23432" cy="105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2381822" y="2762683"/>
            <a:ext cx="23432" cy="60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 flipV="1">
            <a:off x="2405253" y="2763047"/>
            <a:ext cx="23431" cy="24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 flipV="1">
            <a:off x="2428685" y="2761627"/>
            <a:ext cx="23432" cy="142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 flipV="1">
            <a:off x="2452116" y="2758717"/>
            <a:ext cx="23431" cy="290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 flipV="1">
            <a:off x="2475548" y="2754093"/>
            <a:ext cx="23432" cy="462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 flipV="1">
            <a:off x="2498979" y="2747581"/>
            <a:ext cx="23432" cy="651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 flipV="1">
            <a:off x="2522411" y="2739130"/>
            <a:ext cx="23431" cy="845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 flipV="1">
            <a:off x="2545842" y="2728739"/>
            <a:ext cx="23432" cy="1039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 flipV="1">
            <a:off x="2569274" y="2716513"/>
            <a:ext cx="23431" cy="1222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 flipV="1">
            <a:off x="2592705" y="2702658"/>
            <a:ext cx="23431" cy="13855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 flipV="1">
            <a:off x="2616137" y="2687470"/>
            <a:ext cx="23432" cy="1518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 flipV="1">
            <a:off x="2639568" y="2671330"/>
            <a:ext cx="23431" cy="1614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 flipV="1">
            <a:off x="2663000" y="2654669"/>
            <a:ext cx="23431" cy="1666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 flipV="1">
            <a:off x="2686431" y="2637992"/>
            <a:ext cx="23432" cy="1667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 flipV="1">
            <a:off x="2709863" y="2621834"/>
            <a:ext cx="23432" cy="1615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 flipV="1">
            <a:off x="2733294" y="2606750"/>
            <a:ext cx="23431" cy="1508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 flipV="1">
            <a:off x="2756726" y="2593259"/>
            <a:ext cx="23431" cy="1349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 flipV="1">
            <a:off x="2780157" y="2581881"/>
            <a:ext cx="23432" cy="1137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 flipV="1">
            <a:off x="2803589" y="2573049"/>
            <a:ext cx="23431" cy="883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 flipV="1">
            <a:off x="2827020" y="2567161"/>
            <a:ext cx="23431" cy="588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 flipV="1">
            <a:off x="2850452" y="2564494"/>
            <a:ext cx="23432" cy="266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2873883" y="2564494"/>
            <a:ext cx="23431" cy="76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2897315" y="2565256"/>
            <a:ext cx="23431" cy="422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2920746" y="2569481"/>
            <a:ext cx="23432" cy="768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2944178" y="2577171"/>
            <a:ext cx="23431" cy="1098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2967609" y="2588150"/>
            <a:ext cx="23431" cy="1399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2991041" y="2602143"/>
            <a:ext cx="23432" cy="1667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3014472" y="2618821"/>
            <a:ext cx="23431" cy="1889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3037904" y="2637715"/>
            <a:ext cx="23431" cy="2062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3061335" y="2658341"/>
            <a:ext cx="23432" cy="2176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3084767" y="2680110"/>
            <a:ext cx="23431" cy="2239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3108198" y="2702502"/>
            <a:ext cx="23431" cy="2241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3131629" y="2724912"/>
            <a:ext cx="23432" cy="2187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3155061" y="2746785"/>
            <a:ext cx="23431" cy="2086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3178493" y="2767653"/>
            <a:ext cx="23431" cy="1936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3201924" y="2787015"/>
            <a:ext cx="23432" cy="1750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3225356" y="2804524"/>
            <a:ext cx="23432" cy="1534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3248787" y="2819868"/>
            <a:ext cx="23431" cy="1295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3272218" y="2832822"/>
            <a:ext cx="23432" cy="1044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999935" y="266080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17" name="Shape 515"/>
          <p:cNvSpPr/>
          <p:nvPr/>
        </p:nvSpPr>
        <p:spPr>
          <a:xfrm>
            <a:off x="1117092" y="2562346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18" name="Shape 516"/>
          <p:cNvSpPr/>
          <p:nvPr/>
        </p:nvSpPr>
        <p:spPr>
          <a:xfrm>
            <a:off x="1234249" y="2568737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19" name="Shape 517"/>
          <p:cNvSpPr/>
          <p:nvPr/>
        </p:nvSpPr>
        <p:spPr>
          <a:xfrm>
            <a:off x="1351407" y="2558935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20" name="Shape 518"/>
          <p:cNvSpPr/>
          <p:nvPr/>
        </p:nvSpPr>
        <p:spPr>
          <a:xfrm>
            <a:off x="1468564" y="2561671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21" name="Shape 519"/>
          <p:cNvSpPr/>
          <p:nvPr/>
        </p:nvSpPr>
        <p:spPr>
          <a:xfrm>
            <a:off x="1585722" y="256153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22" name="Shape 520"/>
          <p:cNvSpPr/>
          <p:nvPr/>
        </p:nvSpPr>
        <p:spPr>
          <a:xfrm>
            <a:off x="1702880" y="2762423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23" name="Shape 521"/>
          <p:cNvSpPr/>
          <p:nvPr/>
        </p:nvSpPr>
        <p:spPr>
          <a:xfrm>
            <a:off x="1820037" y="2810568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24" name="Shape 522"/>
          <p:cNvSpPr/>
          <p:nvPr/>
        </p:nvSpPr>
        <p:spPr>
          <a:xfrm>
            <a:off x="1937195" y="2817478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25" name="Shape 523"/>
          <p:cNvSpPr/>
          <p:nvPr/>
        </p:nvSpPr>
        <p:spPr>
          <a:xfrm>
            <a:off x="2710434" y="2610404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26" name="Shape 524"/>
          <p:cNvSpPr/>
          <p:nvPr/>
        </p:nvSpPr>
        <p:spPr>
          <a:xfrm>
            <a:off x="2851023" y="2522618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27" name="Shape 525"/>
          <p:cNvSpPr/>
          <p:nvPr/>
        </p:nvSpPr>
        <p:spPr>
          <a:xfrm>
            <a:off x="2991612" y="259913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28" name="Shape 526"/>
          <p:cNvSpPr/>
          <p:nvPr/>
        </p:nvSpPr>
        <p:spPr>
          <a:xfrm>
            <a:off x="3155633" y="2750283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29" name="Text 527"/>
          <p:cNvSpPr txBox="1"/>
          <p:nvPr/>
        </p:nvSpPr>
        <p:spPr>
          <a:xfrm>
            <a:off x="876300" y="3257550"/>
            <a:ext cx="2495550" cy="235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713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k(r) = σ² exp( −r² / 2ℓ² )</a:t>
            </a:r>
            <a:endParaRPr lang="en-US" sz="713" dirty="0"/>
          </a:p>
        </p:txBody>
      </p:sp>
      <p:sp>
        <p:nvSpPr>
          <p:cNvPr id="530" name="Text 528"/>
          <p:cNvSpPr txBox="1"/>
          <p:nvPr/>
        </p:nvSpPr>
        <p:spPr>
          <a:xfrm>
            <a:off x="876300" y="3524250"/>
            <a:ext cx="2495550" cy="270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무한히 미분가능 — 어떤 자리에서도 매끄럽습니다.</a:t>
            </a:r>
            <a:endParaRPr lang="en-US" sz="788" dirty="0"/>
          </a:p>
        </p:txBody>
      </p:sp>
      <p:sp>
        <p:nvSpPr>
          <p:cNvPr id="531" name="Text 529"/>
          <p:cNvSpPr txBox="1"/>
          <p:nvPr/>
        </p:nvSpPr>
        <p:spPr>
          <a:xfrm>
            <a:off x="876300" y="3829050"/>
            <a:ext cx="49530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dirty="0">
                <a:solidFill>
                  <a:srgbClr val="EA0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점</a:t>
            </a:r>
            <a:endParaRPr lang="en-US" sz="713" dirty="0"/>
          </a:p>
        </p:txBody>
      </p:sp>
      <p:sp>
        <p:nvSpPr>
          <p:cNvPr id="532" name="Text 530"/>
          <p:cNvSpPr txBox="1"/>
          <p:nvPr/>
        </p:nvSpPr>
        <p:spPr>
          <a:xfrm>
            <a:off x="1390650" y="3829050"/>
            <a:ext cx="1981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사이를 자연스럽게 잇습니다</a:t>
            </a:r>
            <a:endParaRPr lang="en-US" sz="750" dirty="0"/>
          </a:p>
        </p:txBody>
      </p:sp>
      <p:sp>
        <p:nvSpPr>
          <p:cNvPr id="533" name="Text 531"/>
          <p:cNvSpPr txBox="1"/>
          <p:nvPr/>
        </p:nvSpPr>
        <p:spPr>
          <a:xfrm>
            <a:off x="876300" y="4057650"/>
            <a:ext cx="53340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</a:t>
            </a:r>
            <a:endParaRPr lang="en-US" sz="713" dirty="0"/>
          </a:p>
        </p:txBody>
      </p:sp>
      <p:sp>
        <p:nvSpPr>
          <p:cNvPr id="534" name="Text 532"/>
          <p:cNvSpPr txBox="1"/>
          <p:nvPr/>
        </p:nvSpPr>
        <p:spPr>
          <a:xfrm>
            <a:off x="1428750" y="4057650"/>
            <a:ext cx="1943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급한 꺾임은 따라가지 못합니다</a:t>
            </a:r>
            <a:endParaRPr lang="en-US" sz="750" dirty="0"/>
          </a:p>
        </p:txBody>
      </p:sp>
      <p:sp>
        <p:nvSpPr>
          <p:cNvPr id="535" name="Shape 533"/>
          <p:cNvSpPr/>
          <p:nvPr/>
        </p:nvSpPr>
        <p:spPr>
          <a:xfrm>
            <a:off x="3467100" y="1905000"/>
            <a:ext cx="0" cy="238125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536" name="Text 534"/>
          <p:cNvSpPr txBox="1"/>
          <p:nvPr/>
        </p:nvSpPr>
        <p:spPr>
          <a:xfrm>
            <a:off x="3562350" y="1943100"/>
            <a:ext cx="2495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6E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 · Matérn 5/2</a:t>
            </a:r>
            <a:endParaRPr lang="en-US" sz="900" dirty="0"/>
          </a:p>
        </p:txBody>
      </p:sp>
      <p:sp>
        <p:nvSpPr>
          <p:cNvPr id="537" name="Text 535"/>
          <p:cNvSpPr txBox="1"/>
          <p:nvPr/>
        </p:nvSpPr>
        <p:spPr>
          <a:xfrm>
            <a:off x="3562350" y="2105025"/>
            <a:ext cx="249555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권장값</a:t>
            </a:r>
            <a:endParaRPr lang="en-US" sz="713" dirty="0"/>
          </a:p>
        </p:txBody>
      </p:sp>
      <p:sp>
        <p:nvSpPr>
          <p:cNvPr id="538" name="Shape 536"/>
          <p:cNvSpPr/>
          <p:nvPr/>
        </p:nvSpPr>
        <p:spPr>
          <a:xfrm>
            <a:off x="3562350" y="2247900"/>
            <a:ext cx="249555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9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3638550" y="2724150"/>
            <a:ext cx="2343150" cy="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 flipV="1">
            <a:off x="3638550" y="2783429"/>
            <a:ext cx="23431" cy="3545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1" name="Shape 539"/>
          <p:cNvSpPr/>
          <p:nvPr/>
        </p:nvSpPr>
        <p:spPr>
          <a:xfrm flipV="1">
            <a:off x="3661982" y="2749988"/>
            <a:ext cx="23432" cy="3344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2" name="Shape 540"/>
          <p:cNvSpPr/>
          <p:nvPr/>
        </p:nvSpPr>
        <p:spPr>
          <a:xfrm flipV="1">
            <a:off x="3685413" y="2721721"/>
            <a:ext cx="23431" cy="2826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3" name="Shape 541"/>
          <p:cNvSpPr/>
          <p:nvPr/>
        </p:nvSpPr>
        <p:spPr>
          <a:xfrm flipV="1">
            <a:off x="3708844" y="2700236"/>
            <a:ext cx="23431" cy="2148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4" name="Shape 542"/>
          <p:cNvSpPr/>
          <p:nvPr/>
        </p:nvSpPr>
        <p:spPr>
          <a:xfrm flipV="1">
            <a:off x="3732276" y="2682769"/>
            <a:ext cx="23432" cy="1746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5" name="Shape 543"/>
          <p:cNvSpPr/>
          <p:nvPr/>
        </p:nvSpPr>
        <p:spPr>
          <a:xfrm flipV="1">
            <a:off x="3755708" y="2666341"/>
            <a:ext cx="23431" cy="164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6" name="Shape 544"/>
          <p:cNvSpPr/>
          <p:nvPr/>
        </p:nvSpPr>
        <p:spPr>
          <a:xfrm flipV="1">
            <a:off x="3779139" y="2651010"/>
            <a:ext cx="23432" cy="1533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7" name="Shape 545"/>
          <p:cNvSpPr/>
          <p:nvPr/>
        </p:nvSpPr>
        <p:spPr>
          <a:xfrm flipV="1">
            <a:off x="3802571" y="2638799"/>
            <a:ext cx="23431" cy="1221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8" name="Shape 546"/>
          <p:cNvSpPr/>
          <p:nvPr/>
        </p:nvSpPr>
        <p:spPr>
          <a:xfrm flipV="1">
            <a:off x="3826002" y="2631124"/>
            <a:ext cx="23431" cy="767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9" name="Shape 547"/>
          <p:cNvSpPr/>
          <p:nvPr/>
        </p:nvSpPr>
        <p:spPr>
          <a:xfrm flipV="1">
            <a:off x="3849434" y="2627355"/>
            <a:ext cx="23432" cy="376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0" name="Shape 548"/>
          <p:cNvSpPr/>
          <p:nvPr/>
        </p:nvSpPr>
        <p:spPr>
          <a:xfrm flipV="1">
            <a:off x="3872865" y="2625661"/>
            <a:ext cx="23431" cy="169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1" name="Shape 549"/>
          <p:cNvSpPr/>
          <p:nvPr/>
        </p:nvSpPr>
        <p:spPr>
          <a:xfrm flipV="1">
            <a:off x="3896296" y="2625072"/>
            <a:ext cx="23431" cy="58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2" name="Shape 550"/>
          <p:cNvSpPr/>
          <p:nvPr/>
        </p:nvSpPr>
        <p:spPr>
          <a:xfrm>
            <a:off x="3919728" y="2625072"/>
            <a:ext cx="23432" cy="56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3" name="Shape 551"/>
          <p:cNvSpPr/>
          <p:nvPr/>
        </p:nvSpPr>
        <p:spPr>
          <a:xfrm>
            <a:off x="3943160" y="2625637"/>
            <a:ext cx="23431" cy="163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4" name="Shape 552"/>
          <p:cNvSpPr/>
          <p:nvPr/>
        </p:nvSpPr>
        <p:spPr>
          <a:xfrm>
            <a:off x="3966591" y="2627271"/>
            <a:ext cx="23431" cy="145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5" name="Shape 553"/>
          <p:cNvSpPr/>
          <p:nvPr/>
        </p:nvSpPr>
        <p:spPr>
          <a:xfrm>
            <a:off x="3990023" y="2628727"/>
            <a:ext cx="23432" cy="5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6" name="Shape 554"/>
          <p:cNvSpPr/>
          <p:nvPr/>
        </p:nvSpPr>
        <p:spPr>
          <a:xfrm flipV="1">
            <a:off x="4013454" y="2627393"/>
            <a:ext cx="23431" cy="138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7" name="Shape 555"/>
          <p:cNvSpPr/>
          <p:nvPr/>
        </p:nvSpPr>
        <p:spPr>
          <a:xfrm flipV="1">
            <a:off x="4036886" y="2625740"/>
            <a:ext cx="23431" cy="165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8" name="Shape 556"/>
          <p:cNvSpPr/>
          <p:nvPr/>
        </p:nvSpPr>
        <p:spPr>
          <a:xfrm flipV="1">
            <a:off x="4060317" y="2624604"/>
            <a:ext cx="23432" cy="113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9" name="Shape 557"/>
          <p:cNvSpPr/>
          <p:nvPr/>
        </p:nvSpPr>
        <p:spPr>
          <a:xfrm flipV="1">
            <a:off x="4083749" y="2623272"/>
            <a:ext cx="23431" cy="133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0" name="Shape 558"/>
          <p:cNvSpPr/>
          <p:nvPr/>
        </p:nvSpPr>
        <p:spPr>
          <a:xfrm flipV="1">
            <a:off x="4107180" y="2620744"/>
            <a:ext cx="23432" cy="25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1" name="Shape 559"/>
          <p:cNvSpPr/>
          <p:nvPr/>
        </p:nvSpPr>
        <p:spPr>
          <a:xfrm flipV="1">
            <a:off x="4130612" y="2617210"/>
            <a:ext cx="23431" cy="353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2" name="Shape 560"/>
          <p:cNvSpPr/>
          <p:nvPr/>
        </p:nvSpPr>
        <p:spPr>
          <a:xfrm flipV="1">
            <a:off x="4154043" y="2614224"/>
            <a:ext cx="23431" cy="298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3" name="Shape 561"/>
          <p:cNvSpPr/>
          <p:nvPr/>
        </p:nvSpPr>
        <p:spPr>
          <a:xfrm flipV="1">
            <a:off x="4177475" y="2613503"/>
            <a:ext cx="23432" cy="72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4" name="Shape 562"/>
          <p:cNvSpPr/>
          <p:nvPr/>
        </p:nvSpPr>
        <p:spPr>
          <a:xfrm>
            <a:off x="4200906" y="2613503"/>
            <a:ext cx="23431" cy="220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5" name="Shape 563"/>
          <p:cNvSpPr/>
          <p:nvPr/>
        </p:nvSpPr>
        <p:spPr>
          <a:xfrm>
            <a:off x="4224338" y="2615704"/>
            <a:ext cx="23431" cy="58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6" name="Shape 564"/>
          <p:cNvSpPr/>
          <p:nvPr/>
        </p:nvSpPr>
        <p:spPr>
          <a:xfrm>
            <a:off x="4247769" y="2621523"/>
            <a:ext cx="23432" cy="1096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7" name="Shape 565"/>
          <p:cNvSpPr/>
          <p:nvPr/>
        </p:nvSpPr>
        <p:spPr>
          <a:xfrm>
            <a:off x="4271201" y="2632484"/>
            <a:ext cx="23431" cy="1810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8" name="Shape 566"/>
          <p:cNvSpPr/>
          <p:nvPr/>
        </p:nvSpPr>
        <p:spPr>
          <a:xfrm>
            <a:off x="4294632" y="2650592"/>
            <a:ext cx="23431" cy="2591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9" name="Shape 567"/>
          <p:cNvSpPr/>
          <p:nvPr/>
        </p:nvSpPr>
        <p:spPr>
          <a:xfrm>
            <a:off x="4318063" y="2676507"/>
            <a:ext cx="23432" cy="3146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0" name="Shape 568"/>
          <p:cNvSpPr/>
          <p:nvPr/>
        </p:nvSpPr>
        <p:spPr>
          <a:xfrm>
            <a:off x="4341495" y="2707975"/>
            <a:ext cx="23431" cy="3337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1" name="Shape 569"/>
          <p:cNvSpPr/>
          <p:nvPr/>
        </p:nvSpPr>
        <p:spPr>
          <a:xfrm>
            <a:off x="4364927" y="2741347"/>
            <a:ext cx="23432" cy="3243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2" name="Shape 570"/>
          <p:cNvSpPr/>
          <p:nvPr/>
        </p:nvSpPr>
        <p:spPr>
          <a:xfrm>
            <a:off x="4388358" y="2773783"/>
            <a:ext cx="23431" cy="2976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3" name="Shape 571"/>
          <p:cNvSpPr/>
          <p:nvPr/>
        </p:nvSpPr>
        <p:spPr>
          <a:xfrm>
            <a:off x="4411790" y="2803546"/>
            <a:ext cx="23431" cy="260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4" name="Shape 572"/>
          <p:cNvSpPr/>
          <p:nvPr/>
        </p:nvSpPr>
        <p:spPr>
          <a:xfrm>
            <a:off x="4435221" y="2829548"/>
            <a:ext cx="23432" cy="2074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5" name="Shape 573"/>
          <p:cNvSpPr/>
          <p:nvPr/>
        </p:nvSpPr>
        <p:spPr>
          <a:xfrm>
            <a:off x="4458653" y="2850295"/>
            <a:ext cx="23431" cy="1463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6" name="Shape 574"/>
          <p:cNvSpPr/>
          <p:nvPr/>
        </p:nvSpPr>
        <p:spPr>
          <a:xfrm>
            <a:off x="4482084" y="2864926"/>
            <a:ext cx="23431" cy="929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7" name="Shape 575"/>
          <p:cNvSpPr/>
          <p:nvPr/>
        </p:nvSpPr>
        <p:spPr>
          <a:xfrm>
            <a:off x="4505516" y="2874220"/>
            <a:ext cx="23432" cy="596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8" name="Shape 576"/>
          <p:cNvSpPr/>
          <p:nvPr/>
        </p:nvSpPr>
        <p:spPr>
          <a:xfrm>
            <a:off x="4528947" y="2880180"/>
            <a:ext cx="23431" cy="407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9" name="Shape 577"/>
          <p:cNvSpPr/>
          <p:nvPr/>
        </p:nvSpPr>
        <p:spPr>
          <a:xfrm>
            <a:off x="4552379" y="2884252"/>
            <a:ext cx="23431" cy="187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0" name="Shape 578"/>
          <p:cNvSpPr/>
          <p:nvPr/>
        </p:nvSpPr>
        <p:spPr>
          <a:xfrm flipV="1">
            <a:off x="4575810" y="2885219"/>
            <a:ext cx="23432" cy="90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1" name="Shape 579"/>
          <p:cNvSpPr/>
          <p:nvPr/>
        </p:nvSpPr>
        <p:spPr>
          <a:xfrm flipV="1">
            <a:off x="4599242" y="2883046"/>
            <a:ext cx="23431" cy="217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2" name="Shape 580"/>
          <p:cNvSpPr/>
          <p:nvPr/>
        </p:nvSpPr>
        <p:spPr>
          <a:xfrm>
            <a:off x="4622673" y="2883046"/>
            <a:ext cx="23431" cy="91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3" name="Shape 581"/>
          <p:cNvSpPr/>
          <p:nvPr/>
        </p:nvSpPr>
        <p:spPr>
          <a:xfrm>
            <a:off x="4646105" y="2883957"/>
            <a:ext cx="23432" cy="79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4" name="Shape 582"/>
          <p:cNvSpPr/>
          <p:nvPr/>
        </p:nvSpPr>
        <p:spPr>
          <a:xfrm>
            <a:off x="4669536" y="2891877"/>
            <a:ext cx="23431" cy="1408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5" name="Shape 583"/>
          <p:cNvSpPr/>
          <p:nvPr/>
        </p:nvSpPr>
        <p:spPr>
          <a:xfrm>
            <a:off x="4692968" y="2905958"/>
            <a:ext cx="23431" cy="1751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6" name="Shape 584"/>
          <p:cNvSpPr/>
          <p:nvPr/>
        </p:nvSpPr>
        <p:spPr>
          <a:xfrm>
            <a:off x="4716399" y="2923474"/>
            <a:ext cx="23432" cy="1873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7" name="Shape 585"/>
          <p:cNvSpPr/>
          <p:nvPr/>
        </p:nvSpPr>
        <p:spPr>
          <a:xfrm>
            <a:off x="4739831" y="2942204"/>
            <a:ext cx="23431" cy="1858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8" name="Shape 586"/>
          <p:cNvSpPr/>
          <p:nvPr/>
        </p:nvSpPr>
        <p:spPr>
          <a:xfrm>
            <a:off x="4763262" y="2960793"/>
            <a:ext cx="23432" cy="1755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9" name="Shape 587"/>
          <p:cNvSpPr/>
          <p:nvPr/>
        </p:nvSpPr>
        <p:spPr>
          <a:xfrm>
            <a:off x="4786694" y="2978346"/>
            <a:ext cx="23431" cy="1602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0" name="Shape 588"/>
          <p:cNvSpPr/>
          <p:nvPr/>
        </p:nvSpPr>
        <p:spPr>
          <a:xfrm>
            <a:off x="4810125" y="2994371"/>
            <a:ext cx="23432" cy="1416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1" name="Shape 589"/>
          <p:cNvSpPr/>
          <p:nvPr/>
        </p:nvSpPr>
        <p:spPr>
          <a:xfrm>
            <a:off x="4833557" y="3008532"/>
            <a:ext cx="23431" cy="1214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2" name="Shape 590"/>
          <p:cNvSpPr/>
          <p:nvPr/>
        </p:nvSpPr>
        <p:spPr>
          <a:xfrm>
            <a:off x="4856988" y="3020677"/>
            <a:ext cx="23431" cy="1006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3" name="Shape 591"/>
          <p:cNvSpPr/>
          <p:nvPr/>
        </p:nvSpPr>
        <p:spPr>
          <a:xfrm>
            <a:off x="4880420" y="3030739"/>
            <a:ext cx="23432" cy="806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4" name="Shape 592"/>
          <p:cNvSpPr/>
          <p:nvPr/>
        </p:nvSpPr>
        <p:spPr>
          <a:xfrm>
            <a:off x="4903851" y="3038803"/>
            <a:ext cx="23431" cy="603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5" name="Shape 593"/>
          <p:cNvSpPr/>
          <p:nvPr/>
        </p:nvSpPr>
        <p:spPr>
          <a:xfrm>
            <a:off x="4927282" y="3044837"/>
            <a:ext cx="23432" cy="407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6" name="Shape 594"/>
          <p:cNvSpPr/>
          <p:nvPr/>
        </p:nvSpPr>
        <p:spPr>
          <a:xfrm>
            <a:off x="4950714" y="3048907"/>
            <a:ext cx="23432" cy="219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7" name="Shape 595"/>
          <p:cNvSpPr/>
          <p:nvPr/>
        </p:nvSpPr>
        <p:spPr>
          <a:xfrm>
            <a:off x="4974146" y="3051099"/>
            <a:ext cx="23431" cy="31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8" name="Shape 596"/>
          <p:cNvSpPr/>
          <p:nvPr/>
        </p:nvSpPr>
        <p:spPr>
          <a:xfrm flipV="1">
            <a:off x="4997577" y="3049827"/>
            <a:ext cx="23432" cy="158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9" name="Shape 597"/>
          <p:cNvSpPr/>
          <p:nvPr/>
        </p:nvSpPr>
        <p:spPr>
          <a:xfrm flipV="1">
            <a:off x="5021009" y="3046344"/>
            <a:ext cx="23432" cy="348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0" name="Shape 598"/>
          <p:cNvSpPr/>
          <p:nvPr/>
        </p:nvSpPr>
        <p:spPr>
          <a:xfrm flipV="1">
            <a:off x="5044440" y="3040876"/>
            <a:ext cx="23431" cy="546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1" name="Shape 599"/>
          <p:cNvSpPr/>
          <p:nvPr/>
        </p:nvSpPr>
        <p:spPr>
          <a:xfrm flipV="1">
            <a:off x="5067872" y="3033337"/>
            <a:ext cx="23432" cy="753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2" name="Shape 600"/>
          <p:cNvSpPr/>
          <p:nvPr/>
        </p:nvSpPr>
        <p:spPr>
          <a:xfrm flipV="1">
            <a:off x="5091303" y="3023538"/>
            <a:ext cx="23432" cy="979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3" name="Shape 601"/>
          <p:cNvSpPr/>
          <p:nvPr/>
        </p:nvSpPr>
        <p:spPr>
          <a:xfrm flipV="1">
            <a:off x="5114735" y="3011376"/>
            <a:ext cx="23432" cy="1216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4" name="Shape 602"/>
          <p:cNvSpPr/>
          <p:nvPr/>
        </p:nvSpPr>
        <p:spPr>
          <a:xfrm flipV="1">
            <a:off x="5138166" y="2996593"/>
            <a:ext cx="23431" cy="1478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5" name="Shape 603"/>
          <p:cNvSpPr/>
          <p:nvPr/>
        </p:nvSpPr>
        <p:spPr>
          <a:xfrm flipV="1">
            <a:off x="5161598" y="2979034"/>
            <a:ext cx="23432" cy="1755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6" name="Shape 604"/>
          <p:cNvSpPr/>
          <p:nvPr/>
        </p:nvSpPr>
        <p:spPr>
          <a:xfrm flipV="1">
            <a:off x="5185029" y="2958475"/>
            <a:ext cx="23432" cy="2055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7" name="Shape 605"/>
          <p:cNvSpPr/>
          <p:nvPr/>
        </p:nvSpPr>
        <p:spPr>
          <a:xfrm flipV="1">
            <a:off x="5208461" y="2934829"/>
            <a:ext cx="23431" cy="236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8" name="Shape 606"/>
          <p:cNvSpPr/>
          <p:nvPr/>
        </p:nvSpPr>
        <p:spPr>
          <a:xfrm flipV="1">
            <a:off x="5231892" y="2907956"/>
            <a:ext cx="23432" cy="2687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9" name="Shape 607"/>
          <p:cNvSpPr/>
          <p:nvPr/>
        </p:nvSpPr>
        <p:spPr>
          <a:xfrm flipV="1">
            <a:off x="5255324" y="2877904"/>
            <a:ext cx="23432" cy="3005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0" name="Shape 608"/>
          <p:cNvSpPr/>
          <p:nvPr/>
        </p:nvSpPr>
        <p:spPr>
          <a:xfrm flipV="1">
            <a:off x="5278755" y="2844925"/>
            <a:ext cx="23431" cy="3297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1" name="Shape 609"/>
          <p:cNvSpPr/>
          <p:nvPr/>
        </p:nvSpPr>
        <p:spPr>
          <a:xfrm flipV="1">
            <a:off x="5302186" y="2809491"/>
            <a:ext cx="23432" cy="3543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2" name="Shape 610"/>
          <p:cNvSpPr/>
          <p:nvPr/>
        </p:nvSpPr>
        <p:spPr>
          <a:xfrm flipV="1">
            <a:off x="5325618" y="2772585"/>
            <a:ext cx="23431" cy="3690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3" name="Shape 611"/>
          <p:cNvSpPr/>
          <p:nvPr/>
        </p:nvSpPr>
        <p:spPr>
          <a:xfrm flipV="1">
            <a:off x="5349049" y="2735735"/>
            <a:ext cx="23432" cy="3685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4" name="Shape 612"/>
          <p:cNvSpPr/>
          <p:nvPr/>
        </p:nvSpPr>
        <p:spPr>
          <a:xfrm flipV="1">
            <a:off x="5372481" y="2701828"/>
            <a:ext cx="23432" cy="3390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5" name="Shape 613"/>
          <p:cNvSpPr/>
          <p:nvPr/>
        </p:nvSpPr>
        <p:spPr>
          <a:xfrm flipV="1">
            <a:off x="5395913" y="2674655"/>
            <a:ext cx="23432" cy="271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6" name="Shape 614"/>
          <p:cNvSpPr/>
          <p:nvPr/>
        </p:nvSpPr>
        <p:spPr>
          <a:xfrm flipV="1">
            <a:off x="5419344" y="2655923"/>
            <a:ext cx="23432" cy="1873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7" name="Shape 615"/>
          <p:cNvSpPr/>
          <p:nvPr/>
        </p:nvSpPr>
        <p:spPr>
          <a:xfrm flipV="1">
            <a:off x="5442776" y="2641898"/>
            <a:ext cx="23431" cy="1402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8" name="Shape 616"/>
          <p:cNvSpPr/>
          <p:nvPr/>
        </p:nvSpPr>
        <p:spPr>
          <a:xfrm flipV="1">
            <a:off x="5466207" y="2628493"/>
            <a:ext cx="23432" cy="1340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9" name="Shape 617"/>
          <p:cNvSpPr/>
          <p:nvPr/>
        </p:nvSpPr>
        <p:spPr>
          <a:xfrm flipV="1">
            <a:off x="5489639" y="2615070"/>
            <a:ext cx="23431" cy="1342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0" name="Shape 618"/>
          <p:cNvSpPr/>
          <p:nvPr/>
        </p:nvSpPr>
        <p:spPr>
          <a:xfrm flipV="1">
            <a:off x="5513070" y="2603670"/>
            <a:ext cx="23432" cy="114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1" name="Shape 619"/>
          <p:cNvSpPr/>
          <p:nvPr/>
        </p:nvSpPr>
        <p:spPr>
          <a:xfrm flipV="1">
            <a:off x="5536502" y="2597467"/>
            <a:ext cx="23432" cy="620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2" name="Shape 620"/>
          <p:cNvSpPr/>
          <p:nvPr/>
        </p:nvSpPr>
        <p:spPr>
          <a:xfrm>
            <a:off x="5559933" y="2597467"/>
            <a:ext cx="23432" cy="104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3" name="Shape 621"/>
          <p:cNvSpPr/>
          <p:nvPr/>
        </p:nvSpPr>
        <p:spPr>
          <a:xfrm>
            <a:off x="5583365" y="2598510"/>
            <a:ext cx="23431" cy="718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4" name="Shape 622"/>
          <p:cNvSpPr/>
          <p:nvPr/>
        </p:nvSpPr>
        <p:spPr>
          <a:xfrm>
            <a:off x="5606796" y="2605696"/>
            <a:ext cx="23432" cy="109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5" name="Shape 623"/>
          <p:cNvSpPr/>
          <p:nvPr/>
        </p:nvSpPr>
        <p:spPr>
          <a:xfrm>
            <a:off x="5630228" y="2616624"/>
            <a:ext cx="23431" cy="1328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6" name="Shape 624"/>
          <p:cNvSpPr/>
          <p:nvPr/>
        </p:nvSpPr>
        <p:spPr>
          <a:xfrm>
            <a:off x="5653659" y="2629910"/>
            <a:ext cx="23432" cy="160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7" name="Shape 625"/>
          <p:cNvSpPr/>
          <p:nvPr/>
        </p:nvSpPr>
        <p:spPr>
          <a:xfrm>
            <a:off x="5677091" y="2645912"/>
            <a:ext cx="23432" cy="2031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8" name="Shape 626"/>
          <p:cNvSpPr/>
          <p:nvPr/>
        </p:nvSpPr>
        <p:spPr>
          <a:xfrm>
            <a:off x="5700522" y="2666226"/>
            <a:ext cx="23432" cy="2518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9" name="Shape 627"/>
          <p:cNvSpPr/>
          <p:nvPr/>
        </p:nvSpPr>
        <p:spPr>
          <a:xfrm>
            <a:off x="5723954" y="2691413"/>
            <a:ext cx="23431" cy="2751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30" name="Shape 628"/>
          <p:cNvSpPr/>
          <p:nvPr/>
        </p:nvSpPr>
        <p:spPr>
          <a:xfrm>
            <a:off x="5747385" y="2718927"/>
            <a:ext cx="23432" cy="2624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31" name="Shape 629"/>
          <p:cNvSpPr/>
          <p:nvPr/>
        </p:nvSpPr>
        <p:spPr>
          <a:xfrm>
            <a:off x="5770817" y="2745169"/>
            <a:ext cx="23431" cy="221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32" name="Shape 630"/>
          <p:cNvSpPr/>
          <p:nvPr/>
        </p:nvSpPr>
        <p:spPr>
          <a:xfrm>
            <a:off x="5794248" y="2767324"/>
            <a:ext cx="23432" cy="172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33" name="Shape 631"/>
          <p:cNvSpPr/>
          <p:nvPr/>
        </p:nvSpPr>
        <p:spPr>
          <a:xfrm>
            <a:off x="5817680" y="2784562"/>
            <a:ext cx="23432" cy="1412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34" name="Shape 632"/>
          <p:cNvSpPr/>
          <p:nvPr/>
        </p:nvSpPr>
        <p:spPr>
          <a:xfrm>
            <a:off x="5841111" y="2798685"/>
            <a:ext cx="23432" cy="1641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35" name="Shape 633"/>
          <p:cNvSpPr/>
          <p:nvPr/>
        </p:nvSpPr>
        <p:spPr>
          <a:xfrm>
            <a:off x="5864543" y="2815098"/>
            <a:ext cx="23431" cy="2390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36" name="Shape 634"/>
          <p:cNvSpPr/>
          <p:nvPr/>
        </p:nvSpPr>
        <p:spPr>
          <a:xfrm>
            <a:off x="5887974" y="2839005"/>
            <a:ext cx="23432" cy="2961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37" name="Shape 635"/>
          <p:cNvSpPr/>
          <p:nvPr/>
        </p:nvSpPr>
        <p:spPr>
          <a:xfrm>
            <a:off x="5911406" y="2868622"/>
            <a:ext cx="23432" cy="3122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38" name="Shape 636"/>
          <p:cNvSpPr/>
          <p:nvPr/>
        </p:nvSpPr>
        <p:spPr>
          <a:xfrm>
            <a:off x="5934837" y="2899846"/>
            <a:ext cx="23431" cy="3020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39" name="Shape 637"/>
          <p:cNvSpPr/>
          <p:nvPr/>
        </p:nvSpPr>
        <p:spPr>
          <a:xfrm>
            <a:off x="5958269" y="2930052"/>
            <a:ext cx="23432" cy="278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40" name="Shape 638"/>
          <p:cNvSpPr/>
          <p:nvPr/>
        </p:nvSpPr>
        <p:spPr>
          <a:xfrm>
            <a:off x="3638550" y="2622282"/>
            <a:ext cx="23431" cy="1003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41" name="Shape 639"/>
          <p:cNvSpPr/>
          <p:nvPr/>
        </p:nvSpPr>
        <p:spPr>
          <a:xfrm>
            <a:off x="3661982" y="2632312"/>
            <a:ext cx="23432" cy="389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42" name="Shape 640"/>
          <p:cNvSpPr/>
          <p:nvPr/>
        </p:nvSpPr>
        <p:spPr>
          <a:xfrm flipV="1">
            <a:off x="3685413" y="2631295"/>
            <a:ext cx="23431" cy="491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43" name="Shape 641"/>
          <p:cNvSpPr/>
          <p:nvPr/>
        </p:nvSpPr>
        <p:spPr>
          <a:xfrm flipV="1">
            <a:off x="3708844" y="2617277"/>
            <a:ext cx="23431" cy="1401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44" name="Shape 642"/>
          <p:cNvSpPr/>
          <p:nvPr/>
        </p:nvSpPr>
        <p:spPr>
          <a:xfrm flipV="1">
            <a:off x="3732276" y="2598861"/>
            <a:ext cx="23432" cy="1841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45" name="Shape 643"/>
          <p:cNvSpPr/>
          <p:nvPr/>
        </p:nvSpPr>
        <p:spPr>
          <a:xfrm flipV="1">
            <a:off x="3755708" y="2581414"/>
            <a:ext cx="23431" cy="174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46" name="Shape 644"/>
          <p:cNvSpPr/>
          <p:nvPr/>
        </p:nvSpPr>
        <p:spPr>
          <a:xfrm flipV="1">
            <a:off x="3779139" y="2567373"/>
            <a:ext cx="23432" cy="1404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47" name="Shape 645"/>
          <p:cNvSpPr/>
          <p:nvPr/>
        </p:nvSpPr>
        <p:spPr>
          <a:xfrm flipV="1">
            <a:off x="3802571" y="2556655"/>
            <a:ext cx="23431" cy="1071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48" name="Shape 646"/>
          <p:cNvSpPr/>
          <p:nvPr/>
        </p:nvSpPr>
        <p:spPr>
          <a:xfrm flipV="1">
            <a:off x="3826002" y="2548709"/>
            <a:ext cx="23431" cy="79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49" name="Shape 647"/>
          <p:cNvSpPr/>
          <p:nvPr/>
        </p:nvSpPr>
        <p:spPr>
          <a:xfrm flipV="1">
            <a:off x="3849434" y="2543854"/>
            <a:ext cx="23432" cy="48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50" name="Shape 648"/>
          <p:cNvSpPr/>
          <p:nvPr/>
        </p:nvSpPr>
        <p:spPr>
          <a:xfrm flipV="1">
            <a:off x="3872865" y="2542431"/>
            <a:ext cx="23431" cy="142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51" name="Shape 649"/>
          <p:cNvSpPr/>
          <p:nvPr/>
        </p:nvSpPr>
        <p:spPr>
          <a:xfrm>
            <a:off x="3896296" y="2542431"/>
            <a:ext cx="23431" cy="110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52" name="Shape 650"/>
          <p:cNvSpPr/>
          <p:nvPr/>
        </p:nvSpPr>
        <p:spPr>
          <a:xfrm>
            <a:off x="3919728" y="2543539"/>
            <a:ext cx="23432" cy="158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53" name="Shape 651"/>
          <p:cNvSpPr/>
          <p:nvPr/>
        </p:nvSpPr>
        <p:spPr>
          <a:xfrm>
            <a:off x="3943160" y="2545122"/>
            <a:ext cx="23431" cy="54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54" name="Shape 652"/>
          <p:cNvSpPr/>
          <p:nvPr/>
        </p:nvSpPr>
        <p:spPr>
          <a:xfrm flipV="1">
            <a:off x="3966591" y="2545565"/>
            <a:ext cx="23431" cy="10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55" name="Shape 653"/>
          <p:cNvSpPr/>
          <p:nvPr/>
        </p:nvSpPr>
        <p:spPr>
          <a:xfrm>
            <a:off x="3990023" y="2545565"/>
            <a:ext cx="23432" cy="5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56" name="Shape 654"/>
          <p:cNvSpPr/>
          <p:nvPr/>
        </p:nvSpPr>
        <p:spPr>
          <a:xfrm>
            <a:off x="4013454" y="2545617"/>
            <a:ext cx="23431" cy="24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57" name="Shape 655"/>
          <p:cNvSpPr/>
          <p:nvPr/>
        </p:nvSpPr>
        <p:spPr>
          <a:xfrm flipV="1">
            <a:off x="4036886" y="2545226"/>
            <a:ext cx="23431" cy="63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58" name="Shape 656"/>
          <p:cNvSpPr/>
          <p:nvPr/>
        </p:nvSpPr>
        <p:spPr>
          <a:xfrm flipV="1">
            <a:off x="4060317" y="2543072"/>
            <a:ext cx="23432" cy="215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59" name="Shape 657"/>
          <p:cNvSpPr/>
          <p:nvPr/>
        </p:nvSpPr>
        <p:spPr>
          <a:xfrm flipV="1">
            <a:off x="4083749" y="2540178"/>
            <a:ext cx="23431" cy="289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60" name="Shape 658"/>
          <p:cNvSpPr/>
          <p:nvPr/>
        </p:nvSpPr>
        <p:spPr>
          <a:xfrm flipV="1">
            <a:off x="4107180" y="2537650"/>
            <a:ext cx="23432" cy="25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61" name="Shape 659"/>
          <p:cNvSpPr/>
          <p:nvPr/>
        </p:nvSpPr>
        <p:spPr>
          <a:xfrm flipV="1">
            <a:off x="4130612" y="2535677"/>
            <a:ext cx="23431" cy="197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62" name="Shape 660"/>
          <p:cNvSpPr/>
          <p:nvPr/>
        </p:nvSpPr>
        <p:spPr>
          <a:xfrm flipV="1">
            <a:off x="4154043" y="2533710"/>
            <a:ext cx="23431" cy="196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63" name="Shape 661"/>
          <p:cNvSpPr/>
          <p:nvPr/>
        </p:nvSpPr>
        <p:spPr>
          <a:xfrm flipV="1">
            <a:off x="4177475" y="2531971"/>
            <a:ext cx="23432" cy="173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64" name="Shape 662"/>
          <p:cNvSpPr/>
          <p:nvPr/>
        </p:nvSpPr>
        <p:spPr>
          <a:xfrm>
            <a:off x="4200906" y="2531971"/>
            <a:ext cx="23431" cy="63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65" name="Shape 663"/>
          <p:cNvSpPr/>
          <p:nvPr/>
        </p:nvSpPr>
        <p:spPr>
          <a:xfrm>
            <a:off x="4224338" y="2532610"/>
            <a:ext cx="23431" cy="58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66" name="Shape 664"/>
          <p:cNvSpPr/>
          <p:nvPr/>
        </p:nvSpPr>
        <p:spPr>
          <a:xfrm>
            <a:off x="4247769" y="2538429"/>
            <a:ext cx="23432" cy="1252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67" name="Shape 665"/>
          <p:cNvSpPr/>
          <p:nvPr/>
        </p:nvSpPr>
        <p:spPr>
          <a:xfrm>
            <a:off x="4271201" y="2550952"/>
            <a:ext cx="23431" cy="1912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68" name="Shape 666"/>
          <p:cNvSpPr/>
          <p:nvPr/>
        </p:nvSpPr>
        <p:spPr>
          <a:xfrm>
            <a:off x="4294632" y="2570078"/>
            <a:ext cx="23431" cy="2489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69" name="Shape 667"/>
          <p:cNvSpPr/>
          <p:nvPr/>
        </p:nvSpPr>
        <p:spPr>
          <a:xfrm>
            <a:off x="4318063" y="2594974"/>
            <a:ext cx="23432" cy="2983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70" name="Shape 668"/>
          <p:cNvSpPr/>
          <p:nvPr/>
        </p:nvSpPr>
        <p:spPr>
          <a:xfrm>
            <a:off x="4341495" y="2624813"/>
            <a:ext cx="23431" cy="3337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71" name="Shape 669"/>
          <p:cNvSpPr/>
          <p:nvPr/>
        </p:nvSpPr>
        <p:spPr>
          <a:xfrm>
            <a:off x="4364927" y="2658185"/>
            <a:ext cx="23432" cy="3399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72" name="Shape 670"/>
          <p:cNvSpPr/>
          <p:nvPr/>
        </p:nvSpPr>
        <p:spPr>
          <a:xfrm>
            <a:off x="4388358" y="2692182"/>
            <a:ext cx="23431" cy="3085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73" name="Shape 671"/>
          <p:cNvSpPr/>
          <p:nvPr/>
        </p:nvSpPr>
        <p:spPr>
          <a:xfrm>
            <a:off x="4411790" y="2723032"/>
            <a:ext cx="23431" cy="2498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74" name="Shape 672"/>
          <p:cNvSpPr/>
          <p:nvPr/>
        </p:nvSpPr>
        <p:spPr>
          <a:xfrm>
            <a:off x="4435221" y="2748015"/>
            <a:ext cx="23432" cy="1905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75" name="Shape 673"/>
          <p:cNvSpPr/>
          <p:nvPr/>
        </p:nvSpPr>
        <p:spPr>
          <a:xfrm>
            <a:off x="4458653" y="2767065"/>
            <a:ext cx="23431" cy="1436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76" name="Shape 674"/>
          <p:cNvSpPr/>
          <p:nvPr/>
        </p:nvSpPr>
        <p:spPr>
          <a:xfrm>
            <a:off x="4482084" y="2781425"/>
            <a:ext cx="23431" cy="1038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77" name="Shape 675"/>
          <p:cNvSpPr/>
          <p:nvPr/>
        </p:nvSpPr>
        <p:spPr>
          <a:xfrm>
            <a:off x="4505516" y="2791805"/>
            <a:ext cx="23432" cy="623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78" name="Shape 676"/>
          <p:cNvSpPr/>
          <p:nvPr/>
        </p:nvSpPr>
        <p:spPr>
          <a:xfrm>
            <a:off x="4528947" y="2798036"/>
            <a:ext cx="23431" cy="257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79" name="Shape 677"/>
          <p:cNvSpPr/>
          <p:nvPr/>
        </p:nvSpPr>
        <p:spPr>
          <a:xfrm>
            <a:off x="4552379" y="2800615"/>
            <a:ext cx="23431" cy="58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80" name="Shape 678"/>
          <p:cNvSpPr/>
          <p:nvPr/>
        </p:nvSpPr>
        <p:spPr>
          <a:xfrm>
            <a:off x="4575810" y="2801199"/>
            <a:ext cx="23432" cy="11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81" name="Shape 679"/>
          <p:cNvSpPr/>
          <p:nvPr/>
        </p:nvSpPr>
        <p:spPr>
          <a:xfrm flipV="1">
            <a:off x="4599242" y="2800088"/>
            <a:ext cx="23431" cy="122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82" name="Shape 680"/>
          <p:cNvSpPr/>
          <p:nvPr/>
        </p:nvSpPr>
        <p:spPr>
          <a:xfrm flipV="1">
            <a:off x="4622673" y="2793531"/>
            <a:ext cx="23431" cy="655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83" name="Shape 681"/>
          <p:cNvSpPr/>
          <p:nvPr/>
        </p:nvSpPr>
        <p:spPr>
          <a:xfrm flipV="1">
            <a:off x="4646105" y="2778165"/>
            <a:ext cx="23432" cy="1536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84" name="Shape 682"/>
          <p:cNvSpPr/>
          <p:nvPr/>
        </p:nvSpPr>
        <p:spPr>
          <a:xfrm flipV="1">
            <a:off x="4669536" y="2755113"/>
            <a:ext cx="23431" cy="2305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85" name="Shape 683"/>
          <p:cNvSpPr/>
          <p:nvPr/>
        </p:nvSpPr>
        <p:spPr>
          <a:xfrm flipV="1">
            <a:off x="4692968" y="2727483"/>
            <a:ext cx="23431" cy="2762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86" name="Shape 684"/>
          <p:cNvSpPr/>
          <p:nvPr/>
        </p:nvSpPr>
        <p:spPr>
          <a:xfrm flipV="1">
            <a:off x="4716399" y="2697878"/>
            <a:ext cx="23432" cy="2960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87" name="Shape 685"/>
          <p:cNvSpPr/>
          <p:nvPr/>
        </p:nvSpPr>
        <p:spPr>
          <a:xfrm flipV="1">
            <a:off x="4739831" y="2667928"/>
            <a:ext cx="23431" cy="2995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88" name="Shape 686"/>
          <p:cNvSpPr/>
          <p:nvPr/>
        </p:nvSpPr>
        <p:spPr>
          <a:xfrm flipV="1">
            <a:off x="4763262" y="2638841"/>
            <a:ext cx="23432" cy="2908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89" name="Shape 687"/>
          <p:cNvSpPr/>
          <p:nvPr/>
        </p:nvSpPr>
        <p:spPr>
          <a:xfrm flipV="1">
            <a:off x="4786694" y="2611351"/>
            <a:ext cx="23431" cy="2749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90" name="Shape 688"/>
          <p:cNvSpPr/>
          <p:nvPr/>
        </p:nvSpPr>
        <p:spPr>
          <a:xfrm flipV="1">
            <a:off x="4810125" y="2585934"/>
            <a:ext cx="23432" cy="2541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91" name="Shape 689"/>
          <p:cNvSpPr/>
          <p:nvPr/>
        </p:nvSpPr>
        <p:spPr>
          <a:xfrm flipV="1">
            <a:off x="4833557" y="2562913"/>
            <a:ext cx="23431" cy="2302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92" name="Shape 690"/>
          <p:cNvSpPr/>
          <p:nvPr/>
        </p:nvSpPr>
        <p:spPr>
          <a:xfrm flipV="1">
            <a:off x="4856988" y="2542425"/>
            <a:ext cx="23431" cy="2048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93" name="Shape 691"/>
          <p:cNvSpPr/>
          <p:nvPr/>
        </p:nvSpPr>
        <p:spPr>
          <a:xfrm flipV="1">
            <a:off x="4880420" y="2524489"/>
            <a:ext cx="23432" cy="1793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94" name="Shape 692"/>
          <p:cNvSpPr/>
          <p:nvPr/>
        </p:nvSpPr>
        <p:spPr>
          <a:xfrm flipV="1">
            <a:off x="4903851" y="2509139"/>
            <a:ext cx="23431" cy="1535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95" name="Shape 693"/>
          <p:cNvSpPr/>
          <p:nvPr/>
        </p:nvSpPr>
        <p:spPr>
          <a:xfrm flipV="1">
            <a:off x="4927282" y="2496305"/>
            <a:ext cx="23432" cy="1283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96" name="Shape 694"/>
          <p:cNvSpPr/>
          <p:nvPr/>
        </p:nvSpPr>
        <p:spPr>
          <a:xfrm flipV="1">
            <a:off x="4950714" y="2485870"/>
            <a:ext cx="23432" cy="1043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97" name="Shape 695"/>
          <p:cNvSpPr/>
          <p:nvPr/>
        </p:nvSpPr>
        <p:spPr>
          <a:xfrm flipV="1">
            <a:off x="4974146" y="2477764"/>
            <a:ext cx="23431" cy="810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98" name="Shape 696"/>
          <p:cNvSpPr/>
          <p:nvPr/>
        </p:nvSpPr>
        <p:spPr>
          <a:xfrm flipV="1">
            <a:off x="4997577" y="2471902"/>
            <a:ext cx="23432" cy="586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99" name="Shape 697"/>
          <p:cNvSpPr/>
          <p:nvPr/>
        </p:nvSpPr>
        <p:spPr>
          <a:xfrm flipV="1">
            <a:off x="5021009" y="2468216"/>
            <a:ext cx="23432" cy="368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00" name="Shape 698"/>
          <p:cNvSpPr/>
          <p:nvPr/>
        </p:nvSpPr>
        <p:spPr>
          <a:xfrm flipV="1">
            <a:off x="5044440" y="2466618"/>
            <a:ext cx="23431" cy="159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01" name="Shape 699"/>
          <p:cNvSpPr/>
          <p:nvPr/>
        </p:nvSpPr>
        <p:spPr>
          <a:xfrm>
            <a:off x="5067872" y="2466618"/>
            <a:ext cx="23432" cy="40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02" name="Shape 700"/>
          <p:cNvSpPr/>
          <p:nvPr/>
        </p:nvSpPr>
        <p:spPr>
          <a:xfrm>
            <a:off x="5091303" y="2467021"/>
            <a:ext cx="23432" cy="242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03" name="Shape 701"/>
          <p:cNvSpPr/>
          <p:nvPr/>
        </p:nvSpPr>
        <p:spPr>
          <a:xfrm>
            <a:off x="5114735" y="2469442"/>
            <a:ext cx="23432" cy="433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04" name="Shape 702"/>
          <p:cNvSpPr/>
          <p:nvPr/>
        </p:nvSpPr>
        <p:spPr>
          <a:xfrm>
            <a:off x="5138166" y="2473777"/>
            <a:ext cx="23431" cy="626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05" name="Shape 703"/>
          <p:cNvSpPr/>
          <p:nvPr/>
        </p:nvSpPr>
        <p:spPr>
          <a:xfrm>
            <a:off x="5161598" y="2480039"/>
            <a:ext cx="23432" cy="803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06" name="Shape 704"/>
          <p:cNvSpPr/>
          <p:nvPr/>
        </p:nvSpPr>
        <p:spPr>
          <a:xfrm>
            <a:off x="5185029" y="2488073"/>
            <a:ext cx="23432" cy="978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07" name="Shape 705"/>
          <p:cNvSpPr/>
          <p:nvPr/>
        </p:nvSpPr>
        <p:spPr>
          <a:xfrm>
            <a:off x="5208461" y="2497860"/>
            <a:ext cx="23431" cy="1131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08" name="Shape 706"/>
          <p:cNvSpPr/>
          <p:nvPr/>
        </p:nvSpPr>
        <p:spPr>
          <a:xfrm>
            <a:off x="5231892" y="2509176"/>
            <a:ext cx="23432" cy="126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09" name="Shape 707"/>
          <p:cNvSpPr/>
          <p:nvPr/>
        </p:nvSpPr>
        <p:spPr>
          <a:xfrm>
            <a:off x="5255324" y="2521813"/>
            <a:ext cx="23432" cy="136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10" name="Shape 708"/>
          <p:cNvSpPr/>
          <p:nvPr/>
        </p:nvSpPr>
        <p:spPr>
          <a:xfrm>
            <a:off x="5278755" y="2535413"/>
            <a:ext cx="23431" cy="1399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11" name="Shape 709"/>
          <p:cNvSpPr/>
          <p:nvPr/>
        </p:nvSpPr>
        <p:spPr>
          <a:xfrm>
            <a:off x="5302186" y="2549412"/>
            <a:ext cx="23432" cy="1371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12" name="Shape 710"/>
          <p:cNvSpPr/>
          <p:nvPr/>
        </p:nvSpPr>
        <p:spPr>
          <a:xfrm>
            <a:off x="5325618" y="2563128"/>
            <a:ext cx="23431" cy="1224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13" name="Shape 711"/>
          <p:cNvSpPr/>
          <p:nvPr/>
        </p:nvSpPr>
        <p:spPr>
          <a:xfrm>
            <a:off x="5349049" y="2575373"/>
            <a:ext cx="23432" cy="924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14" name="Shape 712"/>
          <p:cNvSpPr/>
          <p:nvPr/>
        </p:nvSpPr>
        <p:spPr>
          <a:xfrm>
            <a:off x="5372481" y="2584618"/>
            <a:ext cx="23432" cy="363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15" name="Shape 713"/>
          <p:cNvSpPr/>
          <p:nvPr/>
        </p:nvSpPr>
        <p:spPr>
          <a:xfrm flipV="1">
            <a:off x="5395913" y="2583007"/>
            <a:ext cx="23432" cy="52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16" name="Shape 714"/>
          <p:cNvSpPr/>
          <p:nvPr/>
        </p:nvSpPr>
        <p:spPr>
          <a:xfrm flipV="1">
            <a:off x="5419344" y="2568280"/>
            <a:ext cx="23432" cy="1472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17" name="Shape 715"/>
          <p:cNvSpPr/>
          <p:nvPr/>
        </p:nvSpPr>
        <p:spPr>
          <a:xfrm flipV="1">
            <a:off x="5442776" y="2549435"/>
            <a:ext cx="23431" cy="1884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18" name="Shape 716"/>
          <p:cNvSpPr/>
          <p:nvPr/>
        </p:nvSpPr>
        <p:spPr>
          <a:xfrm flipV="1">
            <a:off x="5466207" y="2532637"/>
            <a:ext cx="23432" cy="1679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19" name="Shape 717"/>
          <p:cNvSpPr/>
          <p:nvPr/>
        </p:nvSpPr>
        <p:spPr>
          <a:xfrm flipV="1">
            <a:off x="5489639" y="2520775"/>
            <a:ext cx="23431" cy="1186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20" name="Shape 718"/>
          <p:cNvSpPr/>
          <p:nvPr/>
        </p:nvSpPr>
        <p:spPr>
          <a:xfrm flipV="1">
            <a:off x="5513070" y="2513991"/>
            <a:ext cx="23432" cy="678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21" name="Shape 719"/>
          <p:cNvSpPr/>
          <p:nvPr/>
        </p:nvSpPr>
        <p:spPr>
          <a:xfrm flipV="1">
            <a:off x="5536502" y="2510911"/>
            <a:ext cx="23432" cy="308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22" name="Shape 720"/>
          <p:cNvSpPr/>
          <p:nvPr/>
        </p:nvSpPr>
        <p:spPr>
          <a:xfrm flipV="1">
            <a:off x="5559933" y="2510596"/>
            <a:ext cx="23432" cy="31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23" name="Shape 721"/>
          <p:cNvSpPr/>
          <p:nvPr/>
        </p:nvSpPr>
        <p:spPr>
          <a:xfrm>
            <a:off x="5583365" y="2510596"/>
            <a:ext cx="23431" cy="365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24" name="Shape 722"/>
          <p:cNvSpPr/>
          <p:nvPr/>
        </p:nvSpPr>
        <p:spPr>
          <a:xfrm>
            <a:off x="5606796" y="2514252"/>
            <a:ext cx="23432" cy="929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25" name="Shape 723"/>
          <p:cNvSpPr/>
          <p:nvPr/>
        </p:nvSpPr>
        <p:spPr>
          <a:xfrm>
            <a:off x="5630228" y="2523551"/>
            <a:ext cx="23431" cy="152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26" name="Shape 724"/>
          <p:cNvSpPr/>
          <p:nvPr/>
        </p:nvSpPr>
        <p:spPr>
          <a:xfrm>
            <a:off x="5653659" y="2538805"/>
            <a:ext cx="23432" cy="1939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27" name="Shape 725"/>
          <p:cNvSpPr/>
          <p:nvPr/>
        </p:nvSpPr>
        <p:spPr>
          <a:xfrm>
            <a:off x="5677091" y="2558202"/>
            <a:ext cx="23432" cy="2031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28" name="Shape 726"/>
          <p:cNvSpPr/>
          <p:nvPr/>
        </p:nvSpPr>
        <p:spPr>
          <a:xfrm>
            <a:off x="5700522" y="2578516"/>
            <a:ext cx="23432" cy="1900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29" name="Shape 727"/>
          <p:cNvSpPr/>
          <p:nvPr/>
        </p:nvSpPr>
        <p:spPr>
          <a:xfrm>
            <a:off x="5723954" y="2597525"/>
            <a:ext cx="23431" cy="1855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30" name="Shape 728"/>
          <p:cNvSpPr/>
          <p:nvPr/>
        </p:nvSpPr>
        <p:spPr>
          <a:xfrm>
            <a:off x="5747385" y="2616078"/>
            <a:ext cx="23432" cy="1999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31" name="Shape 729"/>
          <p:cNvSpPr/>
          <p:nvPr/>
        </p:nvSpPr>
        <p:spPr>
          <a:xfrm>
            <a:off x="5770817" y="2636075"/>
            <a:ext cx="23431" cy="2263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32" name="Shape 730"/>
          <p:cNvSpPr/>
          <p:nvPr/>
        </p:nvSpPr>
        <p:spPr>
          <a:xfrm>
            <a:off x="5794248" y="2658705"/>
            <a:ext cx="23432" cy="246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33" name="Shape 731"/>
          <p:cNvSpPr/>
          <p:nvPr/>
        </p:nvSpPr>
        <p:spPr>
          <a:xfrm>
            <a:off x="5817680" y="2683342"/>
            <a:ext cx="23432" cy="2349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34" name="Shape 732"/>
          <p:cNvSpPr/>
          <p:nvPr/>
        </p:nvSpPr>
        <p:spPr>
          <a:xfrm>
            <a:off x="5841111" y="2706834"/>
            <a:ext cx="23432" cy="159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35" name="Shape 733"/>
          <p:cNvSpPr/>
          <p:nvPr/>
        </p:nvSpPr>
        <p:spPr>
          <a:xfrm>
            <a:off x="5864543" y="2722771"/>
            <a:ext cx="23431" cy="259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36" name="Shape 734"/>
          <p:cNvSpPr/>
          <p:nvPr/>
        </p:nvSpPr>
        <p:spPr>
          <a:xfrm flipV="1">
            <a:off x="5887974" y="2716283"/>
            <a:ext cx="23432" cy="907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37" name="Shape 735"/>
          <p:cNvSpPr/>
          <p:nvPr/>
        </p:nvSpPr>
        <p:spPr>
          <a:xfrm flipV="1">
            <a:off x="5911406" y="2699918"/>
            <a:ext cx="23432" cy="1636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38" name="Shape 736"/>
          <p:cNvSpPr/>
          <p:nvPr/>
        </p:nvSpPr>
        <p:spPr>
          <a:xfrm flipV="1">
            <a:off x="5934837" y="2679480"/>
            <a:ext cx="23431" cy="204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39" name="Shape 737"/>
          <p:cNvSpPr/>
          <p:nvPr/>
        </p:nvSpPr>
        <p:spPr>
          <a:xfrm flipV="1">
            <a:off x="5958269" y="2656926"/>
            <a:ext cx="23432" cy="2255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40" name="Shape 738"/>
          <p:cNvSpPr/>
          <p:nvPr/>
        </p:nvSpPr>
        <p:spPr>
          <a:xfrm>
            <a:off x="3638550" y="2622282"/>
            <a:ext cx="29146" cy="19660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41" name="Shape 739"/>
          <p:cNvSpPr/>
          <p:nvPr/>
        </p:nvSpPr>
        <p:spPr>
          <a:xfrm>
            <a:off x="3661982" y="2632312"/>
            <a:ext cx="29147" cy="15111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42" name="Shape 740"/>
          <p:cNvSpPr/>
          <p:nvPr/>
        </p:nvSpPr>
        <p:spPr>
          <a:xfrm>
            <a:off x="3685413" y="2636209"/>
            <a:ext cx="29146" cy="11377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43" name="Shape 741"/>
          <p:cNvSpPr/>
          <p:nvPr/>
        </p:nvSpPr>
        <p:spPr>
          <a:xfrm>
            <a:off x="3708844" y="2631295"/>
            <a:ext cx="29146" cy="9042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44" name="Shape 742"/>
          <p:cNvSpPr/>
          <p:nvPr/>
        </p:nvSpPr>
        <p:spPr>
          <a:xfrm>
            <a:off x="3732276" y="2617277"/>
            <a:ext cx="29147" cy="8295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45" name="Shape 743"/>
          <p:cNvSpPr/>
          <p:nvPr/>
        </p:nvSpPr>
        <p:spPr>
          <a:xfrm>
            <a:off x="3755708" y="2598861"/>
            <a:ext cx="29146" cy="8390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46" name="Shape 744"/>
          <p:cNvSpPr/>
          <p:nvPr/>
        </p:nvSpPr>
        <p:spPr>
          <a:xfrm>
            <a:off x="3779139" y="2581414"/>
            <a:ext cx="29147" cy="8492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47" name="Shape 745"/>
          <p:cNvSpPr/>
          <p:nvPr/>
        </p:nvSpPr>
        <p:spPr>
          <a:xfrm>
            <a:off x="3802571" y="2567373"/>
            <a:ext cx="29146" cy="8363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48" name="Shape 746"/>
          <p:cNvSpPr/>
          <p:nvPr/>
        </p:nvSpPr>
        <p:spPr>
          <a:xfrm>
            <a:off x="3826002" y="2556655"/>
            <a:ext cx="29146" cy="8214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49" name="Shape 747"/>
          <p:cNvSpPr/>
          <p:nvPr/>
        </p:nvSpPr>
        <p:spPr>
          <a:xfrm>
            <a:off x="3849434" y="2548709"/>
            <a:ext cx="29147" cy="8241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50" name="Shape 748"/>
          <p:cNvSpPr/>
          <p:nvPr/>
        </p:nvSpPr>
        <p:spPr>
          <a:xfrm>
            <a:off x="3872865" y="2543854"/>
            <a:ext cx="29146" cy="8350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51" name="Shape 749"/>
          <p:cNvSpPr/>
          <p:nvPr/>
        </p:nvSpPr>
        <p:spPr>
          <a:xfrm>
            <a:off x="3896296" y="2542431"/>
            <a:ext cx="29146" cy="8323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52" name="Shape 750"/>
          <p:cNvSpPr/>
          <p:nvPr/>
        </p:nvSpPr>
        <p:spPr>
          <a:xfrm>
            <a:off x="3919728" y="2543539"/>
            <a:ext cx="29147" cy="8153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53" name="Shape 751"/>
          <p:cNvSpPr/>
          <p:nvPr/>
        </p:nvSpPr>
        <p:spPr>
          <a:xfrm>
            <a:off x="3943160" y="2545122"/>
            <a:ext cx="29146" cy="8051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54" name="Shape 752"/>
          <p:cNvSpPr/>
          <p:nvPr/>
        </p:nvSpPr>
        <p:spPr>
          <a:xfrm>
            <a:off x="3966591" y="2545670"/>
            <a:ext cx="29146" cy="8160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55" name="Shape 753"/>
          <p:cNvSpPr/>
          <p:nvPr/>
        </p:nvSpPr>
        <p:spPr>
          <a:xfrm>
            <a:off x="3990023" y="2545565"/>
            <a:ext cx="29147" cy="8316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56" name="Shape 754"/>
          <p:cNvSpPr/>
          <p:nvPr/>
        </p:nvSpPr>
        <p:spPr>
          <a:xfrm>
            <a:off x="4013454" y="2545617"/>
            <a:ext cx="29146" cy="8316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57" name="Shape 755"/>
          <p:cNvSpPr/>
          <p:nvPr/>
        </p:nvSpPr>
        <p:spPr>
          <a:xfrm>
            <a:off x="4036886" y="2545860"/>
            <a:ext cx="29146" cy="8153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58" name="Shape 756"/>
          <p:cNvSpPr/>
          <p:nvPr/>
        </p:nvSpPr>
        <p:spPr>
          <a:xfrm>
            <a:off x="4060317" y="2545226"/>
            <a:ext cx="29147" cy="8051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59" name="Shape 757"/>
          <p:cNvSpPr/>
          <p:nvPr/>
        </p:nvSpPr>
        <p:spPr>
          <a:xfrm>
            <a:off x="4083749" y="2543072"/>
            <a:ext cx="29146" cy="8153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60" name="Shape 758"/>
          <p:cNvSpPr/>
          <p:nvPr/>
        </p:nvSpPr>
        <p:spPr>
          <a:xfrm>
            <a:off x="4107180" y="2540178"/>
            <a:ext cx="29147" cy="8309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61" name="Shape 759"/>
          <p:cNvSpPr/>
          <p:nvPr/>
        </p:nvSpPr>
        <p:spPr>
          <a:xfrm>
            <a:off x="4130612" y="2537650"/>
            <a:ext cx="29146" cy="8309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62" name="Shape 760"/>
          <p:cNvSpPr/>
          <p:nvPr/>
        </p:nvSpPr>
        <p:spPr>
          <a:xfrm>
            <a:off x="4154043" y="2535677"/>
            <a:ext cx="29146" cy="8153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63" name="Shape 761"/>
          <p:cNvSpPr/>
          <p:nvPr/>
        </p:nvSpPr>
        <p:spPr>
          <a:xfrm>
            <a:off x="4177475" y="2533710"/>
            <a:ext cx="29147" cy="8051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64" name="Shape 762"/>
          <p:cNvSpPr/>
          <p:nvPr/>
        </p:nvSpPr>
        <p:spPr>
          <a:xfrm>
            <a:off x="4200906" y="2531971"/>
            <a:ext cx="29146" cy="8153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65" name="Shape 763"/>
          <p:cNvSpPr/>
          <p:nvPr/>
        </p:nvSpPr>
        <p:spPr>
          <a:xfrm>
            <a:off x="4224338" y="2532610"/>
            <a:ext cx="29146" cy="8309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66" name="Shape 764"/>
          <p:cNvSpPr/>
          <p:nvPr/>
        </p:nvSpPr>
        <p:spPr>
          <a:xfrm>
            <a:off x="4247769" y="2538429"/>
            <a:ext cx="29147" cy="8309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67" name="Shape 765"/>
          <p:cNvSpPr/>
          <p:nvPr/>
        </p:nvSpPr>
        <p:spPr>
          <a:xfrm>
            <a:off x="4271201" y="2550952"/>
            <a:ext cx="29146" cy="8153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68" name="Shape 766"/>
          <p:cNvSpPr/>
          <p:nvPr/>
        </p:nvSpPr>
        <p:spPr>
          <a:xfrm>
            <a:off x="4294632" y="2570078"/>
            <a:ext cx="29146" cy="8051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69" name="Shape 767"/>
          <p:cNvSpPr/>
          <p:nvPr/>
        </p:nvSpPr>
        <p:spPr>
          <a:xfrm>
            <a:off x="4318063" y="2594974"/>
            <a:ext cx="29147" cy="8153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70" name="Shape 768"/>
          <p:cNvSpPr/>
          <p:nvPr/>
        </p:nvSpPr>
        <p:spPr>
          <a:xfrm>
            <a:off x="4341495" y="2624813"/>
            <a:ext cx="29146" cy="8316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71" name="Shape 769"/>
          <p:cNvSpPr/>
          <p:nvPr/>
        </p:nvSpPr>
        <p:spPr>
          <a:xfrm>
            <a:off x="4364927" y="2658185"/>
            <a:ext cx="29147" cy="8316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72" name="Shape 770"/>
          <p:cNvSpPr/>
          <p:nvPr/>
        </p:nvSpPr>
        <p:spPr>
          <a:xfrm>
            <a:off x="4388358" y="2692182"/>
            <a:ext cx="29146" cy="8160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73" name="Shape 771"/>
          <p:cNvSpPr/>
          <p:nvPr/>
        </p:nvSpPr>
        <p:spPr>
          <a:xfrm>
            <a:off x="4411790" y="2723032"/>
            <a:ext cx="29146" cy="8051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74" name="Shape 772"/>
          <p:cNvSpPr/>
          <p:nvPr/>
        </p:nvSpPr>
        <p:spPr>
          <a:xfrm>
            <a:off x="4435221" y="2748015"/>
            <a:ext cx="29147" cy="8153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75" name="Shape 773"/>
          <p:cNvSpPr/>
          <p:nvPr/>
        </p:nvSpPr>
        <p:spPr>
          <a:xfrm>
            <a:off x="4458653" y="2767065"/>
            <a:ext cx="29146" cy="8323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76" name="Shape 774"/>
          <p:cNvSpPr/>
          <p:nvPr/>
        </p:nvSpPr>
        <p:spPr>
          <a:xfrm>
            <a:off x="4482084" y="2781425"/>
            <a:ext cx="29146" cy="8350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77" name="Shape 775"/>
          <p:cNvSpPr/>
          <p:nvPr/>
        </p:nvSpPr>
        <p:spPr>
          <a:xfrm>
            <a:off x="4505516" y="2791805"/>
            <a:ext cx="29147" cy="8241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78" name="Shape 776"/>
          <p:cNvSpPr/>
          <p:nvPr/>
        </p:nvSpPr>
        <p:spPr>
          <a:xfrm>
            <a:off x="4528947" y="2798036"/>
            <a:ext cx="29146" cy="8214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79" name="Shape 777"/>
          <p:cNvSpPr/>
          <p:nvPr/>
        </p:nvSpPr>
        <p:spPr>
          <a:xfrm>
            <a:off x="4552379" y="2800615"/>
            <a:ext cx="29146" cy="8363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80" name="Shape 778"/>
          <p:cNvSpPr/>
          <p:nvPr/>
        </p:nvSpPr>
        <p:spPr>
          <a:xfrm>
            <a:off x="4575810" y="2801199"/>
            <a:ext cx="29147" cy="8492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81" name="Shape 779"/>
          <p:cNvSpPr/>
          <p:nvPr/>
        </p:nvSpPr>
        <p:spPr>
          <a:xfrm>
            <a:off x="4599242" y="2801310"/>
            <a:ext cx="29146" cy="8390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82" name="Shape 780"/>
          <p:cNvSpPr/>
          <p:nvPr/>
        </p:nvSpPr>
        <p:spPr>
          <a:xfrm>
            <a:off x="4622673" y="2800088"/>
            <a:ext cx="29146" cy="8295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83" name="Shape 781"/>
          <p:cNvSpPr/>
          <p:nvPr/>
        </p:nvSpPr>
        <p:spPr>
          <a:xfrm>
            <a:off x="4646105" y="2793531"/>
            <a:ext cx="29147" cy="9042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84" name="Shape 782"/>
          <p:cNvSpPr/>
          <p:nvPr/>
        </p:nvSpPr>
        <p:spPr>
          <a:xfrm>
            <a:off x="4669536" y="2778165"/>
            <a:ext cx="29146" cy="11371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85" name="Shape 783"/>
          <p:cNvSpPr/>
          <p:nvPr/>
        </p:nvSpPr>
        <p:spPr>
          <a:xfrm>
            <a:off x="4692968" y="2755113"/>
            <a:ext cx="29146" cy="15084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86" name="Shape 784"/>
          <p:cNvSpPr/>
          <p:nvPr/>
        </p:nvSpPr>
        <p:spPr>
          <a:xfrm>
            <a:off x="4716399" y="2727483"/>
            <a:ext cx="29147" cy="19599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87" name="Shape 785"/>
          <p:cNvSpPr/>
          <p:nvPr/>
        </p:nvSpPr>
        <p:spPr>
          <a:xfrm>
            <a:off x="4739831" y="2697878"/>
            <a:ext cx="29146" cy="24432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88" name="Shape 786"/>
          <p:cNvSpPr/>
          <p:nvPr/>
        </p:nvSpPr>
        <p:spPr>
          <a:xfrm>
            <a:off x="4763262" y="2667928"/>
            <a:ext cx="29147" cy="29286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89" name="Shape 787"/>
          <p:cNvSpPr/>
          <p:nvPr/>
        </p:nvSpPr>
        <p:spPr>
          <a:xfrm>
            <a:off x="4786694" y="2638841"/>
            <a:ext cx="29146" cy="33950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90" name="Shape 788"/>
          <p:cNvSpPr/>
          <p:nvPr/>
        </p:nvSpPr>
        <p:spPr>
          <a:xfrm>
            <a:off x="4810125" y="2611351"/>
            <a:ext cx="29147" cy="38302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91" name="Shape 789"/>
          <p:cNvSpPr/>
          <p:nvPr/>
        </p:nvSpPr>
        <p:spPr>
          <a:xfrm>
            <a:off x="4833557" y="2585934"/>
            <a:ext cx="29146" cy="42259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92" name="Shape 790"/>
          <p:cNvSpPr/>
          <p:nvPr/>
        </p:nvSpPr>
        <p:spPr>
          <a:xfrm>
            <a:off x="4856988" y="2562913"/>
            <a:ext cx="29146" cy="45776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93" name="Shape 791"/>
          <p:cNvSpPr/>
          <p:nvPr/>
        </p:nvSpPr>
        <p:spPr>
          <a:xfrm>
            <a:off x="4880420" y="2542425"/>
            <a:ext cx="29147" cy="48831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94" name="Shape 792"/>
          <p:cNvSpPr/>
          <p:nvPr/>
        </p:nvSpPr>
        <p:spPr>
          <a:xfrm>
            <a:off x="4903851" y="2524489"/>
            <a:ext cx="29146" cy="51431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95" name="Shape 793"/>
          <p:cNvSpPr/>
          <p:nvPr/>
        </p:nvSpPr>
        <p:spPr>
          <a:xfrm>
            <a:off x="4927282" y="2509139"/>
            <a:ext cx="29147" cy="53569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96" name="Shape 794"/>
          <p:cNvSpPr/>
          <p:nvPr/>
        </p:nvSpPr>
        <p:spPr>
          <a:xfrm>
            <a:off x="4950714" y="2496305"/>
            <a:ext cx="29147" cy="55260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97" name="Shape 795"/>
          <p:cNvSpPr/>
          <p:nvPr/>
        </p:nvSpPr>
        <p:spPr>
          <a:xfrm>
            <a:off x="4974146" y="2485870"/>
            <a:ext cx="29146" cy="56522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98" name="Shape 796"/>
          <p:cNvSpPr/>
          <p:nvPr/>
        </p:nvSpPr>
        <p:spPr>
          <a:xfrm>
            <a:off x="4997577" y="2477764"/>
            <a:ext cx="29147" cy="57364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99" name="Shape 797"/>
          <p:cNvSpPr/>
          <p:nvPr/>
        </p:nvSpPr>
        <p:spPr>
          <a:xfrm>
            <a:off x="5021009" y="2471902"/>
            <a:ext cx="29147" cy="57792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00" name="Shape 798"/>
          <p:cNvSpPr/>
          <p:nvPr/>
        </p:nvSpPr>
        <p:spPr>
          <a:xfrm>
            <a:off x="5044440" y="2468216"/>
            <a:ext cx="29146" cy="57812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01" name="Shape 799"/>
          <p:cNvSpPr/>
          <p:nvPr/>
        </p:nvSpPr>
        <p:spPr>
          <a:xfrm>
            <a:off x="5067872" y="2466618"/>
            <a:ext cx="29147" cy="57425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02" name="Shape 800"/>
          <p:cNvSpPr/>
          <p:nvPr/>
        </p:nvSpPr>
        <p:spPr>
          <a:xfrm>
            <a:off x="5091303" y="2467021"/>
            <a:ext cx="29147" cy="56631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03" name="Shape 801"/>
          <p:cNvSpPr/>
          <p:nvPr/>
        </p:nvSpPr>
        <p:spPr>
          <a:xfrm>
            <a:off x="5114735" y="2469442"/>
            <a:ext cx="29147" cy="55409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04" name="Shape 802"/>
          <p:cNvSpPr/>
          <p:nvPr/>
        </p:nvSpPr>
        <p:spPr>
          <a:xfrm>
            <a:off x="5138166" y="2473777"/>
            <a:ext cx="29146" cy="53759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05" name="Shape 803"/>
          <p:cNvSpPr/>
          <p:nvPr/>
        </p:nvSpPr>
        <p:spPr>
          <a:xfrm>
            <a:off x="5161598" y="2480039"/>
            <a:ext cx="29147" cy="51655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06" name="Shape 804"/>
          <p:cNvSpPr/>
          <p:nvPr/>
        </p:nvSpPr>
        <p:spPr>
          <a:xfrm>
            <a:off x="5185029" y="2488073"/>
            <a:ext cx="29147" cy="49096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07" name="Shape 805"/>
          <p:cNvSpPr/>
          <p:nvPr/>
        </p:nvSpPr>
        <p:spPr>
          <a:xfrm>
            <a:off x="5208461" y="2497860"/>
            <a:ext cx="29146" cy="46061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08" name="Shape 806"/>
          <p:cNvSpPr/>
          <p:nvPr/>
        </p:nvSpPr>
        <p:spPr>
          <a:xfrm>
            <a:off x="5231892" y="2509176"/>
            <a:ext cx="29147" cy="42565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09" name="Shape 807"/>
          <p:cNvSpPr/>
          <p:nvPr/>
        </p:nvSpPr>
        <p:spPr>
          <a:xfrm>
            <a:off x="5255324" y="2521813"/>
            <a:ext cx="29147" cy="3861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10" name="Shape 808"/>
          <p:cNvSpPr/>
          <p:nvPr/>
        </p:nvSpPr>
        <p:spPr>
          <a:xfrm>
            <a:off x="5278755" y="2535413"/>
            <a:ext cx="29146" cy="34249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11" name="Shape 809"/>
          <p:cNvSpPr/>
          <p:nvPr/>
        </p:nvSpPr>
        <p:spPr>
          <a:xfrm>
            <a:off x="5302186" y="2549412"/>
            <a:ext cx="29147" cy="29551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12" name="Shape 810"/>
          <p:cNvSpPr/>
          <p:nvPr/>
        </p:nvSpPr>
        <p:spPr>
          <a:xfrm>
            <a:off x="5325618" y="2563128"/>
            <a:ext cx="29146" cy="24636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13" name="Shape 811"/>
          <p:cNvSpPr/>
          <p:nvPr/>
        </p:nvSpPr>
        <p:spPr>
          <a:xfrm>
            <a:off x="5349049" y="2575373"/>
            <a:ext cx="29147" cy="19721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14" name="Shape 812"/>
          <p:cNvSpPr/>
          <p:nvPr/>
        </p:nvSpPr>
        <p:spPr>
          <a:xfrm>
            <a:off x="5372481" y="2584618"/>
            <a:ext cx="29147" cy="15111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15" name="Shape 813"/>
          <p:cNvSpPr/>
          <p:nvPr/>
        </p:nvSpPr>
        <p:spPr>
          <a:xfrm>
            <a:off x="5395913" y="2588253"/>
            <a:ext cx="29147" cy="11357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16" name="Shape 814"/>
          <p:cNvSpPr/>
          <p:nvPr/>
        </p:nvSpPr>
        <p:spPr>
          <a:xfrm>
            <a:off x="5419344" y="2583007"/>
            <a:ext cx="29147" cy="9164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17" name="Shape 815"/>
          <p:cNvSpPr/>
          <p:nvPr/>
        </p:nvSpPr>
        <p:spPr>
          <a:xfrm>
            <a:off x="5442776" y="2568280"/>
            <a:ext cx="29146" cy="8764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18" name="Shape 816"/>
          <p:cNvSpPr/>
          <p:nvPr/>
        </p:nvSpPr>
        <p:spPr>
          <a:xfrm>
            <a:off x="5466207" y="2549435"/>
            <a:ext cx="29147" cy="9246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19" name="Shape 817"/>
          <p:cNvSpPr/>
          <p:nvPr/>
        </p:nvSpPr>
        <p:spPr>
          <a:xfrm>
            <a:off x="5489639" y="2532637"/>
            <a:ext cx="29146" cy="9585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20" name="Shape 818"/>
          <p:cNvSpPr/>
          <p:nvPr/>
        </p:nvSpPr>
        <p:spPr>
          <a:xfrm>
            <a:off x="5513070" y="2520775"/>
            <a:ext cx="29147" cy="9429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21" name="Shape 819"/>
          <p:cNvSpPr/>
          <p:nvPr/>
        </p:nvSpPr>
        <p:spPr>
          <a:xfrm>
            <a:off x="5536502" y="2513991"/>
            <a:ext cx="29147" cy="8967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22" name="Shape 820"/>
          <p:cNvSpPr/>
          <p:nvPr/>
        </p:nvSpPr>
        <p:spPr>
          <a:xfrm>
            <a:off x="5559933" y="2510911"/>
            <a:ext cx="29147" cy="8655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23" name="Shape 821"/>
          <p:cNvSpPr/>
          <p:nvPr/>
        </p:nvSpPr>
        <p:spPr>
          <a:xfrm>
            <a:off x="5583365" y="2510596"/>
            <a:ext cx="29146" cy="8791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24" name="Shape 822"/>
          <p:cNvSpPr/>
          <p:nvPr/>
        </p:nvSpPr>
        <p:spPr>
          <a:xfrm>
            <a:off x="5606796" y="2514252"/>
            <a:ext cx="29147" cy="9144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25" name="Shape 823"/>
          <p:cNvSpPr/>
          <p:nvPr/>
        </p:nvSpPr>
        <p:spPr>
          <a:xfrm>
            <a:off x="5630228" y="2523551"/>
            <a:ext cx="29146" cy="9307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26" name="Shape 824"/>
          <p:cNvSpPr/>
          <p:nvPr/>
        </p:nvSpPr>
        <p:spPr>
          <a:xfrm>
            <a:off x="5653659" y="2538805"/>
            <a:ext cx="29147" cy="9110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27" name="Shape 825"/>
          <p:cNvSpPr/>
          <p:nvPr/>
        </p:nvSpPr>
        <p:spPr>
          <a:xfrm>
            <a:off x="5677091" y="2558202"/>
            <a:ext cx="29147" cy="8771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28" name="Shape 826"/>
          <p:cNvSpPr/>
          <p:nvPr/>
        </p:nvSpPr>
        <p:spPr>
          <a:xfrm>
            <a:off x="5700522" y="2578516"/>
            <a:ext cx="29147" cy="8771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29" name="Shape 827"/>
          <p:cNvSpPr/>
          <p:nvPr/>
        </p:nvSpPr>
        <p:spPr>
          <a:xfrm>
            <a:off x="5723954" y="2597525"/>
            <a:ext cx="29146" cy="9388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30" name="Shape 828"/>
          <p:cNvSpPr/>
          <p:nvPr/>
        </p:nvSpPr>
        <p:spPr>
          <a:xfrm>
            <a:off x="5747385" y="2616078"/>
            <a:ext cx="29147" cy="10284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31" name="Shape 829"/>
          <p:cNvSpPr/>
          <p:nvPr/>
        </p:nvSpPr>
        <p:spPr>
          <a:xfrm>
            <a:off x="5770817" y="2636075"/>
            <a:ext cx="29146" cy="10909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32" name="Shape 830"/>
          <p:cNvSpPr/>
          <p:nvPr/>
        </p:nvSpPr>
        <p:spPr>
          <a:xfrm>
            <a:off x="5794248" y="2658705"/>
            <a:ext cx="29147" cy="10862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33" name="Shape 831"/>
          <p:cNvSpPr/>
          <p:nvPr/>
        </p:nvSpPr>
        <p:spPr>
          <a:xfrm>
            <a:off x="5817680" y="2683342"/>
            <a:ext cx="29147" cy="10122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34" name="Shape 832"/>
          <p:cNvSpPr/>
          <p:nvPr/>
        </p:nvSpPr>
        <p:spPr>
          <a:xfrm>
            <a:off x="5841111" y="2706834"/>
            <a:ext cx="29147" cy="9185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35" name="Shape 833"/>
          <p:cNvSpPr/>
          <p:nvPr/>
        </p:nvSpPr>
        <p:spPr>
          <a:xfrm>
            <a:off x="5864543" y="2722771"/>
            <a:ext cx="29146" cy="9232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36" name="Shape 834"/>
          <p:cNvSpPr/>
          <p:nvPr/>
        </p:nvSpPr>
        <p:spPr>
          <a:xfrm>
            <a:off x="5887974" y="2725362"/>
            <a:ext cx="29147" cy="1136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37" name="Shape 835"/>
          <p:cNvSpPr/>
          <p:nvPr/>
        </p:nvSpPr>
        <p:spPr>
          <a:xfrm>
            <a:off x="5911406" y="2716283"/>
            <a:ext cx="29147" cy="15233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38" name="Shape 836"/>
          <p:cNvSpPr/>
          <p:nvPr/>
        </p:nvSpPr>
        <p:spPr>
          <a:xfrm>
            <a:off x="5934837" y="2699918"/>
            <a:ext cx="29146" cy="19992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39" name="Shape 837"/>
          <p:cNvSpPr/>
          <p:nvPr/>
        </p:nvSpPr>
        <p:spPr>
          <a:xfrm>
            <a:off x="5958269" y="2679480"/>
            <a:ext cx="29147" cy="25057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840" name="Shape 838"/>
          <p:cNvSpPr/>
          <p:nvPr/>
        </p:nvSpPr>
        <p:spPr>
          <a:xfrm flipV="1">
            <a:off x="3638550" y="2693653"/>
            <a:ext cx="23431" cy="304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41" name="Shape 839"/>
          <p:cNvSpPr/>
          <p:nvPr/>
        </p:nvSpPr>
        <p:spPr>
          <a:xfrm flipV="1">
            <a:off x="3661982" y="2664593"/>
            <a:ext cx="23432" cy="2906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42" name="Shape 840"/>
          <p:cNvSpPr/>
          <p:nvPr/>
        </p:nvSpPr>
        <p:spPr>
          <a:xfrm flipV="1">
            <a:off x="3685413" y="2638269"/>
            <a:ext cx="23431" cy="2632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43" name="Shape 841"/>
          <p:cNvSpPr/>
          <p:nvPr/>
        </p:nvSpPr>
        <p:spPr>
          <a:xfrm flipV="1">
            <a:off x="3708844" y="2615756"/>
            <a:ext cx="23431" cy="2251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44" name="Shape 842"/>
          <p:cNvSpPr/>
          <p:nvPr/>
        </p:nvSpPr>
        <p:spPr>
          <a:xfrm flipV="1">
            <a:off x="3732276" y="2597831"/>
            <a:ext cx="23432" cy="1792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45" name="Shape 843"/>
          <p:cNvSpPr/>
          <p:nvPr/>
        </p:nvSpPr>
        <p:spPr>
          <a:xfrm flipV="1">
            <a:off x="3755708" y="2584860"/>
            <a:ext cx="23431" cy="1297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46" name="Shape 844"/>
          <p:cNvSpPr/>
          <p:nvPr/>
        </p:nvSpPr>
        <p:spPr>
          <a:xfrm flipV="1">
            <a:off x="3779139" y="2576824"/>
            <a:ext cx="23432" cy="803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47" name="Shape 845"/>
          <p:cNvSpPr/>
          <p:nvPr/>
        </p:nvSpPr>
        <p:spPr>
          <a:xfrm flipV="1">
            <a:off x="3802571" y="2573326"/>
            <a:ext cx="23431" cy="349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48" name="Shape 846"/>
          <p:cNvSpPr/>
          <p:nvPr/>
        </p:nvSpPr>
        <p:spPr>
          <a:xfrm>
            <a:off x="3826002" y="2573326"/>
            <a:ext cx="23431" cy="26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49" name="Shape 847"/>
          <p:cNvSpPr/>
          <p:nvPr/>
        </p:nvSpPr>
        <p:spPr>
          <a:xfrm>
            <a:off x="3849434" y="2573586"/>
            <a:ext cx="23432" cy="303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50" name="Shape 848"/>
          <p:cNvSpPr/>
          <p:nvPr/>
        </p:nvSpPr>
        <p:spPr>
          <a:xfrm>
            <a:off x="3872865" y="2576616"/>
            <a:ext cx="23431" cy="46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51" name="Shape 849"/>
          <p:cNvSpPr/>
          <p:nvPr/>
        </p:nvSpPr>
        <p:spPr>
          <a:xfrm>
            <a:off x="3896296" y="2581292"/>
            <a:ext cx="23431" cy="510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52" name="Shape 850"/>
          <p:cNvSpPr/>
          <p:nvPr/>
        </p:nvSpPr>
        <p:spPr>
          <a:xfrm>
            <a:off x="3919728" y="2586401"/>
            <a:ext cx="23432" cy="448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53" name="Shape 851"/>
          <p:cNvSpPr/>
          <p:nvPr/>
        </p:nvSpPr>
        <p:spPr>
          <a:xfrm>
            <a:off x="3943160" y="2590887"/>
            <a:ext cx="23431" cy="292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54" name="Shape 852"/>
          <p:cNvSpPr/>
          <p:nvPr/>
        </p:nvSpPr>
        <p:spPr>
          <a:xfrm>
            <a:off x="3966591" y="2593813"/>
            <a:ext cx="23431" cy="7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55" name="Shape 853"/>
          <p:cNvSpPr/>
          <p:nvPr/>
        </p:nvSpPr>
        <p:spPr>
          <a:xfrm flipV="1">
            <a:off x="3990023" y="2593017"/>
            <a:ext cx="23432" cy="159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56" name="Shape 854"/>
          <p:cNvSpPr/>
          <p:nvPr/>
        </p:nvSpPr>
        <p:spPr>
          <a:xfrm flipV="1">
            <a:off x="4013454" y="2589155"/>
            <a:ext cx="23431" cy="386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57" name="Shape 855"/>
          <p:cNvSpPr/>
          <p:nvPr/>
        </p:nvSpPr>
        <p:spPr>
          <a:xfrm flipV="1">
            <a:off x="4036886" y="2583492"/>
            <a:ext cx="23431" cy="566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58" name="Shape 856"/>
          <p:cNvSpPr/>
          <p:nvPr/>
        </p:nvSpPr>
        <p:spPr>
          <a:xfrm flipV="1">
            <a:off x="4060317" y="2576859"/>
            <a:ext cx="23432" cy="663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59" name="Shape 857"/>
          <p:cNvSpPr/>
          <p:nvPr/>
        </p:nvSpPr>
        <p:spPr>
          <a:xfrm flipV="1">
            <a:off x="4083749" y="2570278"/>
            <a:ext cx="23431" cy="658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60" name="Shape 858"/>
          <p:cNvSpPr/>
          <p:nvPr/>
        </p:nvSpPr>
        <p:spPr>
          <a:xfrm flipV="1">
            <a:off x="4107180" y="2564927"/>
            <a:ext cx="23432" cy="535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61" name="Shape 859"/>
          <p:cNvSpPr/>
          <p:nvPr/>
        </p:nvSpPr>
        <p:spPr>
          <a:xfrm flipV="1">
            <a:off x="4130612" y="2562000"/>
            <a:ext cx="23431" cy="292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62" name="Shape 860"/>
          <p:cNvSpPr/>
          <p:nvPr/>
        </p:nvSpPr>
        <p:spPr>
          <a:xfrm>
            <a:off x="4154043" y="2562000"/>
            <a:ext cx="23431" cy="57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63" name="Shape 861"/>
          <p:cNvSpPr/>
          <p:nvPr/>
        </p:nvSpPr>
        <p:spPr>
          <a:xfrm>
            <a:off x="4177475" y="2562571"/>
            <a:ext cx="23432" cy="497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64" name="Shape 862"/>
          <p:cNvSpPr/>
          <p:nvPr/>
        </p:nvSpPr>
        <p:spPr>
          <a:xfrm>
            <a:off x="4200906" y="2567542"/>
            <a:ext cx="23431" cy="990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65" name="Shape 863"/>
          <p:cNvSpPr/>
          <p:nvPr/>
        </p:nvSpPr>
        <p:spPr>
          <a:xfrm>
            <a:off x="4224338" y="2577448"/>
            <a:ext cx="23431" cy="150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66" name="Shape 864"/>
          <p:cNvSpPr/>
          <p:nvPr/>
        </p:nvSpPr>
        <p:spPr>
          <a:xfrm>
            <a:off x="4247769" y="2592497"/>
            <a:ext cx="23432" cy="1998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67" name="Shape 865"/>
          <p:cNvSpPr/>
          <p:nvPr/>
        </p:nvSpPr>
        <p:spPr>
          <a:xfrm>
            <a:off x="4271201" y="2612482"/>
            <a:ext cx="23431" cy="2431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68" name="Shape 866"/>
          <p:cNvSpPr/>
          <p:nvPr/>
        </p:nvSpPr>
        <p:spPr>
          <a:xfrm>
            <a:off x="4294632" y="2636797"/>
            <a:ext cx="23431" cy="276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69" name="Shape 867"/>
          <p:cNvSpPr/>
          <p:nvPr/>
        </p:nvSpPr>
        <p:spPr>
          <a:xfrm>
            <a:off x="4318063" y="2664472"/>
            <a:ext cx="23432" cy="2985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70" name="Shape 868"/>
          <p:cNvSpPr/>
          <p:nvPr/>
        </p:nvSpPr>
        <p:spPr>
          <a:xfrm>
            <a:off x="4341495" y="2694328"/>
            <a:ext cx="23431" cy="3060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71" name="Shape 869"/>
          <p:cNvSpPr/>
          <p:nvPr/>
        </p:nvSpPr>
        <p:spPr>
          <a:xfrm>
            <a:off x="4364927" y="2724929"/>
            <a:ext cx="23432" cy="2990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72" name="Shape 870"/>
          <p:cNvSpPr/>
          <p:nvPr/>
        </p:nvSpPr>
        <p:spPr>
          <a:xfrm>
            <a:off x="4388358" y="2754838"/>
            <a:ext cx="23431" cy="278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73" name="Shape 871"/>
          <p:cNvSpPr/>
          <p:nvPr/>
        </p:nvSpPr>
        <p:spPr>
          <a:xfrm>
            <a:off x="4411790" y="2782685"/>
            <a:ext cx="23431" cy="2459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74" name="Shape 872"/>
          <p:cNvSpPr/>
          <p:nvPr/>
        </p:nvSpPr>
        <p:spPr>
          <a:xfrm>
            <a:off x="4435221" y="2807277"/>
            <a:ext cx="23432" cy="2045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75" name="Shape 873"/>
          <p:cNvSpPr/>
          <p:nvPr/>
        </p:nvSpPr>
        <p:spPr>
          <a:xfrm>
            <a:off x="4458653" y="2827730"/>
            <a:ext cx="23431" cy="1576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76" name="Shape 874"/>
          <p:cNvSpPr/>
          <p:nvPr/>
        </p:nvSpPr>
        <p:spPr>
          <a:xfrm>
            <a:off x="4482084" y="2843490"/>
            <a:ext cx="23431" cy="1092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77" name="Shape 875"/>
          <p:cNvSpPr/>
          <p:nvPr/>
        </p:nvSpPr>
        <p:spPr>
          <a:xfrm>
            <a:off x="4505516" y="2854417"/>
            <a:ext cx="23432" cy="633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78" name="Shape 876"/>
          <p:cNvSpPr/>
          <p:nvPr/>
        </p:nvSpPr>
        <p:spPr>
          <a:xfrm>
            <a:off x="4528947" y="2860756"/>
            <a:ext cx="23431" cy="235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79" name="Shape 877"/>
          <p:cNvSpPr/>
          <p:nvPr/>
        </p:nvSpPr>
        <p:spPr>
          <a:xfrm flipV="1">
            <a:off x="4552379" y="2862384"/>
            <a:ext cx="23431" cy="72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80" name="Shape 878"/>
          <p:cNvSpPr/>
          <p:nvPr/>
        </p:nvSpPr>
        <p:spPr>
          <a:xfrm flipV="1">
            <a:off x="4575810" y="2859665"/>
            <a:ext cx="23432" cy="27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81" name="Shape 879"/>
          <p:cNvSpPr/>
          <p:nvPr/>
        </p:nvSpPr>
        <p:spPr>
          <a:xfrm flipV="1">
            <a:off x="4599242" y="2856115"/>
            <a:ext cx="23431" cy="355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82" name="Shape 880"/>
          <p:cNvSpPr/>
          <p:nvPr/>
        </p:nvSpPr>
        <p:spPr>
          <a:xfrm flipV="1">
            <a:off x="4622673" y="2852876"/>
            <a:ext cx="23431" cy="323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83" name="Shape 881"/>
          <p:cNvSpPr/>
          <p:nvPr/>
        </p:nvSpPr>
        <p:spPr>
          <a:xfrm flipV="1">
            <a:off x="4646105" y="2850902"/>
            <a:ext cx="23432" cy="19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84" name="Shape 882"/>
          <p:cNvSpPr/>
          <p:nvPr/>
        </p:nvSpPr>
        <p:spPr>
          <a:xfrm>
            <a:off x="4669536" y="2850902"/>
            <a:ext cx="23431" cy="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85" name="Shape 883"/>
          <p:cNvSpPr/>
          <p:nvPr/>
        </p:nvSpPr>
        <p:spPr>
          <a:xfrm>
            <a:off x="4692968" y="2850902"/>
            <a:ext cx="23431" cy="23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86" name="Shape 884"/>
          <p:cNvSpPr/>
          <p:nvPr/>
        </p:nvSpPr>
        <p:spPr>
          <a:xfrm>
            <a:off x="4716399" y="2853274"/>
            <a:ext cx="23432" cy="474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87" name="Shape 885"/>
          <p:cNvSpPr/>
          <p:nvPr/>
        </p:nvSpPr>
        <p:spPr>
          <a:xfrm>
            <a:off x="4739831" y="2858020"/>
            <a:ext cx="23431" cy="675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88" name="Shape 886"/>
          <p:cNvSpPr/>
          <p:nvPr/>
        </p:nvSpPr>
        <p:spPr>
          <a:xfrm>
            <a:off x="4763262" y="2864774"/>
            <a:ext cx="23432" cy="808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89" name="Shape 887"/>
          <p:cNvSpPr/>
          <p:nvPr/>
        </p:nvSpPr>
        <p:spPr>
          <a:xfrm>
            <a:off x="4786694" y="2872861"/>
            <a:ext cx="23431" cy="841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90" name="Shape 888"/>
          <p:cNvSpPr/>
          <p:nvPr/>
        </p:nvSpPr>
        <p:spPr>
          <a:xfrm>
            <a:off x="4810125" y="2881278"/>
            <a:ext cx="23432" cy="762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91" name="Shape 889"/>
          <p:cNvSpPr/>
          <p:nvPr/>
        </p:nvSpPr>
        <p:spPr>
          <a:xfrm>
            <a:off x="4833557" y="2888898"/>
            <a:ext cx="23431" cy="559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92" name="Shape 890"/>
          <p:cNvSpPr/>
          <p:nvPr/>
        </p:nvSpPr>
        <p:spPr>
          <a:xfrm>
            <a:off x="4856988" y="2894492"/>
            <a:ext cx="23431" cy="240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93" name="Shape 891"/>
          <p:cNvSpPr/>
          <p:nvPr/>
        </p:nvSpPr>
        <p:spPr>
          <a:xfrm flipV="1">
            <a:off x="4880420" y="2895150"/>
            <a:ext cx="23432" cy="17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94" name="Shape 892"/>
          <p:cNvSpPr/>
          <p:nvPr/>
        </p:nvSpPr>
        <p:spPr>
          <a:xfrm flipV="1">
            <a:off x="4903851" y="2888500"/>
            <a:ext cx="23431" cy="665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95" name="Shape 893"/>
          <p:cNvSpPr/>
          <p:nvPr/>
        </p:nvSpPr>
        <p:spPr>
          <a:xfrm flipV="1">
            <a:off x="4927282" y="2876619"/>
            <a:ext cx="23432" cy="1188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96" name="Shape 894"/>
          <p:cNvSpPr/>
          <p:nvPr/>
        </p:nvSpPr>
        <p:spPr>
          <a:xfrm flipV="1">
            <a:off x="4950714" y="2859544"/>
            <a:ext cx="23432" cy="170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97" name="Shape 895"/>
          <p:cNvSpPr/>
          <p:nvPr/>
        </p:nvSpPr>
        <p:spPr>
          <a:xfrm flipV="1">
            <a:off x="4974146" y="2837688"/>
            <a:ext cx="23431" cy="218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98" name="Shape 896"/>
          <p:cNvSpPr/>
          <p:nvPr/>
        </p:nvSpPr>
        <p:spPr>
          <a:xfrm flipV="1">
            <a:off x="4997577" y="2811884"/>
            <a:ext cx="23432" cy="2580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99" name="Shape 897"/>
          <p:cNvSpPr/>
          <p:nvPr/>
        </p:nvSpPr>
        <p:spPr>
          <a:xfrm flipV="1">
            <a:off x="5021009" y="2783240"/>
            <a:ext cx="23432" cy="2864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00" name="Shape 898"/>
          <p:cNvSpPr/>
          <p:nvPr/>
        </p:nvSpPr>
        <p:spPr>
          <a:xfrm flipV="1">
            <a:off x="5044440" y="2753089"/>
            <a:ext cx="23431" cy="3015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01" name="Shape 899"/>
          <p:cNvSpPr/>
          <p:nvPr/>
        </p:nvSpPr>
        <p:spPr>
          <a:xfrm flipV="1">
            <a:off x="5067872" y="2722868"/>
            <a:ext cx="23432" cy="3022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02" name="Shape 900"/>
          <p:cNvSpPr/>
          <p:nvPr/>
        </p:nvSpPr>
        <p:spPr>
          <a:xfrm flipV="1">
            <a:off x="5091303" y="2693999"/>
            <a:ext cx="23432" cy="2886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03" name="Shape 901"/>
          <p:cNvSpPr/>
          <p:nvPr/>
        </p:nvSpPr>
        <p:spPr>
          <a:xfrm flipV="1">
            <a:off x="5114735" y="2667762"/>
            <a:ext cx="23432" cy="2623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04" name="Shape 902"/>
          <p:cNvSpPr/>
          <p:nvPr/>
        </p:nvSpPr>
        <p:spPr>
          <a:xfrm flipV="1">
            <a:off x="5138166" y="2645179"/>
            <a:ext cx="23431" cy="2258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05" name="Shape 903"/>
          <p:cNvSpPr/>
          <p:nvPr/>
        </p:nvSpPr>
        <p:spPr>
          <a:xfrm flipV="1">
            <a:off x="5161598" y="2626943"/>
            <a:ext cx="23432" cy="1823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06" name="Shape 904"/>
          <p:cNvSpPr/>
          <p:nvPr/>
        </p:nvSpPr>
        <p:spPr>
          <a:xfrm flipV="1">
            <a:off x="5185029" y="2613366"/>
            <a:ext cx="23432" cy="1357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07" name="Shape 905"/>
          <p:cNvSpPr/>
          <p:nvPr/>
        </p:nvSpPr>
        <p:spPr>
          <a:xfrm flipV="1">
            <a:off x="5208461" y="2604360"/>
            <a:ext cx="23431" cy="900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08" name="Shape 906"/>
          <p:cNvSpPr/>
          <p:nvPr/>
        </p:nvSpPr>
        <p:spPr>
          <a:xfrm flipV="1">
            <a:off x="5231892" y="2599494"/>
            <a:ext cx="23432" cy="486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09" name="Shape 907"/>
          <p:cNvSpPr/>
          <p:nvPr/>
        </p:nvSpPr>
        <p:spPr>
          <a:xfrm flipV="1">
            <a:off x="5255324" y="2597952"/>
            <a:ext cx="23432" cy="154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10" name="Shape 908"/>
          <p:cNvSpPr/>
          <p:nvPr/>
        </p:nvSpPr>
        <p:spPr>
          <a:xfrm>
            <a:off x="5278755" y="2597952"/>
            <a:ext cx="23431" cy="76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11" name="Shape 909"/>
          <p:cNvSpPr/>
          <p:nvPr/>
        </p:nvSpPr>
        <p:spPr>
          <a:xfrm>
            <a:off x="5302186" y="2598714"/>
            <a:ext cx="23432" cy="19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12" name="Shape 910"/>
          <p:cNvSpPr/>
          <p:nvPr/>
        </p:nvSpPr>
        <p:spPr>
          <a:xfrm>
            <a:off x="5325618" y="2600689"/>
            <a:ext cx="23431" cy="199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13" name="Shape 911"/>
          <p:cNvSpPr/>
          <p:nvPr/>
        </p:nvSpPr>
        <p:spPr>
          <a:xfrm>
            <a:off x="5349049" y="2602680"/>
            <a:ext cx="23432" cy="102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14" name="Shape 912"/>
          <p:cNvSpPr/>
          <p:nvPr/>
        </p:nvSpPr>
        <p:spPr>
          <a:xfrm flipV="1">
            <a:off x="5372481" y="2602905"/>
            <a:ext cx="23432" cy="7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15" name="Shape 913"/>
          <p:cNvSpPr/>
          <p:nvPr/>
        </p:nvSpPr>
        <p:spPr>
          <a:xfrm flipV="1">
            <a:off x="5395913" y="2599823"/>
            <a:ext cx="23432" cy="308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16" name="Shape 914"/>
          <p:cNvSpPr/>
          <p:nvPr/>
        </p:nvSpPr>
        <p:spPr>
          <a:xfrm flipV="1">
            <a:off x="5419344" y="2594281"/>
            <a:ext cx="23432" cy="554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17" name="Shape 915"/>
          <p:cNvSpPr/>
          <p:nvPr/>
        </p:nvSpPr>
        <p:spPr>
          <a:xfrm flipV="1">
            <a:off x="5442776" y="2586505"/>
            <a:ext cx="23431" cy="77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18" name="Shape 916"/>
          <p:cNvSpPr/>
          <p:nvPr/>
        </p:nvSpPr>
        <p:spPr>
          <a:xfrm flipV="1">
            <a:off x="5466207" y="2577101"/>
            <a:ext cx="23432" cy="940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19" name="Shape 917"/>
          <p:cNvSpPr/>
          <p:nvPr/>
        </p:nvSpPr>
        <p:spPr>
          <a:xfrm flipV="1">
            <a:off x="5489639" y="2566953"/>
            <a:ext cx="23431" cy="101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20" name="Shape 918"/>
          <p:cNvSpPr/>
          <p:nvPr/>
        </p:nvSpPr>
        <p:spPr>
          <a:xfrm flipV="1">
            <a:off x="5513070" y="2557168"/>
            <a:ext cx="23432" cy="978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21" name="Shape 919"/>
          <p:cNvSpPr/>
          <p:nvPr/>
        </p:nvSpPr>
        <p:spPr>
          <a:xfrm flipV="1">
            <a:off x="5536502" y="2548959"/>
            <a:ext cx="23432" cy="820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22" name="Shape 920"/>
          <p:cNvSpPr/>
          <p:nvPr/>
        </p:nvSpPr>
        <p:spPr>
          <a:xfrm flipV="1">
            <a:off x="5559933" y="2543556"/>
            <a:ext cx="23432" cy="540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23" name="Shape 921"/>
          <p:cNvSpPr/>
          <p:nvPr/>
        </p:nvSpPr>
        <p:spPr>
          <a:xfrm flipV="1">
            <a:off x="5583365" y="2542032"/>
            <a:ext cx="23431" cy="152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24" name="Shape 922"/>
          <p:cNvSpPr/>
          <p:nvPr/>
        </p:nvSpPr>
        <p:spPr>
          <a:xfrm>
            <a:off x="5606796" y="2542032"/>
            <a:ext cx="23432" cy="322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25" name="Shape 923"/>
          <p:cNvSpPr/>
          <p:nvPr/>
        </p:nvSpPr>
        <p:spPr>
          <a:xfrm>
            <a:off x="5630228" y="2545253"/>
            <a:ext cx="23431" cy="845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26" name="Shape 924"/>
          <p:cNvSpPr/>
          <p:nvPr/>
        </p:nvSpPr>
        <p:spPr>
          <a:xfrm>
            <a:off x="5653659" y="2553704"/>
            <a:ext cx="23432" cy="1387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27" name="Shape 925"/>
          <p:cNvSpPr/>
          <p:nvPr/>
        </p:nvSpPr>
        <p:spPr>
          <a:xfrm>
            <a:off x="5677091" y="2567576"/>
            <a:ext cx="23432" cy="1898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28" name="Shape 926"/>
          <p:cNvSpPr/>
          <p:nvPr/>
        </p:nvSpPr>
        <p:spPr>
          <a:xfrm>
            <a:off x="5700522" y="2586557"/>
            <a:ext cx="23432" cy="234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29" name="Shape 927"/>
          <p:cNvSpPr/>
          <p:nvPr/>
        </p:nvSpPr>
        <p:spPr>
          <a:xfrm>
            <a:off x="5723954" y="2610006"/>
            <a:ext cx="23431" cy="2694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30" name="Shape 928"/>
          <p:cNvSpPr/>
          <p:nvPr/>
        </p:nvSpPr>
        <p:spPr>
          <a:xfrm>
            <a:off x="5747385" y="2636953"/>
            <a:ext cx="23432" cy="2914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31" name="Shape 929"/>
          <p:cNvSpPr/>
          <p:nvPr/>
        </p:nvSpPr>
        <p:spPr>
          <a:xfrm>
            <a:off x="5770817" y="2666099"/>
            <a:ext cx="23431" cy="2997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32" name="Shape 930"/>
          <p:cNvSpPr/>
          <p:nvPr/>
        </p:nvSpPr>
        <p:spPr>
          <a:xfrm>
            <a:off x="5794248" y="2696077"/>
            <a:ext cx="23432" cy="2935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33" name="Shape 931"/>
          <p:cNvSpPr/>
          <p:nvPr/>
        </p:nvSpPr>
        <p:spPr>
          <a:xfrm>
            <a:off x="5817680" y="2725432"/>
            <a:ext cx="23432" cy="273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34" name="Shape 932"/>
          <p:cNvSpPr/>
          <p:nvPr/>
        </p:nvSpPr>
        <p:spPr>
          <a:xfrm>
            <a:off x="5841111" y="2752829"/>
            <a:ext cx="23432" cy="242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35" name="Shape 933"/>
          <p:cNvSpPr/>
          <p:nvPr/>
        </p:nvSpPr>
        <p:spPr>
          <a:xfrm>
            <a:off x="5864543" y="2777126"/>
            <a:ext cx="23431" cy="203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36" name="Shape 934"/>
          <p:cNvSpPr/>
          <p:nvPr/>
        </p:nvSpPr>
        <p:spPr>
          <a:xfrm>
            <a:off x="5887974" y="2797475"/>
            <a:ext cx="23432" cy="1595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37" name="Shape 935"/>
          <p:cNvSpPr/>
          <p:nvPr/>
        </p:nvSpPr>
        <p:spPr>
          <a:xfrm>
            <a:off x="5911406" y="2813425"/>
            <a:ext cx="23432" cy="1144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38" name="Shape 936"/>
          <p:cNvSpPr/>
          <p:nvPr/>
        </p:nvSpPr>
        <p:spPr>
          <a:xfrm>
            <a:off x="5934837" y="2824873"/>
            <a:ext cx="23431" cy="72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39" name="Shape 937"/>
          <p:cNvSpPr/>
          <p:nvPr/>
        </p:nvSpPr>
        <p:spPr>
          <a:xfrm>
            <a:off x="5958269" y="2832129"/>
            <a:ext cx="23432" cy="372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40" name="Shape 938"/>
          <p:cNvSpPr/>
          <p:nvPr/>
        </p:nvSpPr>
        <p:spPr>
          <a:xfrm flipV="1">
            <a:off x="3638550" y="2707871"/>
            <a:ext cx="23431" cy="1271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41" name="Shape 939"/>
          <p:cNvSpPr/>
          <p:nvPr/>
        </p:nvSpPr>
        <p:spPr>
          <a:xfrm flipV="1">
            <a:off x="3661982" y="2693099"/>
            <a:ext cx="23432" cy="1477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42" name="Shape 940"/>
          <p:cNvSpPr/>
          <p:nvPr/>
        </p:nvSpPr>
        <p:spPr>
          <a:xfrm flipV="1">
            <a:off x="3685413" y="2676508"/>
            <a:ext cx="23431" cy="1659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43" name="Shape 941"/>
          <p:cNvSpPr/>
          <p:nvPr/>
        </p:nvSpPr>
        <p:spPr>
          <a:xfrm flipV="1">
            <a:off x="3708844" y="2658757"/>
            <a:ext cx="23431" cy="1775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44" name="Shape 942"/>
          <p:cNvSpPr/>
          <p:nvPr/>
        </p:nvSpPr>
        <p:spPr>
          <a:xfrm flipV="1">
            <a:off x="3732276" y="2640815"/>
            <a:ext cx="23432" cy="1794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45" name="Shape 943"/>
          <p:cNvSpPr/>
          <p:nvPr/>
        </p:nvSpPr>
        <p:spPr>
          <a:xfrm flipV="1">
            <a:off x="3755708" y="2623878"/>
            <a:ext cx="23431" cy="1693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46" name="Shape 944"/>
          <p:cNvSpPr/>
          <p:nvPr/>
        </p:nvSpPr>
        <p:spPr>
          <a:xfrm flipV="1">
            <a:off x="3779139" y="2609192"/>
            <a:ext cx="23432" cy="1468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47" name="Shape 945"/>
          <p:cNvSpPr/>
          <p:nvPr/>
        </p:nvSpPr>
        <p:spPr>
          <a:xfrm flipV="1">
            <a:off x="3802571" y="2597727"/>
            <a:ext cx="23431" cy="1146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48" name="Shape 946"/>
          <p:cNvSpPr/>
          <p:nvPr/>
        </p:nvSpPr>
        <p:spPr>
          <a:xfrm flipV="1">
            <a:off x="3826002" y="2589917"/>
            <a:ext cx="23431" cy="781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49" name="Shape 947"/>
          <p:cNvSpPr/>
          <p:nvPr/>
        </p:nvSpPr>
        <p:spPr>
          <a:xfrm flipV="1">
            <a:off x="3849434" y="2585605"/>
            <a:ext cx="23432" cy="431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50" name="Shape 948"/>
          <p:cNvSpPr/>
          <p:nvPr/>
        </p:nvSpPr>
        <p:spPr>
          <a:xfrm flipV="1">
            <a:off x="3872865" y="2584046"/>
            <a:ext cx="23431" cy="155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51" name="Shape 949"/>
          <p:cNvSpPr/>
          <p:nvPr/>
        </p:nvSpPr>
        <p:spPr>
          <a:xfrm>
            <a:off x="3896296" y="2584046"/>
            <a:ext cx="23431" cy="26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52" name="Shape 950"/>
          <p:cNvSpPr/>
          <p:nvPr/>
        </p:nvSpPr>
        <p:spPr>
          <a:xfrm>
            <a:off x="3919728" y="2584306"/>
            <a:ext cx="23432" cy="107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53" name="Shape 951"/>
          <p:cNvSpPr/>
          <p:nvPr/>
        </p:nvSpPr>
        <p:spPr>
          <a:xfrm>
            <a:off x="3943160" y="2585379"/>
            <a:ext cx="23431" cy="109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54" name="Shape 952"/>
          <p:cNvSpPr/>
          <p:nvPr/>
        </p:nvSpPr>
        <p:spPr>
          <a:xfrm>
            <a:off x="3966591" y="2586470"/>
            <a:ext cx="23431" cy="67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55" name="Shape 953"/>
          <p:cNvSpPr/>
          <p:nvPr/>
        </p:nvSpPr>
        <p:spPr>
          <a:xfrm>
            <a:off x="3990023" y="2587146"/>
            <a:ext cx="23432" cy="5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56" name="Shape 954"/>
          <p:cNvSpPr/>
          <p:nvPr/>
        </p:nvSpPr>
        <p:spPr>
          <a:xfrm flipV="1">
            <a:off x="4013454" y="2586626"/>
            <a:ext cx="23431" cy="57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57" name="Shape 955"/>
          <p:cNvSpPr/>
          <p:nvPr/>
        </p:nvSpPr>
        <p:spPr>
          <a:xfrm flipV="1">
            <a:off x="4036886" y="2585483"/>
            <a:ext cx="23431" cy="114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58" name="Shape 956"/>
          <p:cNvSpPr/>
          <p:nvPr/>
        </p:nvSpPr>
        <p:spPr>
          <a:xfrm flipV="1">
            <a:off x="4060317" y="2583838"/>
            <a:ext cx="23432" cy="164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59" name="Shape 957"/>
          <p:cNvSpPr/>
          <p:nvPr/>
        </p:nvSpPr>
        <p:spPr>
          <a:xfrm flipV="1">
            <a:off x="4083749" y="2581725"/>
            <a:ext cx="23431" cy="211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60" name="Shape 958"/>
          <p:cNvSpPr/>
          <p:nvPr/>
        </p:nvSpPr>
        <p:spPr>
          <a:xfrm flipV="1">
            <a:off x="4107180" y="2579197"/>
            <a:ext cx="23432" cy="252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61" name="Shape 959"/>
          <p:cNvSpPr/>
          <p:nvPr/>
        </p:nvSpPr>
        <p:spPr>
          <a:xfrm flipV="1">
            <a:off x="4130612" y="2576443"/>
            <a:ext cx="23431" cy="275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62" name="Shape 960"/>
          <p:cNvSpPr/>
          <p:nvPr/>
        </p:nvSpPr>
        <p:spPr>
          <a:xfrm flipV="1">
            <a:off x="4154043" y="2573967"/>
            <a:ext cx="23431" cy="247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63" name="Shape 961"/>
          <p:cNvSpPr/>
          <p:nvPr/>
        </p:nvSpPr>
        <p:spPr>
          <a:xfrm flipV="1">
            <a:off x="4177475" y="2572737"/>
            <a:ext cx="23432" cy="123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64" name="Shape 962"/>
          <p:cNvSpPr/>
          <p:nvPr/>
        </p:nvSpPr>
        <p:spPr>
          <a:xfrm>
            <a:off x="4200906" y="2572737"/>
            <a:ext cx="23431" cy="142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65" name="Shape 963"/>
          <p:cNvSpPr/>
          <p:nvPr/>
        </p:nvSpPr>
        <p:spPr>
          <a:xfrm>
            <a:off x="4224338" y="2574157"/>
            <a:ext cx="23431" cy="581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66" name="Shape 964"/>
          <p:cNvSpPr/>
          <p:nvPr/>
        </p:nvSpPr>
        <p:spPr>
          <a:xfrm>
            <a:off x="4247769" y="2579976"/>
            <a:ext cx="23432" cy="1174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67" name="Shape 965"/>
          <p:cNvSpPr/>
          <p:nvPr/>
        </p:nvSpPr>
        <p:spPr>
          <a:xfrm>
            <a:off x="4271201" y="2591718"/>
            <a:ext cx="23431" cy="1861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68" name="Shape 966"/>
          <p:cNvSpPr/>
          <p:nvPr/>
        </p:nvSpPr>
        <p:spPr>
          <a:xfrm>
            <a:off x="4294632" y="2610335"/>
            <a:ext cx="23431" cy="2540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69" name="Shape 967"/>
          <p:cNvSpPr/>
          <p:nvPr/>
        </p:nvSpPr>
        <p:spPr>
          <a:xfrm>
            <a:off x="4318063" y="2635741"/>
            <a:ext cx="23432" cy="3065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70" name="Shape 968"/>
          <p:cNvSpPr/>
          <p:nvPr/>
        </p:nvSpPr>
        <p:spPr>
          <a:xfrm>
            <a:off x="4341495" y="2666394"/>
            <a:ext cx="23431" cy="3337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71" name="Shape 969"/>
          <p:cNvSpPr/>
          <p:nvPr/>
        </p:nvSpPr>
        <p:spPr>
          <a:xfrm>
            <a:off x="4364927" y="2699766"/>
            <a:ext cx="23432" cy="3321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72" name="Shape 970"/>
          <p:cNvSpPr/>
          <p:nvPr/>
        </p:nvSpPr>
        <p:spPr>
          <a:xfrm>
            <a:off x="4388358" y="2732982"/>
            <a:ext cx="23431" cy="3030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73" name="Shape 971"/>
          <p:cNvSpPr/>
          <p:nvPr/>
        </p:nvSpPr>
        <p:spPr>
          <a:xfrm>
            <a:off x="4411790" y="2763289"/>
            <a:ext cx="23431" cy="2549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74" name="Shape 972"/>
          <p:cNvSpPr/>
          <p:nvPr/>
        </p:nvSpPr>
        <p:spPr>
          <a:xfrm>
            <a:off x="4435221" y="2788781"/>
            <a:ext cx="23432" cy="1989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75" name="Shape 973"/>
          <p:cNvSpPr/>
          <p:nvPr/>
        </p:nvSpPr>
        <p:spPr>
          <a:xfrm>
            <a:off x="4458653" y="2808680"/>
            <a:ext cx="23431" cy="1449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76" name="Shape 974"/>
          <p:cNvSpPr/>
          <p:nvPr/>
        </p:nvSpPr>
        <p:spPr>
          <a:xfrm>
            <a:off x="4482084" y="2823175"/>
            <a:ext cx="23431" cy="983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77" name="Shape 975"/>
          <p:cNvSpPr/>
          <p:nvPr/>
        </p:nvSpPr>
        <p:spPr>
          <a:xfrm>
            <a:off x="4505516" y="2833012"/>
            <a:ext cx="23432" cy="609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78" name="Shape 976"/>
          <p:cNvSpPr/>
          <p:nvPr/>
        </p:nvSpPr>
        <p:spPr>
          <a:xfrm>
            <a:off x="4528947" y="2839108"/>
            <a:ext cx="23431" cy="332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79" name="Shape 977"/>
          <p:cNvSpPr/>
          <p:nvPr/>
        </p:nvSpPr>
        <p:spPr>
          <a:xfrm>
            <a:off x="4552379" y="2842433"/>
            <a:ext cx="23431" cy="123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80" name="Shape 978"/>
          <p:cNvSpPr/>
          <p:nvPr/>
        </p:nvSpPr>
        <p:spPr>
          <a:xfrm flipV="1">
            <a:off x="4575810" y="2843264"/>
            <a:ext cx="23432" cy="39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81" name="Shape 979"/>
          <p:cNvSpPr/>
          <p:nvPr/>
        </p:nvSpPr>
        <p:spPr>
          <a:xfrm flipV="1">
            <a:off x="4599242" y="2841567"/>
            <a:ext cx="23431" cy="169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82" name="Shape 980"/>
          <p:cNvSpPr/>
          <p:nvPr/>
        </p:nvSpPr>
        <p:spPr>
          <a:xfrm flipV="1">
            <a:off x="4622673" y="2838744"/>
            <a:ext cx="23431" cy="282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83" name="Shape 981"/>
          <p:cNvSpPr/>
          <p:nvPr/>
        </p:nvSpPr>
        <p:spPr>
          <a:xfrm flipV="1">
            <a:off x="4646105" y="2835021"/>
            <a:ext cx="23432" cy="372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84" name="Shape 982"/>
          <p:cNvSpPr/>
          <p:nvPr/>
        </p:nvSpPr>
        <p:spPr>
          <a:xfrm flipV="1">
            <a:off x="4669536" y="2830536"/>
            <a:ext cx="23431" cy="448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85" name="Shape 983"/>
          <p:cNvSpPr/>
          <p:nvPr/>
        </p:nvSpPr>
        <p:spPr>
          <a:xfrm flipV="1">
            <a:off x="4692968" y="2825479"/>
            <a:ext cx="23431" cy="505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86" name="Shape 984"/>
          <p:cNvSpPr/>
          <p:nvPr/>
        </p:nvSpPr>
        <p:spPr>
          <a:xfrm flipV="1">
            <a:off x="4716399" y="2820041"/>
            <a:ext cx="23432" cy="543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87" name="Shape 985"/>
          <p:cNvSpPr/>
          <p:nvPr/>
        </p:nvSpPr>
        <p:spPr>
          <a:xfrm flipV="1">
            <a:off x="4739831" y="2814360"/>
            <a:ext cx="23431" cy="568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88" name="Shape 986"/>
          <p:cNvSpPr/>
          <p:nvPr/>
        </p:nvSpPr>
        <p:spPr>
          <a:xfrm flipV="1">
            <a:off x="4763262" y="2808593"/>
            <a:ext cx="23432" cy="576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89" name="Shape 987"/>
          <p:cNvSpPr/>
          <p:nvPr/>
        </p:nvSpPr>
        <p:spPr>
          <a:xfrm flipV="1">
            <a:off x="4786694" y="2802861"/>
            <a:ext cx="23431" cy="573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90" name="Shape 988"/>
          <p:cNvSpPr/>
          <p:nvPr/>
        </p:nvSpPr>
        <p:spPr>
          <a:xfrm flipV="1">
            <a:off x="4810125" y="2797233"/>
            <a:ext cx="23432" cy="562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91" name="Shape 989"/>
          <p:cNvSpPr/>
          <p:nvPr/>
        </p:nvSpPr>
        <p:spPr>
          <a:xfrm flipV="1">
            <a:off x="4833557" y="2791795"/>
            <a:ext cx="23431" cy="543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92" name="Shape 990"/>
          <p:cNvSpPr/>
          <p:nvPr/>
        </p:nvSpPr>
        <p:spPr>
          <a:xfrm flipV="1">
            <a:off x="4856988" y="2786582"/>
            <a:ext cx="23431" cy="521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93" name="Shape 991"/>
          <p:cNvSpPr/>
          <p:nvPr/>
        </p:nvSpPr>
        <p:spPr>
          <a:xfrm flipV="1">
            <a:off x="4880420" y="2781646"/>
            <a:ext cx="23432" cy="493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94" name="Shape 992"/>
          <p:cNvSpPr/>
          <p:nvPr/>
        </p:nvSpPr>
        <p:spPr>
          <a:xfrm flipV="1">
            <a:off x="4903851" y="2776988"/>
            <a:ext cx="23431" cy="465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95" name="Shape 993"/>
          <p:cNvSpPr/>
          <p:nvPr/>
        </p:nvSpPr>
        <p:spPr>
          <a:xfrm flipV="1">
            <a:off x="4927282" y="2772606"/>
            <a:ext cx="23432" cy="438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96" name="Shape 994"/>
          <p:cNvSpPr/>
          <p:nvPr/>
        </p:nvSpPr>
        <p:spPr>
          <a:xfrm flipV="1">
            <a:off x="4950714" y="2768485"/>
            <a:ext cx="23432" cy="412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97" name="Shape 995"/>
          <p:cNvSpPr/>
          <p:nvPr/>
        </p:nvSpPr>
        <p:spPr>
          <a:xfrm flipV="1">
            <a:off x="4974146" y="2764588"/>
            <a:ext cx="23431" cy="389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98" name="Shape 996"/>
          <p:cNvSpPr/>
          <p:nvPr/>
        </p:nvSpPr>
        <p:spPr>
          <a:xfrm flipV="1">
            <a:off x="4997577" y="2760865"/>
            <a:ext cx="23432" cy="372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999" name="Shape 997"/>
          <p:cNvSpPr/>
          <p:nvPr/>
        </p:nvSpPr>
        <p:spPr>
          <a:xfrm flipV="1">
            <a:off x="5021009" y="2757280"/>
            <a:ext cx="23432" cy="358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00" name="Shape 998"/>
          <p:cNvSpPr/>
          <p:nvPr/>
        </p:nvSpPr>
        <p:spPr>
          <a:xfrm flipV="1">
            <a:off x="5044440" y="2753747"/>
            <a:ext cx="23431" cy="353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01" name="Shape 999"/>
          <p:cNvSpPr/>
          <p:nvPr/>
        </p:nvSpPr>
        <p:spPr>
          <a:xfrm flipV="1">
            <a:off x="5067872" y="2750179"/>
            <a:ext cx="23432" cy="356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02" name="Shape 1000"/>
          <p:cNvSpPr/>
          <p:nvPr/>
        </p:nvSpPr>
        <p:spPr>
          <a:xfrm flipV="1">
            <a:off x="5091303" y="2746490"/>
            <a:ext cx="23432" cy="368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03" name="Shape 1001"/>
          <p:cNvSpPr/>
          <p:nvPr/>
        </p:nvSpPr>
        <p:spPr>
          <a:xfrm flipV="1">
            <a:off x="5114735" y="2742577"/>
            <a:ext cx="23432" cy="391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04" name="Shape 1002"/>
          <p:cNvSpPr/>
          <p:nvPr/>
        </p:nvSpPr>
        <p:spPr>
          <a:xfrm flipV="1">
            <a:off x="5138166" y="2738316"/>
            <a:ext cx="23431" cy="426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05" name="Shape 1003"/>
          <p:cNvSpPr/>
          <p:nvPr/>
        </p:nvSpPr>
        <p:spPr>
          <a:xfrm flipV="1">
            <a:off x="5161598" y="2733554"/>
            <a:ext cx="23432" cy="476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06" name="Shape 1004"/>
          <p:cNvSpPr/>
          <p:nvPr/>
        </p:nvSpPr>
        <p:spPr>
          <a:xfrm flipV="1">
            <a:off x="5185029" y="2728168"/>
            <a:ext cx="23432" cy="538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07" name="Shape 1005"/>
          <p:cNvSpPr/>
          <p:nvPr/>
        </p:nvSpPr>
        <p:spPr>
          <a:xfrm flipV="1">
            <a:off x="5208461" y="2722003"/>
            <a:ext cx="23431" cy="616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08" name="Shape 1006"/>
          <p:cNvSpPr/>
          <p:nvPr/>
        </p:nvSpPr>
        <p:spPr>
          <a:xfrm flipV="1">
            <a:off x="5231892" y="2714885"/>
            <a:ext cx="23432" cy="711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09" name="Shape 1007"/>
          <p:cNvSpPr/>
          <p:nvPr/>
        </p:nvSpPr>
        <p:spPr>
          <a:xfrm flipV="1">
            <a:off x="5255324" y="2706659"/>
            <a:ext cx="23432" cy="822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10" name="Shape 1008"/>
          <p:cNvSpPr/>
          <p:nvPr/>
        </p:nvSpPr>
        <p:spPr>
          <a:xfrm flipV="1">
            <a:off x="5278755" y="2697168"/>
            <a:ext cx="23431" cy="949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11" name="Shape 1009"/>
          <p:cNvSpPr/>
          <p:nvPr/>
        </p:nvSpPr>
        <p:spPr>
          <a:xfrm flipV="1">
            <a:off x="5302186" y="2686310"/>
            <a:ext cx="23432" cy="1085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12" name="Shape 1010"/>
          <p:cNvSpPr/>
          <p:nvPr/>
        </p:nvSpPr>
        <p:spPr>
          <a:xfrm flipV="1">
            <a:off x="5325618" y="2673979"/>
            <a:ext cx="23431" cy="1233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13" name="Shape 1011"/>
          <p:cNvSpPr/>
          <p:nvPr/>
        </p:nvSpPr>
        <p:spPr>
          <a:xfrm flipV="1">
            <a:off x="5349049" y="2660177"/>
            <a:ext cx="23432" cy="1380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14" name="Shape 1012"/>
          <p:cNvSpPr/>
          <p:nvPr/>
        </p:nvSpPr>
        <p:spPr>
          <a:xfrm flipV="1">
            <a:off x="5372481" y="2645041"/>
            <a:ext cx="23432" cy="1513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15" name="Shape 1013"/>
          <p:cNvSpPr/>
          <p:nvPr/>
        </p:nvSpPr>
        <p:spPr>
          <a:xfrm flipV="1">
            <a:off x="5395913" y="2628831"/>
            <a:ext cx="23432" cy="1621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16" name="Shape 1014"/>
          <p:cNvSpPr/>
          <p:nvPr/>
        </p:nvSpPr>
        <p:spPr>
          <a:xfrm flipV="1">
            <a:off x="5419344" y="2612101"/>
            <a:ext cx="23432" cy="1672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17" name="Shape 1015"/>
          <p:cNvSpPr/>
          <p:nvPr/>
        </p:nvSpPr>
        <p:spPr>
          <a:xfrm flipV="1">
            <a:off x="5442776" y="2595666"/>
            <a:ext cx="23431" cy="1643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18" name="Shape 1016"/>
          <p:cNvSpPr/>
          <p:nvPr/>
        </p:nvSpPr>
        <p:spPr>
          <a:xfrm flipV="1">
            <a:off x="5466207" y="2580565"/>
            <a:ext cx="23432" cy="1510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19" name="Shape 1017"/>
          <p:cNvSpPr/>
          <p:nvPr/>
        </p:nvSpPr>
        <p:spPr>
          <a:xfrm flipV="1">
            <a:off x="5489639" y="2567923"/>
            <a:ext cx="23431" cy="1264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20" name="Shape 1018"/>
          <p:cNvSpPr/>
          <p:nvPr/>
        </p:nvSpPr>
        <p:spPr>
          <a:xfrm flipV="1">
            <a:off x="5513070" y="2558831"/>
            <a:ext cx="23432" cy="909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21" name="Shape 1019"/>
          <p:cNvSpPr/>
          <p:nvPr/>
        </p:nvSpPr>
        <p:spPr>
          <a:xfrm flipV="1">
            <a:off x="5536502" y="2554189"/>
            <a:ext cx="23432" cy="464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22" name="Shape 1020"/>
          <p:cNvSpPr/>
          <p:nvPr/>
        </p:nvSpPr>
        <p:spPr>
          <a:xfrm>
            <a:off x="5559933" y="2554189"/>
            <a:ext cx="23432" cy="36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23" name="Shape 1021"/>
          <p:cNvSpPr/>
          <p:nvPr/>
        </p:nvSpPr>
        <p:spPr>
          <a:xfrm>
            <a:off x="5583365" y="2554553"/>
            <a:ext cx="23431" cy="542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24" name="Shape 1022"/>
          <p:cNvSpPr/>
          <p:nvPr/>
        </p:nvSpPr>
        <p:spPr>
          <a:xfrm>
            <a:off x="5606796" y="2559974"/>
            <a:ext cx="23432" cy="1011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25" name="Shape 1023"/>
          <p:cNvSpPr/>
          <p:nvPr/>
        </p:nvSpPr>
        <p:spPr>
          <a:xfrm>
            <a:off x="5630228" y="2570087"/>
            <a:ext cx="23431" cy="1427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26" name="Shape 1024"/>
          <p:cNvSpPr/>
          <p:nvPr/>
        </p:nvSpPr>
        <p:spPr>
          <a:xfrm>
            <a:off x="5653659" y="2584358"/>
            <a:ext cx="23432" cy="1769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27" name="Shape 1025"/>
          <p:cNvSpPr/>
          <p:nvPr/>
        </p:nvSpPr>
        <p:spPr>
          <a:xfrm>
            <a:off x="5677091" y="2602057"/>
            <a:ext cx="23432" cy="2031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28" name="Shape 1026"/>
          <p:cNvSpPr/>
          <p:nvPr/>
        </p:nvSpPr>
        <p:spPr>
          <a:xfrm>
            <a:off x="5700522" y="2622371"/>
            <a:ext cx="23432" cy="2209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29" name="Shape 1027"/>
          <p:cNvSpPr/>
          <p:nvPr/>
        </p:nvSpPr>
        <p:spPr>
          <a:xfrm>
            <a:off x="5723954" y="2644469"/>
            <a:ext cx="23431" cy="2303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30" name="Shape 1028"/>
          <p:cNvSpPr/>
          <p:nvPr/>
        </p:nvSpPr>
        <p:spPr>
          <a:xfrm>
            <a:off x="5747385" y="2667502"/>
            <a:ext cx="23432" cy="2312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31" name="Shape 1029"/>
          <p:cNvSpPr/>
          <p:nvPr/>
        </p:nvSpPr>
        <p:spPr>
          <a:xfrm>
            <a:off x="5770817" y="2690622"/>
            <a:ext cx="23431" cy="2239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32" name="Shape 1030"/>
          <p:cNvSpPr/>
          <p:nvPr/>
        </p:nvSpPr>
        <p:spPr>
          <a:xfrm>
            <a:off x="5794248" y="2713014"/>
            <a:ext cx="23432" cy="2093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33" name="Shape 1031"/>
          <p:cNvSpPr/>
          <p:nvPr/>
        </p:nvSpPr>
        <p:spPr>
          <a:xfrm>
            <a:off x="5817680" y="2733952"/>
            <a:ext cx="23432" cy="1880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34" name="Shape 1032"/>
          <p:cNvSpPr/>
          <p:nvPr/>
        </p:nvSpPr>
        <p:spPr>
          <a:xfrm>
            <a:off x="5841111" y="2752760"/>
            <a:ext cx="23432" cy="1617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35" name="Shape 1033"/>
          <p:cNvSpPr/>
          <p:nvPr/>
        </p:nvSpPr>
        <p:spPr>
          <a:xfrm>
            <a:off x="5864543" y="2768935"/>
            <a:ext cx="23431" cy="1324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36" name="Shape 1034"/>
          <p:cNvSpPr/>
          <p:nvPr/>
        </p:nvSpPr>
        <p:spPr>
          <a:xfrm>
            <a:off x="5887974" y="2782183"/>
            <a:ext cx="23432" cy="1027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37" name="Shape 1035"/>
          <p:cNvSpPr/>
          <p:nvPr/>
        </p:nvSpPr>
        <p:spPr>
          <a:xfrm>
            <a:off x="5911406" y="2792453"/>
            <a:ext cx="23432" cy="742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38" name="Shape 1036"/>
          <p:cNvSpPr/>
          <p:nvPr/>
        </p:nvSpPr>
        <p:spPr>
          <a:xfrm>
            <a:off x="5934837" y="2799882"/>
            <a:ext cx="23431" cy="488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39" name="Shape 1037"/>
          <p:cNvSpPr/>
          <p:nvPr/>
        </p:nvSpPr>
        <p:spPr>
          <a:xfrm>
            <a:off x="5958269" y="2804766"/>
            <a:ext cx="23432" cy="263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040" name="Shape 1038"/>
          <p:cNvSpPr/>
          <p:nvPr/>
        </p:nvSpPr>
        <p:spPr>
          <a:xfrm>
            <a:off x="3685985" y="266080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41" name="Shape 1039"/>
          <p:cNvSpPr/>
          <p:nvPr/>
        </p:nvSpPr>
        <p:spPr>
          <a:xfrm>
            <a:off x="3803142" y="2562346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42" name="Shape 1040"/>
          <p:cNvSpPr/>
          <p:nvPr/>
        </p:nvSpPr>
        <p:spPr>
          <a:xfrm>
            <a:off x="3920300" y="2568737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43" name="Shape 1041"/>
          <p:cNvSpPr/>
          <p:nvPr/>
        </p:nvSpPr>
        <p:spPr>
          <a:xfrm>
            <a:off x="4037457" y="2558935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44" name="Shape 1042"/>
          <p:cNvSpPr/>
          <p:nvPr/>
        </p:nvSpPr>
        <p:spPr>
          <a:xfrm>
            <a:off x="4154615" y="2561671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45" name="Shape 1043"/>
          <p:cNvSpPr/>
          <p:nvPr/>
        </p:nvSpPr>
        <p:spPr>
          <a:xfrm>
            <a:off x="4271772" y="256153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46" name="Shape 1044"/>
          <p:cNvSpPr/>
          <p:nvPr/>
        </p:nvSpPr>
        <p:spPr>
          <a:xfrm>
            <a:off x="4388930" y="2762423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47" name="Shape 1045"/>
          <p:cNvSpPr/>
          <p:nvPr/>
        </p:nvSpPr>
        <p:spPr>
          <a:xfrm>
            <a:off x="4506087" y="2810568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48" name="Shape 1046"/>
          <p:cNvSpPr/>
          <p:nvPr/>
        </p:nvSpPr>
        <p:spPr>
          <a:xfrm>
            <a:off x="4623245" y="2817478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49" name="Shape 1047"/>
          <p:cNvSpPr/>
          <p:nvPr/>
        </p:nvSpPr>
        <p:spPr>
          <a:xfrm>
            <a:off x="5396484" y="2610404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50" name="Shape 1048"/>
          <p:cNvSpPr/>
          <p:nvPr/>
        </p:nvSpPr>
        <p:spPr>
          <a:xfrm>
            <a:off x="5537073" y="2522618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51" name="Shape 1049"/>
          <p:cNvSpPr/>
          <p:nvPr/>
        </p:nvSpPr>
        <p:spPr>
          <a:xfrm>
            <a:off x="5677662" y="259913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52" name="Shape 1050"/>
          <p:cNvSpPr/>
          <p:nvPr/>
        </p:nvSpPr>
        <p:spPr>
          <a:xfrm>
            <a:off x="5841683" y="2750283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53" name="Text 1051"/>
          <p:cNvSpPr txBox="1"/>
          <p:nvPr/>
        </p:nvSpPr>
        <p:spPr>
          <a:xfrm>
            <a:off x="3562350" y="3257550"/>
            <a:ext cx="2495550" cy="235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713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k(r) = σ² (1 + a + a²/3) e⁻ᵃ,  a = √5 r/ℓ</a:t>
            </a:r>
            <a:endParaRPr lang="en-US" sz="713" dirty="0"/>
          </a:p>
        </p:txBody>
      </p:sp>
      <p:sp>
        <p:nvSpPr>
          <p:cNvPr id="1054" name="Text 1052"/>
          <p:cNvSpPr txBox="1"/>
          <p:nvPr/>
        </p:nvSpPr>
        <p:spPr>
          <a:xfrm>
            <a:off x="3562350" y="3524250"/>
            <a:ext cx="2495550" cy="270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 미분가능 — RBF 보다 조금 덜 매끄럽습니다.</a:t>
            </a:r>
            <a:endParaRPr lang="en-US" sz="788" dirty="0"/>
          </a:p>
        </p:txBody>
      </p:sp>
      <p:sp>
        <p:nvSpPr>
          <p:cNvPr id="1055" name="Text 1053"/>
          <p:cNvSpPr txBox="1"/>
          <p:nvPr/>
        </p:nvSpPr>
        <p:spPr>
          <a:xfrm>
            <a:off x="3562350" y="3829050"/>
            <a:ext cx="49530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dirty="0">
                <a:solidFill>
                  <a:srgbClr val="EA0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점</a:t>
            </a:r>
            <a:endParaRPr lang="en-US" sz="713" dirty="0"/>
          </a:p>
        </p:txBody>
      </p:sp>
      <p:sp>
        <p:nvSpPr>
          <p:cNvPr id="1056" name="Text 1054"/>
          <p:cNvSpPr txBox="1"/>
          <p:nvPr/>
        </p:nvSpPr>
        <p:spPr>
          <a:xfrm>
            <a:off x="4076700" y="3829050"/>
            <a:ext cx="1981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 데이터에 무난하게 맞습니다</a:t>
            </a:r>
            <a:endParaRPr lang="en-US" sz="750" dirty="0"/>
          </a:p>
        </p:txBody>
      </p:sp>
      <p:sp>
        <p:nvSpPr>
          <p:cNvPr id="1057" name="Text 1055"/>
          <p:cNvSpPr txBox="1"/>
          <p:nvPr/>
        </p:nvSpPr>
        <p:spPr>
          <a:xfrm>
            <a:off x="3562350" y="4057650"/>
            <a:ext cx="53340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</a:t>
            </a:r>
            <a:endParaRPr lang="en-US" sz="713" dirty="0"/>
          </a:p>
        </p:txBody>
      </p:sp>
      <p:sp>
        <p:nvSpPr>
          <p:cNvPr id="1058" name="Text 1056"/>
          <p:cNvSpPr txBox="1"/>
          <p:nvPr/>
        </p:nvSpPr>
        <p:spPr>
          <a:xfrm>
            <a:off x="4114800" y="4057650"/>
            <a:ext cx="1943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RBF 보다 식이 복잡합니다</a:t>
            </a:r>
            <a:endParaRPr lang="en-US" sz="750" dirty="0"/>
          </a:p>
        </p:txBody>
      </p:sp>
      <p:sp>
        <p:nvSpPr>
          <p:cNvPr id="1059" name="Shape 1057"/>
          <p:cNvSpPr/>
          <p:nvPr/>
        </p:nvSpPr>
        <p:spPr>
          <a:xfrm>
            <a:off x="6153150" y="1905000"/>
            <a:ext cx="0" cy="238125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1060" name="Text 1058"/>
          <p:cNvSpPr txBox="1"/>
          <p:nvPr/>
        </p:nvSpPr>
        <p:spPr>
          <a:xfrm>
            <a:off x="6248400" y="1943100"/>
            <a:ext cx="2495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6E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 · 지수 (Matérn 1/2)</a:t>
            </a:r>
            <a:endParaRPr lang="en-US" sz="900" dirty="0"/>
          </a:p>
        </p:txBody>
      </p:sp>
      <p:sp>
        <p:nvSpPr>
          <p:cNvPr id="1061" name="Shape 1059"/>
          <p:cNvSpPr/>
          <p:nvPr/>
        </p:nvSpPr>
        <p:spPr>
          <a:xfrm>
            <a:off x="6248400" y="2247900"/>
            <a:ext cx="249555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9"/>
            </a:solidFill>
            <a:prstDash val="solid"/>
          </a:ln>
        </p:spPr>
      </p:sp>
      <p:sp>
        <p:nvSpPr>
          <p:cNvPr id="1062" name="Shape 1060"/>
          <p:cNvSpPr/>
          <p:nvPr/>
        </p:nvSpPr>
        <p:spPr>
          <a:xfrm>
            <a:off x="6324600" y="2724150"/>
            <a:ext cx="2343150" cy="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1063" name="Shape 1061"/>
          <p:cNvSpPr/>
          <p:nvPr/>
        </p:nvSpPr>
        <p:spPr>
          <a:xfrm flipV="1">
            <a:off x="6324600" y="2873467"/>
            <a:ext cx="23432" cy="3388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4" name="Shape 1062"/>
          <p:cNvSpPr/>
          <p:nvPr/>
        </p:nvSpPr>
        <p:spPr>
          <a:xfrm flipV="1">
            <a:off x="6348032" y="2825154"/>
            <a:ext cx="23431" cy="4831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5" name="Shape 1063"/>
          <p:cNvSpPr/>
          <p:nvPr/>
        </p:nvSpPr>
        <p:spPr>
          <a:xfrm flipV="1">
            <a:off x="6371463" y="2728738"/>
            <a:ext cx="23432" cy="9641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6" name="Shape 1064"/>
          <p:cNvSpPr/>
          <p:nvPr/>
        </p:nvSpPr>
        <p:spPr>
          <a:xfrm>
            <a:off x="6394895" y="2728738"/>
            <a:ext cx="23432" cy="6473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7" name="Shape 1065"/>
          <p:cNvSpPr/>
          <p:nvPr/>
        </p:nvSpPr>
        <p:spPr>
          <a:xfrm>
            <a:off x="6418326" y="2793471"/>
            <a:ext cx="23431" cy="705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8" name="Shape 1066"/>
          <p:cNvSpPr/>
          <p:nvPr/>
        </p:nvSpPr>
        <p:spPr>
          <a:xfrm flipV="1">
            <a:off x="6441757" y="2781856"/>
            <a:ext cx="23432" cy="1866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9" name="Shape 1067"/>
          <p:cNvSpPr/>
          <p:nvPr/>
        </p:nvSpPr>
        <p:spPr>
          <a:xfrm flipV="1">
            <a:off x="6465189" y="2737257"/>
            <a:ext cx="23432" cy="4459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0" name="Shape 1068"/>
          <p:cNvSpPr/>
          <p:nvPr/>
        </p:nvSpPr>
        <p:spPr>
          <a:xfrm flipV="1">
            <a:off x="6488621" y="2634395"/>
            <a:ext cx="23431" cy="10286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1" name="Shape 1069"/>
          <p:cNvSpPr/>
          <p:nvPr/>
        </p:nvSpPr>
        <p:spPr>
          <a:xfrm>
            <a:off x="6512052" y="2634395"/>
            <a:ext cx="23432" cy="8531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2" name="Shape 1070"/>
          <p:cNvSpPr/>
          <p:nvPr/>
        </p:nvSpPr>
        <p:spPr>
          <a:xfrm>
            <a:off x="6535484" y="2719714"/>
            <a:ext cx="23432" cy="269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3" name="Shape 1071"/>
          <p:cNvSpPr/>
          <p:nvPr/>
        </p:nvSpPr>
        <p:spPr>
          <a:xfrm>
            <a:off x="6558915" y="2746614"/>
            <a:ext cx="23431" cy="76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4" name="Shape 1072"/>
          <p:cNvSpPr/>
          <p:nvPr/>
        </p:nvSpPr>
        <p:spPr>
          <a:xfrm flipV="1">
            <a:off x="6582347" y="2722000"/>
            <a:ext cx="23432" cy="2537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5" name="Shape 1073"/>
          <p:cNvSpPr/>
          <p:nvPr/>
        </p:nvSpPr>
        <p:spPr>
          <a:xfrm flipV="1">
            <a:off x="6605778" y="2638223"/>
            <a:ext cx="23432" cy="8377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6" name="Shape 1074"/>
          <p:cNvSpPr/>
          <p:nvPr/>
        </p:nvSpPr>
        <p:spPr>
          <a:xfrm>
            <a:off x="6629210" y="2638223"/>
            <a:ext cx="23432" cy="827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7" name="Shape 1075"/>
          <p:cNvSpPr/>
          <p:nvPr/>
        </p:nvSpPr>
        <p:spPr>
          <a:xfrm>
            <a:off x="6652641" y="2720961"/>
            <a:ext cx="23431" cy="2432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8" name="Shape 1076"/>
          <p:cNvSpPr/>
          <p:nvPr/>
        </p:nvSpPr>
        <p:spPr>
          <a:xfrm flipV="1">
            <a:off x="6676073" y="2743462"/>
            <a:ext cx="23432" cy="181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9" name="Shape 1077"/>
          <p:cNvSpPr/>
          <p:nvPr/>
        </p:nvSpPr>
        <p:spPr>
          <a:xfrm flipV="1">
            <a:off x="6699504" y="2715471"/>
            <a:ext cx="23431" cy="2799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0" name="Shape 1078"/>
          <p:cNvSpPr/>
          <p:nvPr/>
        </p:nvSpPr>
        <p:spPr>
          <a:xfrm flipV="1">
            <a:off x="6722935" y="2629027"/>
            <a:ext cx="23432" cy="8644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1" name="Shape 1079"/>
          <p:cNvSpPr/>
          <p:nvPr/>
        </p:nvSpPr>
        <p:spPr>
          <a:xfrm>
            <a:off x="6746367" y="2629027"/>
            <a:ext cx="23432" cy="8514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2" name="Shape 1080"/>
          <p:cNvSpPr/>
          <p:nvPr/>
        </p:nvSpPr>
        <p:spPr>
          <a:xfrm>
            <a:off x="6769799" y="2714172"/>
            <a:ext cx="23432" cy="2665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3" name="Shape 1081"/>
          <p:cNvSpPr/>
          <p:nvPr/>
        </p:nvSpPr>
        <p:spPr>
          <a:xfrm>
            <a:off x="6793230" y="2740829"/>
            <a:ext cx="23431" cy="5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4" name="Shape 1082"/>
          <p:cNvSpPr/>
          <p:nvPr/>
        </p:nvSpPr>
        <p:spPr>
          <a:xfrm flipV="1">
            <a:off x="6816661" y="2715661"/>
            <a:ext cx="23432" cy="2567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5" name="Shape 1083"/>
          <p:cNvSpPr/>
          <p:nvPr/>
        </p:nvSpPr>
        <p:spPr>
          <a:xfrm flipV="1">
            <a:off x="6840093" y="2631521"/>
            <a:ext cx="23432" cy="8414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6" name="Shape 1084"/>
          <p:cNvSpPr/>
          <p:nvPr/>
        </p:nvSpPr>
        <p:spPr>
          <a:xfrm>
            <a:off x="6863525" y="2631521"/>
            <a:ext cx="23431" cy="8542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7" name="Shape 1085"/>
          <p:cNvSpPr/>
          <p:nvPr/>
        </p:nvSpPr>
        <p:spPr>
          <a:xfrm>
            <a:off x="6886956" y="2716943"/>
            <a:ext cx="23432" cy="2696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8" name="Shape 1086"/>
          <p:cNvSpPr/>
          <p:nvPr/>
        </p:nvSpPr>
        <p:spPr>
          <a:xfrm>
            <a:off x="6910388" y="2743912"/>
            <a:ext cx="23432" cy="81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9" name="Shape 1087"/>
          <p:cNvSpPr/>
          <p:nvPr/>
        </p:nvSpPr>
        <p:spPr>
          <a:xfrm flipV="1">
            <a:off x="6933819" y="2719402"/>
            <a:ext cx="23431" cy="2532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0" name="Shape 1088"/>
          <p:cNvSpPr/>
          <p:nvPr/>
        </p:nvSpPr>
        <p:spPr>
          <a:xfrm flipV="1">
            <a:off x="6957251" y="2635642"/>
            <a:ext cx="23432" cy="8376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1" name="Shape 1089"/>
          <p:cNvSpPr/>
          <p:nvPr/>
        </p:nvSpPr>
        <p:spPr>
          <a:xfrm>
            <a:off x="6980682" y="2635642"/>
            <a:ext cx="23432" cy="12201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2" name="Shape 1090"/>
          <p:cNvSpPr/>
          <p:nvPr/>
        </p:nvSpPr>
        <p:spPr>
          <a:xfrm>
            <a:off x="7004114" y="2757658"/>
            <a:ext cx="23431" cy="6385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3" name="Shape 1091"/>
          <p:cNvSpPr/>
          <p:nvPr/>
        </p:nvSpPr>
        <p:spPr>
          <a:xfrm>
            <a:off x="7027545" y="2821515"/>
            <a:ext cx="23432" cy="3825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4" name="Shape 1092"/>
          <p:cNvSpPr/>
          <p:nvPr/>
        </p:nvSpPr>
        <p:spPr>
          <a:xfrm>
            <a:off x="7050977" y="2859771"/>
            <a:ext cx="23432" cy="1289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5" name="Shape 1093"/>
          <p:cNvSpPr/>
          <p:nvPr/>
        </p:nvSpPr>
        <p:spPr>
          <a:xfrm flipV="1">
            <a:off x="7074408" y="2828186"/>
            <a:ext cx="23431" cy="4448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6" name="Shape 1094"/>
          <p:cNvSpPr/>
          <p:nvPr/>
        </p:nvSpPr>
        <p:spPr>
          <a:xfrm>
            <a:off x="7097839" y="2828186"/>
            <a:ext cx="23432" cy="9170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7" name="Shape 1095"/>
          <p:cNvSpPr/>
          <p:nvPr/>
        </p:nvSpPr>
        <p:spPr>
          <a:xfrm>
            <a:off x="7121271" y="2919895"/>
            <a:ext cx="23432" cy="3465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8" name="Shape 1096"/>
          <p:cNvSpPr/>
          <p:nvPr/>
        </p:nvSpPr>
        <p:spPr>
          <a:xfrm>
            <a:off x="7144703" y="2954553"/>
            <a:ext cx="23431" cy="997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9" name="Shape 1097"/>
          <p:cNvSpPr/>
          <p:nvPr/>
        </p:nvSpPr>
        <p:spPr>
          <a:xfrm flipV="1">
            <a:off x="7168134" y="2949890"/>
            <a:ext cx="23432" cy="1463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0" name="Shape 1098"/>
          <p:cNvSpPr/>
          <p:nvPr/>
        </p:nvSpPr>
        <p:spPr>
          <a:xfrm flipV="1">
            <a:off x="7191566" y="2878409"/>
            <a:ext cx="23432" cy="7148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1" name="Shape 1099"/>
          <p:cNvSpPr/>
          <p:nvPr/>
        </p:nvSpPr>
        <p:spPr>
          <a:xfrm>
            <a:off x="7214997" y="2878409"/>
            <a:ext cx="23432" cy="8254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2" name="Shape 1100"/>
          <p:cNvSpPr/>
          <p:nvPr/>
        </p:nvSpPr>
        <p:spPr>
          <a:xfrm>
            <a:off x="7238429" y="2960956"/>
            <a:ext cx="23431" cy="2582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3" name="Shape 1101"/>
          <p:cNvSpPr/>
          <p:nvPr/>
        </p:nvSpPr>
        <p:spPr>
          <a:xfrm>
            <a:off x="7261860" y="2986782"/>
            <a:ext cx="23432" cy="133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4" name="Shape 1102"/>
          <p:cNvSpPr/>
          <p:nvPr/>
        </p:nvSpPr>
        <p:spPr>
          <a:xfrm flipV="1">
            <a:off x="7285292" y="2965024"/>
            <a:ext cx="23432" cy="2309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5" name="Shape 1103"/>
          <p:cNvSpPr/>
          <p:nvPr/>
        </p:nvSpPr>
        <p:spPr>
          <a:xfrm flipV="1">
            <a:off x="7308723" y="2885450"/>
            <a:ext cx="23431" cy="795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6" name="Shape 1104"/>
          <p:cNvSpPr/>
          <p:nvPr/>
        </p:nvSpPr>
        <p:spPr>
          <a:xfrm>
            <a:off x="7332154" y="2885450"/>
            <a:ext cx="23432" cy="8275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7" name="Shape 1105"/>
          <p:cNvSpPr/>
          <p:nvPr/>
        </p:nvSpPr>
        <p:spPr>
          <a:xfrm>
            <a:off x="7355586" y="2968204"/>
            <a:ext cx="23432" cy="356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8" name="Shape 1106"/>
          <p:cNvSpPr/>
          <p:nvPr/>
        </p:nvSpPr>
        <p:spPr>
          <a:xfrm>
            <a:off x="7379018" y="3003859"/>
            <a:ext cx="23431" cy="2202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9" name="Shape 1107"/>
          <p:cNvSpPr/>
          <p:nvPr/>
        </p:nvSpPr>
        <p:spPr>
          <a:xfrm>
            <a:off x="7402449" y="3025881"/>
            <a:ext cx="23432" cy="1472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0" name="Shape 1108"/>
          <p:cNvSpPr/>
          <p:nvPr/>
        </p:nvSpPr>
        <p:spPr>
          <a:xfrm>
            <a:off x="7425881" y="3040601"/>
            <a:ext cx="23432" cy="100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1" name="Shape 1109"/>
          <p:cNvSpPr/>
          <p:nvPr/>
        </p:nvSpPr>
        <p:spPr>
          <a:xfrm>
            <a:off x="7449312" y="3050647"/>
            <a:ext cx="23431" cy="678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2" name="Shape 1110"/>
          <p:cNvSpPr/>
          <p:nvPr/>
        </p:nvSpPr>
        <p:spPr>
          <a:xfrm>
            <a:off x="7472744" y="3057427"/>
            <a:ext cx="23432" cy="444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3" name="Shape 1111"/>
          <p:cNvSpPr/>
          <p:nvPr/>
        </p:nvSpPr>
        <p:spPr>
          <a:xfrm>
            <a:off x="7496175" y="3061875"/>
            <a:ext cx="23432" cy="263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4" name="Shape 1112"/>
          <p:cNvSpPr/>
          <p:nvPr/>
        </p:nvSpPr>
        <p:spPr>
          <a:xfrm>
            <a:off x="7519607" y="3064513"/>
            <a:ext cx="23431" cy="120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5" name="Shape 1113"/>
          <p:cNvSpPr/>
          <p:nvPr/>
        </p:nvSpPr>
        <p:spPr>
          <a:xfrm>
            <a:off x="7543038" y="3065717"/>
            <a:ext cx="23432" cy="10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6" name="Shape 1114"/>
          <p:cNvSpPr/>
          <p:nvPr/>
        </p:nvSpPr>
        <p:spPr>
          <a:xfrm flipV="1">
            <a:off x="7566470" y="3065018"/>
            <a:ext cx="23432" cy="80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7" name="Shape 1115"/>
          <p:cNvSpPr/>
          <p:nvPr/>
        </p:nvSpPr>
        <p:spPr>
          <a:xfrm flipV="1">
            <a:off x="7589901" y="3063436"/>
            <a:ext cx="23431" cy="158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8" name="Shape 1116"/>
          <p:cNvSpPr/>
          <p:nvPr/>
        </p:nvSpPr>
        <p:spPr>
          <a:xfrm flipV="1">
            <a:off x="7613333" y="3061129"/>
            <a:ext cx="23432" cy="230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9" name="Shape 1117"/>
          <p:cNvSpPr/>
          <p:nvPr/>
        </p:nvSpPr>
        <p:spPr>
          <a:xfrm flipV="1">
            <a:off x="7636764" y="3058248"/>
            <a:ext cx="23432" cy="288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0" name="Shape 1118"/>
          <p:cNvSpPr/>
          <p:nvPr/>
        </p:nvSpPr>
        <p:spPr>
          <a:xfrm flipV="1">
            <a:off x="7660196" y="3054758"/>
            <a:ext cx="23431" cy="349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1" name="Shape 1119"/>
          <p:cNvSpPr/>
          <p:nvPr/>
        </p:nvSpPr>
        <p:spPr>
          <a:xfrm flipV="1">
            <a:off x="7683627" y="3050709"/>
            <a:ext cx="23432" cy="404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2" name="Shape 1120"/>
          <p:cNvSpPr/>
          <p:nvPr/>
        </p:nvSpPr>
        <p:spPr>
          <a:xfrm flipV="1">
            <a:off x="7707058" y="3046085"/>
            <a:ext cx="23432" cy="462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3" name="Shape 1121"/>
          <p:cNvSpPr/>
          <p:nvPr/>
        </p:nvSpPr>
        <p:spPr>
          <a:xfrm flipV="1">
            <a:off x="7730490" y="3040834"/>
            <a:ext cx="23431" cy="525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4" name="Shape 1122"/>
          <p:cNvSpPr/>
          <p:nvPr/>
        </p:nvSpPr>
        <p:spPr>
          <a:xfrm flipV="1">
            <a:off x="7753921" y="3034920"/>
            <a:ext cx="23432" cy="591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5" name="Shape 1123"/>
          <p:cNvSpPr/>
          <p:nvPr/>
        </p:nvSpPr>
        <p:spPr>
          <a:xfrm flipV="1">
            <a:off x="7777353" y="3028259"/>
            <a:ext cx="23432" cy="666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6" name="Shape 1124"/>
          <p:cNvSpPr/>
          <p:nvPr/>
        </p:nvSpPr>
        <p:spPr>
          <a:xfrm flipV="1">
            <a:off x="7800785" y="3020764"/>
            <a:ext cx="23432" cy="749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7" name="Shape 1125"/>
          <p:cNvSpPr/>
          <p:nvPr/>
        </p:nvSpPr>
        <p:spPr>
          <a:xfrm flipV="1">
            <a:off x="7824216" y="3012266"/>
            <a:ext cx="23431" cy="849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8" name="Shape 1126"/>
          <p:cNvSpPr/>
          <p:nvPr/>
        </p:nvSpPr>
        <p:spPr>
          <a:xfrm flipV="1">
            <a:off x="7847648" y="3002628"/>
            <a:ext cx="23432" cy="96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9" name="Shape 1127"/>
          <p:cNvSpPr/>
          <p:nvPr/>
        </p:nvSpPr>
        <p:spPr>
          <a:xfrm flipV="1">
            <a:off x="7871079" y="2991663"/>
            <a:ext cx="23432" cy="1096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0" name="Shape 1128"/>
          <p:cNvSpPr/>
          <p:nvPr/>
        </p:nvSpPr>
        <p:spPr>
          <a:xfrm flipV="1">
            <a:off x="7894511" y="2979031"/>
            <a:ext cx="23431" cy="1263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1" name="Shape 1129"/>
          <p:cNvSpPr/>
          <p:nvPr/>
        </p:nvSpPr>
        <p:spPr>
          <a:xfrm flipV="1">
            <a:off x="7917942" y="2964391"/>
            <a:ext cx="23432" cy="1464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2" name="Shape 1130"/>
          <p:cNvSpPr/>
          <p:nvPr/>
        </p:nvSpPr>
        <p:spPr>
          <a:xfrm flipV="1">
            <a:off x="7941374" y="2947284"/>
            <a:ext cx="23432" cy="1710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3" name="Shape 1131"/>
          <p:cNvSpPr/>
          <p:nvPr/>
        </p:nvSpPr>
        <p:spPr>
          <a:xfrm flipV="1">
            <a:off x="7964805" y="2927064"/>
            <a:ext cx="23431" cy="202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4" name="Shape 1132"/>
          <p:cNvSpPr/>
          <p:nvPr/>
        </p:nvSpPr>
        <p:spPr>
          <a:xfrm flipV="1">
            <a:off x="7988237" y="2902714"/>
            <a:ext cx="23432" cy="2435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5" name="Shape 1133"/>
          <p:cNvSpPr/>
          <p:nvPr/>
        </p:nvSpPr>
        <p:spPr>
          <a:xfrm flipV="1">
            <a:off x="8011668" y="2872737"/>
            <a:ext cx="23431" cy="2997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6" name="Shape 1134"/>
          <p:cNvSpPr/>
          <p:nvPr/>
        </p:nvSpPr>
        <p:spPr>
          <a:xfrm flipV="1">
            <a:off x="8035100" y="2834400"/>
            <a:ext cx="23432" cy="3833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7" name="Shape 1135"/>
          <p:cNvSpPr/>
          <p:nvPr/>
        </p:nvSpPr>
        <p:spPr>
          <a:xfrm flipV="1">
            <a:off x="8058531" y="2781271"/>
            <a:ext cx="23432" cy="5312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8" name="Shape 1136"/>
          <p:cNvSpPr/>
          <p:nvPr/>
        </p:nvSpPr>
        <p:spPr>
          <a:xfrm flipV="1">
            <a:off x="8081962" y="2679761"/>
            <a:ext cx="23432" cy="10151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9" name="Shape 1137"/>
          <p:cNvSpPr/>
          <p:nvPr/>
        </p:nvSpPr>
        <p:spPr>
          <a:xfrm>
            <a:off x="8105394" y="2679761"/>
            <a:ext cx="23432" cy="7313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0" name="Shape 1138"/>
          <p:cNvSpPr/>
          <p:nvPr/>
        </p:nvSpPr>
        <p:spPr>
          <a:xfrm>
            <a:off x="8128826" y="2752893"/>
            <a:ext cx="23431" cy="1785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1" name="Shape 1139"/>
          <p:cNvSpPr/>
          <p:nvPr/>
        </p:nvSpPr>
        <p:spPr>
          <a:xfrm flipV="1">
            <a:off x="8152257" y="2766240"/>
            <a:ext cx="23432" cy="451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2" name="Shape 1140"/>
          <p:cNvSpPr/>
          <p:nvPr/>
        </p:nvSpPr>
        <p:spPr>
          <a:xfrm flipV="1">
            <a:off x="8175689" y="2743077"/>
            <a:ext cx="23431" cy="2316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3" name="Shape 1141"/>
          <p:cNvSpPr/>
          <p:nvPr/>
        </p:nvSpPr>
        <p:spPr>
          <a:xfrm flipV="1">
            <a:off x="8199120" y="2697372"/>
            <a:ext cx="23432" cy="4570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4" name="Shape 1142"/>
          <p:cNvSpPr/>
          <p:nvPr/>
        </p:nvSpPr>
        <p:spPr>
          <a:xfrm flipV="1">
            <a:off x="8222552" y="2595859"/>
            <a:ext cx="23432" cy="10151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5" name="Shape 1143"/>
          <p:cNvSpPr/>
          <p:nvPr/>
        </p:nvSpPr>
        <p:spPr>
          <a:xfrm>
            <a:off x="8245983" y="2595859"/>
            <a:ext cx="23432" cy="9998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6" name="Shape 1144"/>
          <p:cNvSpPr/>
          <p:nvPr/>
        </p:nvSpPr>
        <p:spPr>
          <a:xfrm>
            <a:off x="8269415" y="2695848"/>
            <a:ext cx="23431" cy="4418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7" name="Shape 1145"/>
          <p:cNvSpPr/>
          <p:nvPr/>
        </p:nvSpPr>
        <p:spPr>
          <a:xfrm>
            <a:off x="8292846" y="2740029"/>
            <a:ext cx="23432" cy="2157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8" name="Shape 1146"/>
          <p:cNvSpPr/>
          <p:nvPr/>
        </p:nvSpPr>
        <p:spPr>
          <a:xfrm>
            <a:off x="8316278" y="2761600"/>
            <a:ext cx="23431" cy="291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9" name="Shape 1147"/>
          <p:cNvSpPr/>
          <p:nvPr/>
        </p:nvSpPr>
        <p:spPr>
          <a:xfrm flipV="1">
            <a:off x="8339709" y="2745014"/>
            <a:ext cx="23432" cy="195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0" name="Shape 1148"/>
          <p:cNvSpPr/>
          <p:nvPr/>
        </p:nvSpPr>
        <p:spPr>
          <a:xfrm flipV="1">
            <a:off x="8363141" y="2670049"/>
            <a:ext cx="23432" cy="7496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1" name="Shape 1149"/>
          <p:cNvSpPr/>
          <p:nvPr/>
        </p:nvSpPr>
        <p:spPr>
          <a:xfrm>
            <a:off x="8386572" y="2670049"/>
            <a:ext cx="23432" cy="10882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2" name="Shape 1150"/>
          <p:cNvSpPr/>
          <p:nvPr/>
        </p:nvSpPr>
        <p:spPr>
          <a:xfrm>
            <a:off x="8410004" y="2778869"/>
            <a:ext cx="23431" cy="552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3" name="Shape 1151"/>
          <p:cNvSpPr/>
          <p:nvPr/>
        </p:nvSpPr>
        <p:spPr>
          <a:xfrm>
            <a:off x="8433435" y="2834115"/>
            <a:ext cx="23432" cy="3536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4" name="Shape 1152"/>
          <p:cNvSpPr/>
          <p:nvPr/>
        </p:nvSpPr>
        <p:spPr>
          <a:xfrm>
            <a:off x="8456867" y="2869479"/>
            <a:ext cx="23431" cy="2067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5" name="Shape 1153"/>
          <p:cNvSpPr/>
          <p:nvPr/>
        </p:nvSpPr>
        <p:spPr>
          <a:xfrm>
            <a:off x="8480298" y="2890157"/>
            <a:ext cx="23432" cy="618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6" name="Shape 1154"/>
          <p:cNvSpPr/>
          <p:nvPr/>
        </p:nvSpPr>
        <p:spPr>
          <a:xfrm flipV="1">
            <a:off x="8503730" y="2883054"/>
            <a:ext cx="23432" cy="1328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7" name="Shape 1155"/>
          <p:cNvSpPr/>
          <p:nvPr/>
        </p:nvSpPr>
        <p:spPr>
          <a:xfrm flipV="1">
            <a:off x="8527161" y="2817110"/>
            <a:ext cx="23432" cy="6594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8" name="Shape 1156"/>
          <p:cNvSpPr/>
          <p:nvPr/>
        </p:nvSpPr>
        <p:spPr>
          <a:xfrm>
            <a:off x="8550593" y="2817110"/>
            <a:ext cx="23431" cy="8926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9" name="Shape 1157"/>
          <p:cNvSpPr/>
          <p:nvPr/>
        </p:nvSpPr>
        <p:spPr>
          <a:xfrm>
            <a:off x="8574024" y="2906376"/>
            <a:ext cx="23432" cy="418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0" name="Shape 1158"/>
          <p:cNvSpPr/>
          <p:nvPr/>
        </p:nvSpPr>
        <p:spPr>
          <a:xfrm>
            <a:off x="8597456" y="2948195"/>
            <a:ext cx="23432" cy="2787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1" name="Shape 1159"/>
          <p:cNvSpPr/>
          <p:nvPr/>
        </p:nvSpPr>
        <p:spPr>
          <a:xfrm>
            <a:off x="8620887" y="2976068"/>
            <a:ext cx="23431" cy="2024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2" name="Shape 1160"/>
          <p:cNvSpPr/>
          <p:nvPr/>
        </p:nvSpPr>
        <p:spPr>
          <a:xfrm>
            <a:off x="8644319" y="2996309"/>
            <a:ext cx="23432" cy="1530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3" name="Shape 1161"/>
          <p:cNvSpPr/>
          <p:nvPr/>
        </p:nvSpPr>
        <p:spPr>
          <a:xfrm>
            <a:off x="6324600" y="2475315"/>
            <a:ext cx="23432" cy="2816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4" name="Shape 1162"/>
          <p:cNvSpPr/>
          <p:nvPr/>
        </p:nvSpPr>
        <p:spPr>
          <a:xfrm>
            <a:off x="6348032" y="2503482"/>
            <a:ext cx="23431" cy="4211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5" name="Shape 1163"/>
          <p:cNvSpPr/>
          <p:nvPr/>
        </p:nvSpPr>
        <p:spPr>
          <a:xfrm>
            <a:off x="6371463" y="2545595"/>
            <a:ext cx="23432" cy="8966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6" name="Shape 1164"/>
          <p:cNvSpPr/>
          <p:nvPr/>
        </p:nvSpPr>
        <p:spPr>
          <a:xfrm flipV="1">
            <a:off x="6394895" y="2535092"/>
            <a:ext cx="23432" cy="10016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7" name="Shape 1165"/>
          <p:cNvSpPr/>
          <p:nvPr/>
        </p:nvSpPr>
        <p:spPr>
          <a:xfrm flipV="1">
            <a:off x="6418326" y="2491773"/>
            <a:ext cx="23431" cy="4331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8" name="Shape 1166"/>
          <p:cNvSpPr/>
          <p:nvPr/>
        </p:nvSpPr>
        <p:spPr>
          <a:xfrm flipV="1">
            <a:off x="6441757" y="2473104"/>
            <a:ext cx="23432" cy="1866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69" name="Shape 1167"/>
          <p:cNvSpPr/>
          <p:nvPr/>
        </p:nvSpPr>
        <p:spPr>
          <a:xfrm>
            <a:off x="6465189" y="2473104"/>
            <a:ext cx="23432" cy="591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0" name="Shape 1168"/>
          <p:cNvSpPr/>
          <p:nvPr/>
        </p:nvSpPr>
        <p:spPr>
          <a:xfrm>
            <a:off x="6488621" y="2479014"/>
            <a:ext cx="23431" cy="6258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1" name="Shape 1169"/>
          <p:cNvSpPr/>
          <p:nvPr/>
        </p:nvSpPr>
        <p:spPr>
          <a:xfrm flipV="1">
            <a:off x="6512052" y="2461471"/>
            <a:ext cx="23432" cy="8012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2" name="Shape 1170"/>
          <p:cNvSpPr/>
          <p:nvPr/>
        </p:nvSpPr>
        <p:spPr>
          <a:xfrm flipV="1">
            <a:off x="6535484" y="2437930"/>
            <a:ext cx="23432" cy="2354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3" name="Shape 1171"/>
          <p:cNvSpPr/>
          <p:nvPr/>
        </p:nvSpPr>
        <p:spPr>
          <a:xfrm>
            <a:off x="6558915" y="2437930"/>
            <a:ext cx="23431" cy="76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4" name="Shape 1172"/>
          <p:cNvSpPr/>
          <p:nvPr/>
        </p:nvSpPr>
        <p:spPr>
          <a:xfrm>
            <a:off x="6582347" y="2438692"/>
            <a:ext cx="23432" cy="2506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5" name="Shape 1173"/>
          <p:cNvSpPr/>
          <p:nvPr/>
        </p:nvSpPr>
        <p:spPr>
          <a:xfrm>
            <a:off x="6605778" y="2463757"/>
            <a:ext cx="23432" cy="8166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6" name="Shape 1174"/>
          <p:cNvSpPr/>
          <p:nvPr/>
        </p:nvSpPr>
        <p:spPr>
          <a:xfrm flipV="1">
            <a:off x="6629210" y="2462717"/>
            <a:ext cx="23432" cy="8270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7" name="Shape 1175"/>
          <p:cNvSpPr/>
          <p:nvPr/>
        </p:nvSpPr>
        <p:spPr>
          <a:xfrm flipV="1">
            <a:off x="6652641" y="2436597"/>
            <a:ext cx="23431" cy="2612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8" name="Shape 1176"/>
          <p:cNvSpPr/>
          <p:nvPr/>
        </p:nvSpPr>
        <p:spPr>
          <a:xfrm flipV="1">
            <a:off x="6676073" y="2434778"/>
            <a:ext cx="23432" cy="181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79" name="Shape 1177"/>
          <p:cNvSpPr/>
          <p:nvPr/>
        </p:nvSpPr>
        <p:spPr>
          <a:xfrm>
            <a:off x="6699504" y="2434778"/>
            <a:ext cx="23431" cy="2244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0" name="Shape 1178"/>
          <p:cNvSpPr/>
          <p:nvPr/>
        </p:nvSpPr>
        <p:spPr>
          <a:xfrm>
            <a:off x="6722935" y="2457228"/>
            <a:ext cx="23432" cy="7899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1" name="Shape 1179"/>
          <p:cNvSpPr/>
          <p:nvPr/>
        </p:nvSpPr>
        <p:spPr>
          <a:xfrm flipV="1">
            <a:off x="6746367" y="2455929"/>
            <a:ext cx="23432" cy="8029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2" name="Shape 1180"/>
          <p:cNvSpPr/>
          <p:nvPr/>
        </p:nvSpPr>
        <p:spPr>
          <a:xfrm flipV="1">
            <a:off x="6769799" y="2432146"/>
            <a:ext cx="23432" cy="2378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3" name="Shape 1181"/>
          <p:cNvSpPr/>
          <p:nvPr/>
        </p:nvSpPr>
        <p:spPr>
          <a:xfrm>
            <a:off x="6793230" y="2432146"/>
            <a:ext cx="23431" cy="5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4" name="Shape 1182"/>
          <p:cNvSpPr/>
          <p:nvPr/>
        </p:nvSpPr>
        <p:spPr>
          <a:xfrm>
            <a:off x="6816661" y="2432648"/>
            <a:ext cx="23432" cy="2477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5" name="Shape 1183"/>
          <p:cNvSpPr/>
          <p:nvPr/>
        </p:nvSpPr>
        <p:spPr>
          <a:xfrm>
            <a:off x="6840093" y="2457418"/>
            <a:ext cx="23432" cy="8130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6" name="Shape 1184"/>
          <p:cNvSpPr/>
          <p:nvPr/>
        </p:nvSpPr>
        <p:spPr>
          <a:xfrm flipV="1">
            <a:off x="6863525" y="2458700"/>
            <a:ext cx="23431" cy="800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7" name="Shape 1185"/>
          <p:cNvSpPr/>
          <p:nvPr/>
        </p:nvSpPr>
        <p:spPr>
          <a:xfrm flipV="1">
            <a:off x="6886956" y="2435229"/>
            <a:ext cx="23432" cy="2347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8" name="Shape 1186"/>
          <p:cNvSpPr/>
          <p:nvPr/>
        </p:nvSpPr>
        <p:spPr>
          <a:xfrm>
            <a:off x="6910388" y="2435229"/>
            <a:ext cx="23432" cy="81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89" name="Shape 1187"/>
          <p:cNvSpPr/>
          <p:nvPr/>
        </p:nvSpPr>
        <p:spPr>
          <a:xfrm>
            <a:off x="6933819" y="2436043"/>
            <a:ext cx="23431" cy="2511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0" name="Shape 1188"/>
          <p:cNvSpPr/>
          <p:nvPr/>
        </p:nvSpPr>
        <p:spPr>
          <a:xfrm>
            <a:off x="6957251" y="2461159"/>
            <a:ext cx="23432" cy="8168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1" name="Shape 1189"/>
          <p:cNvSpPr/>
          <p:nvPr/>
        </p:nvSpPr>
        <p:spPr>
          <a:xfrm flipV="1">
            <a:off x="6980682" y="2499415"/>
            <a:ext cx="23432" cy="4342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2" name="Shape 1190"/>
          <p:cNvSpPr/>
          <p:nvPr/>
        </p:nvSpPr>
        <p:spPr>
          <a:xfrm>
            <a:off x="7004114" y="2499415"/>
            <a:ext cx="23431" cy="1341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3" name="Shape 1191"/>
          <p:cNvSpPr/>
          <p:nvPr/>
        </p:nvSpPr>
        <p:spPr>
          <a:xfrm>
            <a:off x="7027545" y="2512831"/>
            <a:ext cx="23432" cy="3825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4" name="Shape 1192"/>
          <p:cNvSpPr/>
          <p:nvPr/>
        </p:nvSpPr>
        <p:spPr>
          <a:xfrm>
            <a:off x="7050977" y="2551087"/>
            <a:ext cx="23432" cy="633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5" name="Shape 1193"/>
          <p:cNvSpPr/>
          <p:nvPr/>
        </p:nvSpPr>
        <p:spPr>
          <a:xfrm>
            <a:off x="7074408" y="2614425"/>
            <a:ext cx="23431" cy="12095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6" name="Shape 1194"/>
          <p:cNvSpPr/>
          <p:nvPr/>
        </p:nvSpPr>
        <p:spPr>
          <a:xfrm flipV="1">
            <a:off x="7097839" y="2661651"/>
            <a:ext cx="23432" cy="7373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7" name="Shape 1195"/>
          <p:cNvSpPr/>
          <p:nvPr/>
        </p:nvSpPr>
        <p:spPr>
          <a:xfrm flipV="1">
            <a:off x="7121271" y="2645870"/>
            <a:ext cx="23432" cy="1578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8" name="Shape 1196"/>
          <p:cNvSpPr/>
          <p:nvPr/>
        </p:nvSpPr>
        <p:spPr>
          <a:xfrm>
            <a:off x="7144703" y="2645870"/>
            <a:ext cx="23431" cy="997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99" name="Shape 1197"/>
          <p:cNvSpPr/>
          <p:nvPr/>
        </p:nvSpPr>
        <p:spPr>
          <a:xfrm>
            <a:off x="7168134" y="2655845"/>
            <a:ext cx="23432" cy="358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0" name="Shape 1198"/>
          <p:cNvSpPr/>
          <p:nvPr/>
        </p:nvSpPr>
        <p:spPr>
          <a:xfrm>
            <a:off x="7191566" y="2691647"/>
            <a:ext cx="23432" cy="9396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1" name="Shape 1199"/>
          <p:cNvSpPr/>
          <p:nvPr/>
        </p:nvSpPr>
        <p:spPr>
          <a:xfrm flipV="1">
            <a:off x="7214997" y="2702713"/>
            <a:ext cx="23432" cy="8289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2" name="Shape 1200"/>
          <p:cNvSpPr/>
          <p:nvPr/>
        </p:nvSpPr>
        <p:spPr>
          <a:xfrm flipV="1">
            <a:off x="7238429" y="2678030"/>
            <a:ext cx="23431" cy="2468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3" name="Shape 1201"/>
          <p:cNvSpPr/>
          <p:nvPr/>
        </p:nvSpPr>
        <p:spPr>
          <a:xfrm>
            <a:off x="7261860" y="2678030"/>
            <a:ext cx="23432" cy="133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4" name="Shape 1202"/>
          <p:cNvSpPr/>
          <p:nvPr/>
        </p:nvSpPr>
        <p:spPr>
          <a:xfrm>
            <a:off x="7285292" y="2679364"/>
            <a:ext cx="23432" cy="2728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5" name="Shape 1203"/>
          <p:cNvSpPr/>
          <p:nvPr/>
        </p:nvSpPr>
        <p:spPr>
          <a:xfrm>
            <a:off x="7308723" y="2706645"/>
            <a:ext cx="23431" cy="8532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6" name="Shape 1204"/>
          <p:cNvSpPr/>
          <p:nvPr/>
        </p:nvSpPr>
        <p:spPr>
          <a:xfrm flipV="1">
            <a:off x="7332154" y="2688780"/>
            <a:ext cx="23432" cy="10318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7" name="Shape 1205"/>
          <p:cNvSpPr/>
          <p:nvPr/>
        </p:nvSpPr>
        <p:spPr>
          <a:xfrm flipV="1">
            <a:off x="7355586" y="2634145"/>
            <a:ext cx="23432" cy="5463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8" name="Shape 1206"/>
          <p:cNvSpPr/>
          <p:nvPr/>
        </p:nvSpPr>
        <p:spPr>
          <a:xfrm flipV="1">
            <a:off x="7379018" y="2594458"/>
            <a:ext cx="23431" cy="3968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09" name="Shape 1207"/>
          <p:cNvSpPr/>
          <p:nvPr/>
        </p:nvSpPr>
        <p:spPr>
          <a:xfrm flipV="1">
            <a:off x="7402449" y="2563286"/>
            <a:ext cx="23432" cy="3117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0" name="Shape 1208"/>
          <p:cNvSpPr/>
          <p:nvPr/>
        </p:nvSpPr>
        <p:spPr>
          <a:xfrm flipV="1">
            <a:off x="7425881" y="2537826"/>
            <a:ext cx="23432" cy="2545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1" name="Shape 1209"/>
          <p:cNvSpPr/>
          <p:nvPr/>
        </p:nvSpPr>
        <p:spPr>
          <a:xfrm flipV="1">
            <a:off x="7449312" y="2516637"/>
            <a:ext cx="23431" cy="2118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2" name="Shape 1210"/>
          <p:cNvSpPr/>
          <p:nvPr/>
        </p:nvSpPr>
        <p:spPr>
          <a:xfrm flipV="1">
            <a:off x="7472744" y="2498682"/>
            <a:ext cx="23432" cy="179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3" name="Shape 1211"/>
          <p:cNvSpPr/>
          <p:nvPr/>
        </p:nvSpPr>
        <p:spPr>
          <a:xfrm flipV="1">
            <a:off x="7496175" y="2483262"/>
            <a:ext cx="23432" cy="154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4" name="Shape 1212"/>
          <p:cNvSpPr/>
          <p:nvPr/>
        </p:nvSpPr>
        <p:spPr>
          <a:xfrm flipV="1">
            <a:off x="7519607" y="2470006"/>
            <a:ext cx="23431" cy="1325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5" name="Shape 1213"/>
          <p:cNvSpPr/>
          <p:nvPr/>
        </p:nvSpPr>
        <p:spPr>
          <a:xfrm flipV="1">
            <a:off x="7543038" y="2458435"/>
            <a:ext cx="23432" cy="1157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6" name="Shape 1214"/>
          <p:cNvSpPr/>
          <p:nvPr/>
        </p:nvSpPr>
        <p:spPr>
          <a:xfrm flipV="1">
            <a:off x="7566470" y="2448330"/>
            <a:ext cx="23432" cy="1010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7" name="Shape 1215"/>
          <p:cNvSpPr/>
          <p:nvPr/>
        </p:nvSpPr>
        <p:spPr>
          <a:xfrm flipV="1">
            <a:off x="7589901" y="2439416"/>
            <a:ext cx="23431" cy="891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8" name="Shape 1216"/>
          <p:cNvSpPr/>
          <p:nvPr/>
        </p:nvSpPr>
        <p:spPr>
          <a:xfrm flipV="1">
            <a:off x="7613333" y="2431610"/>
            <a:ext cx="23432" cy="780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19" name="Shape 1217"/>
          <p:cNvSpPr/>
          <p:nvPr/>
        </p:nvSpPr>
        <p:spPr>
          <a:xfrm flipV="1">
            <a:off x="7636764" y="2424723"/>
            <a:ext cx="23432" cy="688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0" name="Shape 1218"/>
          <p:cNvSpPr/>
          <p:nvPr/>
        </p:nvSpPr>
        <p:spPr>
          <a:xfrm flipV="1">
            <a:off x="7660196" y="2418654"/>
            <a:ext cx="23431" cy="607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1" name="Shape 1219"/>
          <p:cNvSpPr/>
          <p:nvPr/>
        </p:nvSpPr>
        <p:spPr>
          <a:xfrm flipV="1">
            <a:off x="7683627" y="2413316"/>
            <a:ext cx="23432" cy="53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2" name="Shape 1220"/>
          <p:cNvSpPr/>
          <p:nvPr/>
        </p:nvSpPr>
        <p:spPr>
          <a:xfrm flipV="1">
            <a:off x="7707058" y="2408692"/>
            <a:ext cx="23432" cy="462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3" name="Shape 1221"/>
          <p:cNvSpPr/>
          <p:nvPr/>
        </p:nvSpPr>
        <p:spPr>
          <a:xfrm flipV="1">
            <a:off x="7730490" y="2404730"/>
            <a:ext cx="23431" cy="396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4" name="Shape 1222"/>
          <p:cNvSpPr/>
          <p:nvPr/>
        </p:nvSpPr>
        <p:spPr>
          <a:xfrm flipV="1">
            <a:off x="7753921" y="2401396"/>
            <a:ext cx="23432" cy="333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5" name="Shape 1223"/>
          <p:cNvSpPr/>
          <p:nvPr/>
        </p:nvSpPr>
        <p:spPr>
          <a:xfrm flipV="1">
            <a:off x="7777353" y="2398740"/>
            <a:ext cx="23432" cy="265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6" name="Shape 1224"/>
          <p:cNvSpPr/>
          <p:nvPr/>
        </p:nvSpPr>
        <p:spPr>
          <a:xfrm flipV="1">
            <a:off x="7800785" y="2396744"/>
            <a:ext cx="23432" cy="199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7" name="Shape 1225"/>
          <p:cNvSpPr/>
          <p:nvPr/>
        </p:nvSpPr>
        <p:spPr>
          <a:xfrm flipV="1">
            <a:off x="7824216" y="2395578"/>
            <a:ext cx="23431" cy="116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8" name="Shape 1226"/>
          <p:cNvSpPr/>
          <p:nvPr/>
        </p:nvSpPr>
        <p:spPr>
          <a:xfrm flipV="1">
            <a:off x="7847648" y="2395241"/>
            <a:ext cx="23432" cy="3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29" name="Shape 1227"/>
          <p:cNvSpPr/>
          <p:nvPr/>
        </p:nvSpPr>
        <p:spPr>
          <a:xfrm>
            <a:off x="7871079" y="2395241"/>
            <a:ext cx="23432" cy="64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30" name="Shape 1228"/>
          <p:cNvSpPr/>
          <p:nvPr/>
        </p:nvSpPr>
        <p:spPr>
          <a:xfrm>
            <a:off x="7894511" y="2395885"/>
            <a:ext cx="23431" cy="189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31" name="Shape 1229"/>
          <p:cNvSpPr/>
          <p:nvPr/>
        </p:nvSpPr>
        <p:spPr>
          <a:xfrm>
            <a:off x="7917942" y="2397780"/>
            <a:ext cx="23432" cy="341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32" name="Shape 1230"/>
          <p:cNvSpPr/>
          <p:nvPr/>
        </p:nvSpPr>
        <p:spPr>
          <a:xfrm>
            <a:off x="7941374" y="2401198"/>
            <a:ext cx="23432" cy="529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33" name="Shape 1231"/>
          <p:cNvSpPr/>
          <p:nvPr/>
        </p:nvSpPr>
        <p:spPr>
          <a:xfrm>
            <a:off x="7964805" y="2406494"/>
            <a:ext cx="23431" cy="775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34" name="Shape 1232"/>
          <p:cNvSpPr/>
          <p:nvPr/>
        </p:nvSpPr>
        <p:spPr>
          <a:xfrm>
            <a:off x="7988237" y="2414244"/>
            <a:ext cx="23432" cy="1115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35" name="Shape 1233"/>
          <p:cNvSpPr/>
          <p:nvPr/>
        </p:nvSpPr>
        <p:spPr>
          <a:xfrm>
            <a:off x="8011668" y="2425398"/>
            <a:ext cx="23431" cy="1591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36" name="Shape 1234"/>
          <p:cNvSpPr/>
          <p:nvPr/>
        </p:nvSpPr>
        <p:spPr>
          <a:xfrm>
            <a:off x="8035100" y="2441313"/>
            <a:ext cx="23432" cy="2337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37" name="Shape 1235"/>
          <p:cNvSpPr/>
          <p:nvPr/>
        </p:nvSpPr>
        <p:spPr>
          <a:xfrm>
            <a:off x="8058531" y="2464686"/>
            <a:ext cx="23432" cy="3709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38" name="Shape 1236"/>
          <p:cNvSpPr/>
          <p:nvPr/>
        </p:nvSpPr>
        <p:spPr>
          <a:xfrm>
            <a:off x="8081962" y="2501779"/>
            <a:ext cx="23432" cy="8436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39" name="Shape 1237"/>
          <p:cNvSpPr/>
          <p:nvPr/>
        </p:nvSpPr>
        <p:spPr>
          <a:xfrm flipV="1">
            <a:off x="8105394" y="2489286"/>
            <a:ext cx="23432" cy="9685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40" name="Shape 1238"/>
          <p:cNvSpPr/>
          <p:nvPr/>
        </p:nvSpPr>
        <p:spPr>
          <a:xfrm flipV="1">
            <a:off x="8128826" y="2446317"/>
            <a:ext cx="23431" cy="4296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41" name="Shape 1239"/>
          <p:cNvSpPr/>
          <p:nvPr/>
        </p:nvSpPr>
        <p:spPr>
          <a:xfrm flipV="1">
            <a:off x="8152257" y="2424088"/>
            <a:ext cx="23432" cy="2222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42" name="Shape 1240"/>
          <p:cNvSpPr/>
          <p:nvPr/>
        </p:nvSpPr>
        <p:spPr>
          <a:xfrm flipV="1">
            <a:off x="8175689" y="2418711"/>
            <a:ext cx="23431" cy="537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43" name="Shape 1241"/>
          <p:cNvSpPr/>
          <p:nvPr/>
        </p:nvSpPr>
        <p:spPr>
          <a:xfrm>
            <a:off x="8199120" y="2418711"/>
            <a:ext cx="23432" cy="1519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44" name="Shape 1242"/>
          <p:cNvSpPr/>
          <p:nvPr/>
        </p:nvSpPr>
        <p:spPr>
          <a:xfrm>
            <a:off x="8222552" y="2433901"/>
            <a:ext cx="23432" cy="6881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45" name="Shape 1243"/>
          <p:cNvSpPr/>
          <p:nvPr/>
        </p:nvSpPr>
        <p:spPr>
          <a:xfrm flipV="1">
            <a:off x="8245983" y="2432377"/>
            <a:ext cx="23432" cy="7034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46" name="Shape 1244"/>
          <p:cNvSpPr/>
          <p:nvPr/>
        </p:nvSpPr>
        <p:spPr>
          <a:xfrm flipV="1">
            <a:off x="8269415" y="2415663"/>
            <a:ext cx="23431" cy="1671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47" name="Shape 1245"/>
          <p:cNvSpPr/>
          <p:nvPr/>
        </p:nvSpPr>
        <p:spPr>
          <a:xfrm>
            <a:off x="8292846" y="2415663"/>
            <a:ext cx="23432" cy="385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48" name="Shape 1246"/>
          <p:cNvSpPr/>
          <p:nvPr/>
        </p:nvSpPr>
        <p:spPr>
          <a:xfrm>
            <a:off x="8316278" y="2419516"/>
            <a:ext cx="23431" cy="2063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49" name="Shape 1247"/>
          <p:cNvSpPr/>
          <p:nvPr/>
        </p:nvSpPr>
        <p:spPr>
          <a:xfrm>
            <a:off x="8339709" y="2440151"/>
            <a:ext cx="23432" cy="4139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50" name="Shape 1248"/>
          <p:cNvSpPr/>
          <p:nvPr/>
        </p:nvSpPr>
        <p:spPr>
          <a:xfrm>
            <a:off x="8363141" y="2481544"/>
            <a:ext cx="23432" cy="9529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51" name="Shape 1249"/>
          <p:cNvSpPr/>
          <p:nvPr/>
        </p:nvSpPr>
        <p:spPr>
          <a:xfrm flipV="1">
            <a:off x="8386572" y="2511801"/>
            <a:ext cx="23432" cy="6503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52" name="Shape 1250"/>
          <p:cNvSpPr/>
          <p:nvPr/>
        </p:nvSpPr>
        <p:spPr>
          <a:xfrm flipV="1">
            <a:off x="8410004" y="2499227"/>
            <a:ext cx="23431" cy="125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53" name="Shape 1251"/>
          <p:cNvSpPr/>
          <p:nvPr/>
        </p:nvSpPr>
        <p:spPr>
          <a:xfrm>
            <a:off x="8433435" y="2499227"/>
            <a:ext cx="23432" cy="651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54" name="Shape 1252"/>
          <p:cNvSpPr/>
          <p:nvPr/>
        </p:nvSpPr>
        <p:spPr>
          <a:xfrm>
            <a:off x="8456867" y="2505739"/>
            <a:ext cx="23431" cy="2067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55" name="Shape 1253"/>
          <p:cNvSpPr/>
          <p:nvPr/>
        </p:nvSpPr>
        <p:spPr>
          <a:xfrm>
            <a:off x="8480298" y="2526417"/>
            <a:ext cx="23432" cy="3496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56" name="Shape 1254"/>
          <p:cNvSpPr/>
          <p:nvPr/>
        </p:nvSpPr>
        <p:spPr>
          <a:xfrm>
            <a:off x="8503730" y="2561383"/>
            <a:ext cx="23432" cy="5446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57" name="Shape 1255"/>
          <p:cNvSpPr/>
          <p:nvPr/>
        </p:nvSpPr>
        <p:spPr>
          <a:xfrm>
            <a:off x="8527161" y="2615850"/>
            <a:ext cx="23432" cy="10750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58" name="Shape 1256"/>
          <p:cNvSpPr/>
          <p:nvPr/>
        </p:nvSpPr>
        <p:spPr>
          <a:xfrm flipV="1">
            <a:off x="8550593" y="2626748"/>
            <a:ext cx="23431" cy="9660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59" name="Shape 1257"/>
          <p:cNvSpPr/>
          <p:nvPr/>
        </p:nvSpPr>
        <p:spPr>
          <a:xfrm flipV="1">
            <a:off x="8574024" y="2578141"/>
            <a:ext cx="23432" cy="4860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60" name="Shape 1258"/>
          <p:cNvSpPr/>
          <p:nvPr/>
        </p:nvSpPr>
        <p:spPr>
          <a:xfrm flipV="1">
            <a:off x="8597456" y="2544033"/>
            <a:ext cx="23432" cy="3410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61" name="Shape 1259"/>
          <p:cNvSpPr/>
          <p:nvPr/>
        </p:nvSpPr>
        <p:spPr>
          <a:xfrm flipV="1">
            <a:off x="8620887" y="2518043"/>
            <a:ext cx="23431" cy="2599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62" name="Shape 1260"/>
          <p:cNvSpPr/>
          <p:nvPr/>
        </p:nvSpPr>
        <p:spPr>
          <a:xfrm flipV="1">
            <a:off x="8644319" y="2497437"/>
            <a:ext cx="23432" cy="2060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263" name="Shape 1261"/>
          <p:cNvSpPr/>
          <p:nvPr/>
        </p:nvSpPr>
        <p:spPr>
          <a:xfrm>
            <a:off x="6324600" y="2475315"/>
            <a:ext cx="29147" cy="43203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64" name="Shape 1262"/>
          <p:cNvSpPr/>
          <p:nvPr/>
        </p:nvSpPr>
        <p:spPr>
          <a:xfrm>
            <a:off x="6348032" y="2503482"/>
            <a:ext cx="29146" cy="36998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65" name="Shape 1263"/>
          <p:cNvSpPr/>
          <p:nvPr/>
        </p:nvSpPr>
        <p:spPr>
          <a:xfrm>
            <a:off x="6371463" y="2545595"/>
            <a:ext cx="29147" cy="27956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66" name="Shape 1264"/>
          <p:cNvSpPr/>
          <p:nvPr/>
        </p:nvSpPr>
        <p:spPr>
          <a:xfrm>
            <a:off x="6394895" y="2635257"/>
            <a:ext cx="29147" cy="9348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67" name="Shape 1265"/>
          <p:cNvSpPr/>
          <p:nvPr/>
        </p:nvSpPr>
        <p:spPr>
          <a:xfrm>
            <a:off x="6418326" y="2535092"/>
            <a:ext cx="29146" cy="25837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68" name="Shape 1266"/>
          <p:cNvSpPr/>
          <p:nvPr/>
        </p:nvSpPr>
        <p:spPr>
          <a:xfrm>
            <a:off x="6441757" y="2491773"/>
            <a:ext cx="29147" cy="30875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69" name="Shape 1267"/>
          <p:cNvSpPr/>
          <p:nvPr/>
        </p:nvSpPr>
        <p:spPr>
          <a:xfrm>
            <a:off x="6465189" y="2473104"/>
            <a:ext cx="29147" cy="30875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70" name="Shape 1268"/>
          <p:cNvSpPr/>
          <p:nvPr/>
        </p:nvSpPr>
        <p:spPr>
          <a:xfrm>
            <a:off x="6488621" y="2479014"/>
            <a:ext cx="29146" cy="2582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71" name="Shape 1269"/>
          <p:cNvSpPr/>
          <p:nvPr/>
        </p:nvSpPr>
        <p:spPr>
          <a:xfrm>
            <a:off x="6512052" y="2541594"/>
            <a:ext cx="29147" cy="9280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72" name="Shape 1270"/>
          <p:cNvSpPr/>
          <p:nvPr/>
        </p:nvSpPr>
        <p:spPr>
          <a:xfrm>
            <a:off x="6535484" y="2461471"/>
            <a:ext cx="29147" cy="2582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73" name="Shape 1271"/>
          <p:cNvSpPr/>
          <p:nvPr/>
        </p:nvSpPr>
        <p:spPr>
          <a:xfrm>
            <a:off x="6558915" y="2437930"/>
            <a:ext cx="29146" cy="30868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74" name="Shape 1272"/>
          <p:cNvSpPr/>
          <p:nvPr/>
        </p:nvSpPr>
        <p:spPr>
          <a:xfrm>
            <a:off x="6582347" y="2438692"/>
            <a:ext cx="29147" cy="30868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75" name="Shape 1273"/>
          <p:cNvSpPr/>
          <p:nvPr/>
        </p:nvSpPr>
        <p:spPr>
          <a:xfrm>
            <a:off x="6605778" y="2463757"/>
            <a:ext cx="29147" cy="2582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76" name="Shape 1274"/>
          <p:cNvSpPr/>
          <p:nvPr/>
        </p:nvSpPr>
        <p:spPr>
          <a:xfrm>
            <a:off x="6629210" y="2545421"/>
            <a:ext cx="29147" cy="9280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77" name="Shape 1275"/>
          <p:cNvSpPr/>
          <p:nvPr/>
        </p:nvSpPr>
        <p:spPr>
          <a:xfrm>
            <a:off x="6652641" y="2462717"/>
            <a:ext cx="29146" cy="2582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78" name="Shape 1276"/>
          <p:cNvSpPr/>
          <p:nvPr/>
        </p:nvSpPr>
        <p:spPr>
          <a:xfrm>
            <a:off x="6676073" y="2436597"/>
            <a:ext cx="29147" cy="30868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79" name="Shape 1277"/>
          <p:cNvSpPr/>
          <p:nvPr/>
        </p:nvSpPr>
        <p:spPr>
          <a:xfrm>
            <a:off x="6699504" y="2434778"/>
            <a:ext cx="29146" cy="30868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80" name="Shape 1278"/>
          <p:cNvSpPr/>
          <p:nvPr/>
        </p:nvSpPr>
        <p:spPr>
          <a:xfrm>
            <a:off x="6722935" y="2457228"/>
            <a:ext cx="29147" cy="2582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81" name="Shape 1279"/>
          <p:cNvSpPr/>
          <p:nvPr/>
        </p:nvSpPr>
        <p:spPr>
          <a:xfrm>
            <a:off x="6746367" y="2536225"/>
            <a:ext cx="29147" cy="9280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82" name="Shape 1280"/>
          <p:cNvSpPr/>
          <p:nvPr/>
        </p:nvSpPr>
        <p:spPr>
          <a:xfrm>
            <a:off x="6769799" y="2455929"/>
            <a:ext cx="29147" cy="2582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83" name="Shape 1281"/>
          <p:cNvSpPr/>
          <p:nvPr/>
        </p:nvSpPr>
        <p:spPr>
          <a:xfrm>
            <a:off x="6793230" y="2432146"/>
            <a:ext cx="29146" cy="30868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84" name="Shape 1282"/>
          <p:cNvSpPr/>
          <p:nvPr/>
        </p:nvSpPr>
        <p:spPr>
          <a:xfrm>
            <a:off x="6816661" y="2432648"/>
            <a:ext cx="29147" cy="30868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85" name="Shape 1283"/>
          <p:cNvSpPr/>
          <p:nvPr/>
        </p:nvSpPr>
        <p:spPr>
          <a:xfrm>
            <a:off x="6840093" y="2457418"/>
            <a:ext cx="29147" cy="2582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86" name="Shape 1284"/>
          <p:cNvSpPr/>
          <p:nvPr/>
        </p:nvSpPr>
        <p:spPr>
          <a:xfrm>
            <a:off x="6863525" y="2538719"/>
            <a:ext cx="29146" cy="9280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87" name="Shape 1285"/>
          <p:cNvSpPr/>
          <p:nvPr/>
        </p:nvSpPr>
        <p:spPr>
          <a:xfrm>
            <a:off x="6886956" y="2458700"/>
            <a:ext cx="29147" cy="2582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88" name="Shape 1286"/>
          <p:cNvSpPr/>
          <p:nvPr/>
        </p:nvSpPr>
        <p:spPr>
          <a:xfrm>
            <a:off x="6910388" y="2435229"/>
            <a:ext cx="29147" cy="30868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89" name="Shape 1287"/>
          <p:cNvSpPr/>
          <p:nvPr/>
        </p:nvSpPr>
        <p:spPr>
          <a:xfrm>
            <a:off x="6933819" y="2436043"/>
            <a:ext cx="29146" cy="30868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90" name="Shape 1288"/>
          <p:cNvSpPr/>
          <p:nvPr/>
        </p:nvSpPr>
        <p:spPr>
          <a:xfrm>
            <a:off x="6957251" y="2461159"/>
            <a:ext cx="29147" cy="2582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91" name="Shape 1289"/>
          <p:cNvSpPr/>
          <p:nvPr/>
        </p:nvSpPr>
        <p:spPr>
          <a:xfrm>
            <a:off x="6980682" y="2542840"/>
            <a:ext cx="29147" cy="9280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92" name="Shape 1290"/>
          <p:cNvSpPr/>
          <p:nvPr/>
        </p:nvSpPr>
        <p:spPr>
          <a:xfrm>
            <a:off x="7004114" y="2499415"/>
            <a:ext cx="29146" cy="2582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93" name="Shape 1291"/>
          <p:cNvSpPr/>
          <p:nvPr/>
        </p:nvSpPr>
        <p:spPr>
          <a:xfrm>
            <a:off x="7027545" y="2512831"/>
            <a:ext cx="29147" cy="30868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94" name="Shape 1292"/>
          <p:cNvSpPr/>
          <p:nvPr/>
        </p:nvSpPr>
        <p:spPr>
          <a:xfrm>
            <a:off x="7050977" y="2551087"/>
            <a:ext cx="29147" cy="30868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95" name="Shape 1293"/>
          <p:cNvSpPr/>
          <p:nvPr/>
        </p:nvSpPr>
        <p:spPr>
          <a:xfrm>
            <a:off x="7074408" y="2614425"/>
            <a:ext cx="29146" cy="2582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96" name="Shape 1294"/>
          <p:cNvSpPr/>
          <p:nvPr/>
        </p:nvSpPr>
        <p:spPr>
          <a:xfrm>
            <a:off x="7097839" y="2735384"/>
            <a:ext cx="29147" cy="9280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97" name="Shape 1295"/>
          <p:cNvSpPr/>
          <p:nvPr/>
        </p:nvSpPr>
        <p:spPr>
          <a:xfrm>
            <a:off x="7121271" y="2661651"/>
            <a:ext cx="29147" cy="2582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98" name="Shape 1296"/>
          <p:cNvSpPr/>
          <p:nvPr/>
        </p:nvSpPr>
        <p:spPr>
          <a:xfrm>
            <a:off x="7144703" y="2645870"/>
            <a:ext cx="29146" cy="30868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99" name="Shape 1297"/>
          <p:cNvSpPr/>
          <p:nvPr/>
        </p:nvSpPr>
        <p:spPr>
          <a:xfrm>
            <a:off x="7168134" y="2655845"/>
            <a:ext cx="29147" cy="30868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00" name="Shape 1298"/>
          <p:cNvSpPr/>
          <p:nvPr/>
        </p:nvSpPr>
        <p:spPr>
          <a:xfrm>
            <a:off x="7191566" y="2691647"/>
            <a:ext cx="29147" cy="2582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01" name="Shape 1299"/>
          <p:cNvSpPr/>
          <p:nvPr/>
        </p:nvSpPr>
        <p:spPr>
          <a:xfrm>
            <a:off x="7214997" y="2785607"/>
            <a:ext cx="29147" cy="9280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02" name="Shape 1300"/>
          <p:cNvSpPr/>
          <p:nvPr/>
        </p:nvSpPr>
        <p:spPr>
          <a:xfrm>
            <a:off x="7238429" y="2702713"/>
            <a:ext cx="29146" cy="2582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03" name="Shape 1301"/>
          <p:cNvSpPr/>
          <p:nvPr/>
        </p:nvSpPr>
        <p:spPr>
          <a:xfrm>
            <a:off x="7261860" y="2678030"/>
            <a:ext cx="29147" cy="30875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04" name="Shape 1302"/>
          <p:cNvSpPr/>
          <p:nvPr/>
        </p:nvSpPr>
        <p:spPr>
          <a:xfrm>
            <a:off x="7285292" y="2679364"/>
            <a:ext cx="29147" cy="30875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05" name="Shape 1303"/>
          <p:cNvSpPr/>
          <p:nvPr/>
        </p:nvSpPr>
        <p:spPr>
          <a:xfrm>
            <a:off x="7308723" y="2706645"/>
            <a:ext cx="29146" cy="25837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06" name="Shape 1304"/>
          <p:cNvSpPr/>
          <p:nvPr/>
        </p:nvSpPr>
        <p:spPr>
          <a:xfrm>
            <a:off x="7332154" y="2791969"/>
            <a:ext cx="29147" cy="9348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07" name="Shape 1305"/>
          <p:cNvSpPr/>
          <p:nvPr/>
        </p:nvSpPr>
        <p:spPr>
          <a:xfrm>
            <a:off x="7355586" y="2688780"/>
            <a:ext cx="29147" cy="27942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08" name="Shape 1306"/>
          <p:cNvSpPr/>
          <p:nvPr/>
        </p:nvSpPr>
        <p:spPr>
          <a:xfrm>
            <a:off x="7379018" y="2634145"/>
            <a:ext cx="29146" cy="36971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09" name="Shape 1307"/>
          <p:cNvSpPr/>
          <p:nvPr/>
        </p:nvSpPr>
        <p:spPr>
          <a:xfrm>
            <a:off x="7402449" y="2594458"/>
            <a:ext cx="29147" cy="43142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10" name="Shape 1308"/>
          <p:cNvSpPr/>
          <p:nvPr/>
        </p:nvSpPr>
        <p:spPr>
          <a:xfrm>
            <a:off x="7425881" y="2563286"/>
            <a:ext cx="29147" cy="47731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11" name="Shape 1309"/>
          <p:cNvSpPr/>
          <p:nvPr/>
        </p:nvSpPr>
        <p:spPr>
          <a:xfrm>
            <a:off x="7449312" y="2537826"/>
            <a:ext cx="29146" cy="51282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12" name="Shape 1310"/>
          <p:cNvSpPr/>
          <p:nvPr/>
        </p:nvSpPr>
        <p:spPr>
          <a:xfrm>
            <a:off x="7472744" y="2516637"/>
            <a:ext cx="29147" cy="54079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13" name="Shape 1311"/>
          <p:cNvSpPr/>
          <p:nvPr/>
        </p:nvSpPr>
        <p:spPr>
          <a:xfrm>
            <a:off x="7496175" y="2498682"/>
            <a:ext cx="29147" cy="56319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14" name="Shape 1312"/>
          <p:cNvSpPr/>
          <p:nvPr/>
        </p:nvSpPr>
        <p:spPr>
          <a:xfrm>
            <a:off x="7519607" y="2483262"/>
            <a:ext cx="29146" cy="58125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15" name="Shape 1313"/>
          <p:cNvSpPr/>
          <p:nvPr/>
        </p:nvSpPr>
        <p:spPr>
          <a:xfrm>
            <a:off x="7543038" y="2470006"/>
            <a:ext cx="29147" cy="59571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16" name="Shape 1314"/>
          <p:cNvSpPr/>
          <p:nvPr/>
        </p:nvSpPr>
        <p:spPr>
          <a:xfrm>
            <a:off x="7566470" y="2458435"/>
            <a:ext cx="29147" cy="60738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17" name="Shape 1315"/>
          <p:cNvSpPr/>
          <p:nvPr/>
        </p:nvSpPr>
        <p:spPr>
          <a:xfrm>
            <a:off x="7589901" y="2448330"/>
            <a:ext cx="29146" cy="61668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18" name="Shape 1316"/>
          <p:cNvSpPr/>
          <p:nvPr/>
        </p:nvSpPr>
        <p:spPr>
          <a:xfrm>
            <a:off x="7613333" y="2439416"/>
            <a:ext cx="29147" cy="62402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19" name="Shape 1317"/>
          <p:cNvSpPr/>
          <p:nvPr/>
        </p:nvSpPr>
        <p:spPr>
          <a:xfrm>
            <a:off x="7636764" y="2431610"/>
            <a:ext cx="29147" cy="62951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20" name="Shape 1318"/>
          <p:cNvSpPr/>
          <p:nvPr/>
        </p:nvSpPr>
        <p:spPr>
          <a:xfrm>
            <a:off x="7660196" y="2424723"/>
            <a:ext cx="29146" cy="63352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21" name="Shape 1319"/>
          <p:cNvSpPr/>
          <p:nvPr/>
        </p:nvSpPr>
        <p:spPr>
          <a:xfrm>
            <a:off x="7683627" y="2418654"/>
            <a:ext cx="29147" cy="63610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22" name="Shape 1320"/>
          <p:cNvSpPr/>
          <p:nvPr/>
        </p:nvSpPr>
        <p:spPr>
          <a:xfrm>
            <a:off x="7707058" y="2413316"/>
            <a:ext cx="29147" cy="63739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23" name="Shape 1321"/>
          <p:cNvSpPr/>
          <p:nvPr/>
        </p:nvSpPr>
        <p:spPr>
          <a:xfrm>
            <a:off x="7730490" y="2408692"/>
            <a:ext cx="29146" cy="63739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24" name="Shape 1322"/>
          <p:cNvSpPr/>
          <p:nvPr/>
        </p:nvSpPr>
        <p:spPr>
          <a:xfrm>
            <a:off x="7753921" y="2404730"/>
            <a:ext cx="29147" cy="63610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25" name="Shape 1323"/>
          <p:cNvSpPr/>
          <p:nvPr/>
        </p:nvSpPr>
        <p:spPr>
          <a:xfrm>
            <a:off x="7777353" y="2401396"/>
            <a:ext cx="29147" cy="63352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26" name="Shape 1324"/>
          <p:cNvSpPr/>
          <p:nvPr/>
        </p:nvSpPr>
        <p:spPr>
          <a:xfrm>
            <a:off x="7800785" y="2398740"/>
            <a:ext cx="29147" cy="62951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27" name="Shape 1325"/>
          <p:cNvSpPr/>
          <p:nvPr/>
        </p:nvSpPr>
        <p:spPr>
          <a:xfrm>
            <a:off x="7824216" y="2396744"/>
            <a:ext cx="29146" cy="62402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28" name="Shape 1326"/>
          <p:cNvSpPr/>
          <p:nvPr/>
        </p:nvSpPr>
        <p:spPr>
          <a:xfrm>
            <a:off x="7847648" y="2395578"/>
            <a:ext cx="29147" cy="61668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29" name="Shape 1327"/>
          <p:cNvSpPr/>
          <p:nvPr/>
        </p:nvSpPr>
        <p:spPr>
          <a:xfrm>
            <a:off x="7871079" y="2395241"/>
            <a:ext cx="29147" cy="60738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30" name="Shape 1328"/>
          <p:cNvSpPr/>
          <p:nvPr/>
        </p:nvSpPr>
        <p:spPr>
          <a:xfrm>
            <a:off x="7894511" y="2395885"/>
            <a:ext cx="29146" cy="59577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31" name="Shape 1329"/>
          <p:cNvSpPr/>
          <p:nvPr/>
        </p:nvSpPr>
        <p:spPr>
          <a:xfrm>
            <a:off x="7917942" y="2397780"/>
            <a:ext cx="29147" cy="58125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32" name="Shape 1330"/>
          <p:cNvSpPr/>
          <p:nvPr/>
        </p:nvSpPr>
        <p:spPr>
          <a:xfrm>
            <a:off x="7941374" y="2401198"/>
            <a:ext cx="29147" cy="56319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33" name="Shape 1331"/>
          <p:cNvSpPr/>
          <p:nvPr/>
        </p:nvSpPr>
        <p:spPr>
          <a:xfrm>
            <a:off x="7964805" y="2406494"/>
            <a:ext cx="29146" cy="54079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34" name="Shape 1332"/>
          <p:cNvSpPr/>
          <p:nvPr/>
        </p:nvSpPr>
        <p:spPr>
          <a:xfrm>
            <a:off x="7988237" y="2414244"/>
            <a:ext cx="29147" cy="51282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35" name="Shape 1333"/>
          <p:cNvSpPr/>
          <p:nvPr/>
        </p:nvSpPr>
        <p:spPr>
          <a:xfrm>
            <a:off x="8011668" y="2425398"/>
            <a:ext cx="29146" cy="47731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36" name="Shape 1334"/>
          <p:cNvSpPr/>
          <p:nvPr/>
        </p:nvSpPr>
        <p:spPr>
          <a:xfrm>
            <a:off x="8035100" y="2441313"/>
            <a:ext cx="29147" cy="43142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37" name="Shape 1335"/>
          <p:cNvSpPr/>
          <p:nvPr/>
        </p:nvSpPr>
        <p:spPr>
          <a:xfrm>
            <a:off x="8058531" y="2464686"/>
            <a:ext cx="29147" cy="36971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38" name="Shape 1336"/>
          <p:cNvSpPr/>
          <p:nvPr/>
        </p:nvSpPr>
        <p:spPr>
          <a:xfrm>
            <a:off x="8081962" y="2501779"/>
            <a:ext cx="29147" cy="27949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39" name="Shape 1337"/>
          <p:cNvSpPr/>
          <p:nvPr/>
        </p:nvSpPr>
        <p:spPr>
          <a:xfrm>
            <a:off x="8105394" y="2586144"/>
            <a:ext cx="29147" cy="9361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40" name="Shape 1338"/>
          <p:cNvSpPr/>
          <p:nvPr/>
        </p:nvSpPr>
        <p:spPr>
          <a:xfrm>
            <a:off x="8128826" y="2489286"/>
            <a:ext cx="29146" cy="26360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41" name="Shape 1339"/>
          <p:cNvSpPr/>
          <p:nvPr/>
        </p:nvSpPr>
        <p:spPr>
          <a:xfrm>
            <a:off x="8152257" y="2446317"/>
            <a:ext cx="29147" cy="32443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42" name="Shape 1340"/>
          <p:cNvSpPr/>
          <p:nvPr/>
        </p:nvSpPr>
        <p:spPr>
          <a:xfrm>
            <a:off x="8175689" y="2424088"/>
            <a:ext cx="29146" cy="34215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43" name="Shape 1341"/>
          <p:cNvSpPr/>
          <p:nvPr/>
        </p:nvSpPr>
        <p:spPr>
          <a:xfrm>
            <a:off x="8199120" y="2418711"/>
            <a:ext cx="29147" cy="32436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44" name="Shape 1342"/>
          <p:cNvSpPr/>
          <p:nvPr/>
        </p:nvSpPr>
        <p:spPr>
          <a:xfrm>
            <a:off x="8222552" y="2433901"/>
            <a:ext cx="29147" cy="26347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45" name="Shape 1343"/>
          <p:cNvSpPr/>
          <p:nvPr/>
        </p:nvSpPr>
        <p:spPr>
          <a:xfrm>
            <a:off x="8245983" y="2502718"/>
            <a:ext cx="29147" cy="9314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46" name="Shape 1344"/>
          <p:cNvSpPr/>
          <p:nvPr/>
        </p:nvSpPr>
        <p:spPr>
          <a:xfrm>
            <a:off x="8269415" y="2432377"/>
            <a:ext cx="29146" cy="26347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47" name="Shape 1345"/>
          <p:cNvSpPr/>
          <p:nvPr/>
        </p:nvSpPr>
        <p:spPr>
          <a:xfrm>
            <a:off x="8292846" y="2415663"/>
            <a:ext cx="29147" cy="32436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48" name="Shape 1346"/>
          <p:cNvSpPr/>
          <p:nvPr/>
        </p:nvSpPr>
        <p:spPr>
          <a:xfrm>
            <a:off x="8316278" y="2419516"/>
            <a:ext cx="29146" cy="34208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49" name="Shape 1347"/>
          <p:cNvSpPr/>
          <p:nvPr/>
        </p:nvSpPr>
        <p:spPr>
          <a:xfrm>
            <a:off x="8339709" y="2440151"/>
            <a:ext cx="29147" cy="32436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50" name="Shape 1348"/>
          <p:cNvSpPr/>
          <p:nvPr/>
        </p:nvSpPr>
        <p:spPr>
          <a:xfrm>
            <a:off x="8363141" y="2481544"/>
            <a:ext cx="29147" cy="26347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51" name="Shape 1349"/>
          <p:cNvSpPr/>
          <p:nvPr/>
        </p:nvSpPr>
        <p:spPr>
          <a:xfrm>
            <a:off x="8386572" y="2576840"/>
            <a:ext cx="29147" cy="9320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52" name="Shape 1350"/>
          <p:cNvSpPr/>
          <p:nvPr/>
        </p:nvSpPr>
        <p:spPr>
          <a:xfrm>
            <a:off x="8410004" y="2511801"/>
            <a:ext cx="29146" cy="26706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53" name="Shape 1351"/>
          <p:cNvSpPr/>
          <p:nvPr/>
        </p:nvSpPr>
        <p:spPr>
          <a:xfrm>
            <a:off x="8433435" y="2499227"/>
            <a:ext cx="29147" cy="33488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54" name="Shape 1352"/>
          <p:cNvSpPr/>
          <p:nvPr/>
        </p:nvSpPr>
        <p:spPr>
          <a:xfrm>
            <a:off x="8456867" y="2505739"/>
            <a:ext cx="29146" cy="36374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55" name="Shape 1353"/>
          <p:cNvSpPr/>
          <p:nvPr/>
        </p:nvSpPr>
        <p:spPr>
          <a:xfrm>
            <a:off x="8480298" y="2526417"/>
            <a:ext cx="29147" cy="36374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56" name="Shape 1354"/>
          <p:cNvSpPr/>
          <p:nvPr/>
        </p:nvSpPr>
        <p:spPr>
          <a:xfrm>
            <a:off x="8503730" y="2561383"/>
            <a:ext cx="29147" cy="33495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57" name="Shape 1355"/>
          <p:cNvSpPr/>
          <p:nvPr/>
        </p:nvSpPr>
        <p:spPr>
          <a:xfrm>
            <a:off x="8527161" y="2615850"/>
            <a:ext cx="29147" cy="26720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58" name="Shape 1356"/>
          <p:cNvSpPr/>
          <p:nvPr/>
        </p:nvSpPr>
        <p:spPr>
          <a:xfrm>
            <a:off x="8550593" y="2723358"/>
            <a:ext cx="29146" cy="9375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59" name="Shape 1357"/>
          <p:cNvSpPr/>
          <p:nvPr/>
        </p:nvSpPr>
        <p:spPr>
          <a:xfrm>
            <a:off x="8574024" y="2626748"/>
            <a:ext cx="29147" cy="27962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60" name="Shape 1358"/>
          <p:cNvSpPr/>
          <p:nvPr/>
        </p:nvSpPr>
        <p:spPr>
          <a:xfrm>
            <a:off x="8597456" y="2578141"/>
            <a:ext cx="29147" cy="37005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61" name="Shape 1359"/>
          <p:cNvSpPr/>
          <p:nvPr/>
        </p:nvSpPr>
        <p:spPr>
          <a:xfrm>
            <a:off x="8620887" y="2544033"/>
            <a:ext cx="29146" cy="43203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62" name="Shape 1360"/>
          <p:cNvSpPr/>
          <p:nvPr/>
        </p:nvSpPr>
        <p:spPr>
          <a:xfrm>
            <a:off x="8644319" y="2518043"/>
            <a:ext cx="29147" cy="47826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363" name="Shape 1361"/>
          <p:cNvSpPr/>
          <p:nvPr/>
        </p:nvSpPr>
        <p:spPr>
          <a:xfrm flipV="1">
            <a:off x="6324600" y="2693653"/>
            <a:ext cx="23432" cy="304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64" name="Shape 1362"/>
          <p:cNvSpPr/>
          <p:nvPr/>
        </p:nvSpPr>
        <p:spPr>
          <a:xfrm flipV="1">
            <a:off x="6348032" y="2664593"/>
            <a:ext cx="23431" cy="2906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65" name="Shape 1363"/>
          <p:cNvSpPr/>
          <p:nvPr/>
        </p:nvSpPr>
        <p:spPr>
          <a:xfrm flipV="1">
            <a:off x="6371463" y="2638269"/>
            <a:ext cx="23432" cy="2632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66" name="Shape 1364"/>
          <p:cNvSpPr/>
          <p:nvPr/>
        </p:nvSpPr>
        <p:spPr>
          <a:xfrm flipV="1">
            <a:off x="6394895" y="2615756"/>
            <a:ext cx="23432" cy="2251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67" name="Shape 1365"/>
          <p:cNvSpPr/>
          <p:nvPr/>
        </p:nvSpPr>
        <p:spPr>
          <a:xfrm flipV="1">
            <a:off x="6418326" y="2597831"/>
            <a:ext cx="23431" cy="1792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68" name="Shape 1366"/>
          <p:cNvSpPr/>
          <p:nvPr/>
        </p:nvSpPr>
        <p:spPr>
          <a:xfrm flipV="1">
            <a:off x="6441757" y="2584860"/>
            <a:ext cx="23432" cy="1297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69" name="Shape 1367"/>
          <p:cNvSpPr/>
          <p:nvPr/>
        </p:nvSpPr>
        <p:spPr>
          <a:xfrm flipV="1">
            <a:off x="6465189" y="2576824"/>
            <a:ext cx="23432" cy="803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70" name="Shape 1368"/>
          <p:cNvSpPr/>
          <p:nvPr/>
        </p:nvSpPr>
        <p:spPr>
          <a:xfrm flipV="1">
            <a:off x="6488621" y="2573326"/>
            <a:ext cx="23431" cy="349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71" name="Shape 1369"/>
          <p:cNvSpPr/>
          <p:nvPr/>
        </p:nvSpPr>
        <p:spPr>
          <a:xfrm>
            <a:off x="6512052" y="2573326"/>
            <a:ext cx="23432" cy="26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72" name="Shape 1370"/>
          <p:cNvSpPr/>
          <p:nvPr/>
        </p:nvSpPr>
        <p:spPr>
          <a:xfrm>
            <a:off x="6535484" y="2573586"/>
            <a:ext cx="23432" cy="303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73" name="Shape 1371"/>
          <p:cNvSpPr/>
          <p:nvPr/>
        </p:nvSpPr>
        <p:spPr>
          <a:xfrm>
            <a:off x="6558915" y="2576616"/>
            <a:ext cx="23431" cy="46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74" name="Shape 1372"/>
          <p:cNvSpPr/>
          <p:nvPr/>
        </p:nvSpPr>
        <p:spPr>
          <a:xfrm>
            <a:off x="6582347" y="2581292"/>
            <a:ext cx="23432" cy="510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75" name="Shape 1373"/>
          <p:cNvSpPr/>
          <p:nvPr/>
        </p:nvSpPr>
        <p:spPr>
          <a:xfrm>
            <a:off x="6605778" y="2586401"/>
            <a:ext cx="23432" cy="448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76" name="Shape 1374"/>
          <p:cNvSpPr/>
          <p:nvPr/>
        </p:nvSpPr>
        <p:spPr>
          <a:xfrm>
            <a:off x="6629210" y="2590887"/>
            <a:ext cx="23432" cy="292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77" name="Shape 1375"/>
          <p:cNvSpPr/>
          <p:nvPr/>
        </p:nvSpPr>
        <p:spPr>
          <a:xfrm>
            <a:off x="6652641" y="2593813"/>
            <a:ext cx="23431" cy="7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78" name="Shape 1376"/>
          <p:cNvSpPr/>
          <p:nvPr/>
        </p:nvSpPr>
        <p:spPr>
          <a:xfrm flipV="1">
            <a:off x="6676073" y="2593017"/>
            <a:ext cx="23432" cy="159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79" name="Shape 1377"/>
          <p:cNvSpPr/>
          <p:nvPr/>
        </p:nvSpPr>
        <p:spPr>
          <a:xfrm flipV="1">
            <a:off x="6699504" y="2589155"/>
            <a:ext cx="23431" cy="386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80" name="Shape 1378"/>
          <p:cNvSpPr/>
          <p:nvPr/>
        </p:nvSpPr>
        <p:spPr>
          <a:xfrm flipV="1">
            <a:off x="6722935" y="2583492"/>
            <a:ext cx="23432" cy="566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81" name="Shape 1379"/>
          <p:cNvSpPr/>
          <p:nvPr/>
        </p:nvSpPr>
        <p:spPr>
          <a:xfrm flipV="1">
            <a:off x="6746367" y="2576859"/>
            <a:ext cx="23432" cy="663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82" name="Shape 1380"/>
          <p:cNvSpPr/>
          <p:nvPr/>
        </p:nvSpPr>
        <p:spPr>
          <a:xfrm flipV="1">
            <a:off x="6769799" y="2570278"/>
            <a:ext cx="23432" cy="658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83" name="Shape 1381"/>
          <p:cNvSpPr/>
          <p:nvPr/>
        </p:nvSpPr>
        <p:spPr>
          <a:xfrm flipV="1">
            <a:off x="6793230" y="2564927"/>
            <a:ext cx="23431" cy="535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84" name="Shape 1382"/>
          <p:cNvSpPr/>
          <p:nvPr/>
        </p:nvSpPr>
        <p:spPr>
          <a:xfrm flipV="1">
            <a:off x="6816661" y="2562000"/>
            <a:ext cx="23432" cy="292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85" name="Shape 1383"/>
          <p:cNvSpPr/>
          <p:nvPr/>
        </p:nvSpPr>
        <p:spPr>
          <a:xfrm>
            <a:off x="6840093" y="2562000"/>
            <a:ext cx="23432" cy="57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86" name="Shape 1384"/>
          <p:cNvSpPr/>
          <p:nvPr/>
        </p:nvSpPr>
        <p:spPr>
          <a:xfrm>
            <a:off x="6863525" y="2562571"/>
            <a:ext cx="23431" cy="497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87" name="Shape 1385"/>
          <p:cNvSpPr/>
          <p:nvPr/>
        </p:nvSpPr>
        <p:spPr>
          <a:xfrm>
            <a:off x="6886956" y="2567542"/>
            <a:ext cx="23432" cy="990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88" name="Shape 1386"/>
          <p:cNvSpPr/>
          <p:nvPr/>
        </p:nvSpPr>
        <p:spPr>
          <a:xfrm>
            <a:off x="6910388" y="2577448"/>
            <a:ext cx="23432" cy="150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89" name="Shape 1387"/>
          <p:cNvSpPr/>
          <p:nvPr/>
        </p:nvSpPr>
        <p:spPr>
          <a:xfrm>
            <a:off x="6933819" y="2592497"/>
            <a:ext cx="23431" cy="1998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90" name="Shape 1388"/>
          <p:cNvSpPr/>
          <p:nvPr/>
        </p:nvSpPr>
        <p:spPr>
          <a:xfrm>
            <a:off x="6957251" y="2612482"/>
            <a:ext cx="23432" cy="2431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91" name="Shape 1389"/>
          <p:cNvSpPr/>
          <p:nvPr/>
        </p:nvSpPr>
        <p:spPr>
          <a:xfrm>
            <a:off x="6980682" y="2636797"/>
            <a:ext cx="23432" cy="276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92" name="Shape 1390"/>
          <p:cNvSpPr/>
          <p:nvPr/>
        </p:nvSpPr>
        <p:spPr>
          <a:xfrm>
            <a:off x="7004114" y="2664472"/>
            <a:ext cx="23431" cy="2985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93" name="Shape 1391"/>
          <p:cNvSpPr/>
          <p:nvPr/>
        </p:nvSpPr>
        <p:spPr>
          <a:xfrm>
            <a:off x="7027545" y="2694328"/>
            <a:ext cx="23432" cy="3060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94" name="Shape 1392"/>
          <p:cNvSpPr/>
          <p:nvPr/>
        </p:nvSpPr>
        <p:spPr>
          <a:xfrm>
            <a:off x="7050977" y="2724929"/>
            <a:ext cx="23432" cy="2990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95" name="Shape 1393"/>
          <p:cNvSpPr/>
          <p:nvPr/>
        </p:nvSpPr>
        <p:spPr>
          <a:xfrm>
            <a:off x="7074408" y="2754838"/>
            <a:ext cx="23431" cy="278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96" name="Shape 1394"/>
          <p:cNvSpPr/>
          <p:nvPr/>
        </p:nvSpPr>
        <p:spPr>
          <a:xfrm>
            <a:off x="7097839" y="2782685"/>
            <a:ext cx="23432" cy="2459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97" name="Shape 1395"/>
          <p:cNvSpPr/>
          <p:nvPr/>
        </p:nvSpPr>
        <p:spPr>
          <a:xfrm>
            <a:off x="7121271" y="2807277"/>
            <a:ext cx="23432" cy="2045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98" name="Shape 1396"/>
          <p:cNvSpPr/>
          <p:nvPr/>
        </p:nvSpPr>
        <p:spPr>
          <a:xfrm>
            <a:off x="7144703" y="2827730"/>
            <a:ext cx="23431" cy="1576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99" name="Shape 1397"/>
          <p:cNvSpPr/>
          <p:nvPr/>
        </p:nvSpPr>
        <p:spPr>
          <a:xfrm>
            <a:off x="7168134" y="2843490"/>
            <a:ext cx="23432" cy="1092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00" name="Shape 1398"/>
          <p:cNvSpPr/>
          <p:nvPr/>
        </p:nvSpPr>
        <p:spPr>
          <a:xfrm>
            <a:off x="7191566" y="2854417"/>
            <a:ext cx="23432" cy="633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01" name="Shape 1399"/>
          <p:cNvSpPr/>
          <p:nvPr/>
        </p:nvSpPr>
        <p:spPr>
          <a:xfrm>
            <a:off x="7214997" y="2860756"/>
            <a:ext cx="23432" cy="235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02" name="Shape 1400"/>
          <p:cNvSpPr/>
          <p:nvPr/>
        </p:nvSpPr>
        <p:spPr>
          <a:xfrm flipV="1">
            <a:off x="7238429" y="2862384"/>
            <a:ext cx="23431" cy="72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03" name="Shape 1401"/>
          <p:cNvSpPr/>
          <p:nvPr/>
        </p:nvSpPr>
        <p:spPr>
          <a:xfrm flipV="1">
            <a:off x="7261860" y="2859665"/>
            <a:ext cx="23432" cy="27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04" name="Shape 1402"/>
          <p:cNvSpPr/>
          <p:nvPr/>
        </p:nvSpPr>
        <p:spPr>
          <a:xfrm flipV="1">
            <a:off x="7285292" y="2856115"/>
            <a:ext cx="23432" cy="355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05" name="Shape 1403"/>
          <p:cNvSpPr/>
          <p:nvPr/>
        </p:nvSpPr>
        <p:spPr>
          <a:xfrm flipV="1">
            <a:off x="7308723" y="2852876"/>
            <a:ext cx="23431" cy="323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06" name="Shape 1404"/>
          <p:cNvSpPr/>
          <p:nvPr/>
        </p:nvSpPr>
        <p:spPr>
          <a:xfrm flipV="1">
            <a:off x="7332154" y="2850902"/>
            <a:ext cx="23432" cy="19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07" name="Shape 1405"/>
          <p:cNvSpPr/>
          <p:nvPr/>
        </p:nvSpPr>
        <p:spPr>
          <a:xfrm>
            <a:off x="7355586" y="2850902"/>
            <a:ext cx="23432" cy="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08" name="Shape 1406"/>
          <p:cNvSpPr/>
          <p:nvPr/>
        </p:nvSpPr>
        <p:spPr>
          <a:xfrm>
            <a:off x="7379018" y="2850902"/>
            <a:ext cx="23431" cy="23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09" name="Shape 1407"/>
          <p:cNvSpPr/>
          <p:nvPr/>
        </p:nvSpPr>
        <p:spPr>
          <a:xfrm>
            <a:off x="7402449" y="2853274"/>
            <a:ext cx="23432" cy="474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10" name="Shape 1408"/>
          <p:cNvSpPr/>
          <p:nvPr/>
        </p:nvSpPr>
        <p:spPr>
          <a:xfrm>
            <a:off x="7425881" y="2858020"/>
            <a:ext cx="23432" cy="675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11" name="Shape 1409"/>
          <p:cNvSpPr/>
          <p:nvPr/>
        </p:nvSpPr>
        <p:spPr>
          <a:xfrm>
            <a:off x="7449312" y="2864774"/>
            <a:ext cx="23431" cy="808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12" name="Shape 1410"/>
          <p:cNvSpPr/>
          <p:nvPr/>
        </p:nvSpPr>
        <p:spPr>
          <a:xfrm>
            <a:off x="7472744" y="2872861"/>
            <a:ext cx="23432" cy="841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13" name="Shape 1411"/>
          <p:cNvSpPr/>
          <p:nvPr/>
        </p:nvSpPr>
        <p:spPr>
          <a:xfrm>
            <a:off x="7496175" y="2881278"/>
            <a:ext cx="23432" cy="762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14" name="Shape 1412"/>
          <p:cNvSpPr/>
          <p:nvPr/>
        </p:nvSpPr>
        <p:spPr>
          <a:xfrm>
            <a:off x="7519607" y="2888898"/>
            <a:ext cx="23431" cy="559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15" name="Shape 1413"/>
          <p:cNvSpPr/>
          <p:nvPr/>
        </p:nvSpPr>
        <p:spPr>
          <a:xfrm>
            <a:off x="7543038" y="2894492"/>
            <a:ext cx="23432" cy="240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16" name="Shape 1414"/>
          <p:cNvSpPr/>
          <p:nvPr/>
        </p:nvSpPr>
        <p:spPr>
          <a:xfrm flipV="1">
            <a:off x="7566470" y="2895150"/>
            <a:ext cx="23432" cy="17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17" name="Shape 1415"/>
          <p:cNvSpPr/>
          <p:nvPr/>
        </p:nvSpPr>
        <p:spPr>
          <a:xfrm flipV="1">
            <a:off x="7589901" y="2888500"/>
            <a:ext cx="23431" cy="665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18" name="Shape 1416"/>
          <p:cNvSpPr/>
          <p:nvPr/>
        </p:nvSpPr>
        <p:spPr>
          <a:xfrm flipV="1">
            <a:off x="7613333" y="2876619"/>
            <a:ext cx="23432" cy="1188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19" name="Shape 1417"/>
          <p:cNvSpPr/>
          <p:nvPr/>
        </p:nvSpPr>
        <p:spPr>
          <a:xfrm flipV="1">
            <a:off x="7636764" y="2859544"/>
            <a:ext cx="23432" cy="170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20" name="Shape 1418"/>
          <p:cNvSpPr/>
          <p:nvPr/>
        </p:nvSpPr>
        <p:spPr>
          <a:xfrm flipV="1">
            <a:off x="7660196" y="2837688"/>
            <a:ext cx="23431" cy="218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21" name="Shape 1419"/>
          <p:cNvSpPr/>
          <p:nvPr/>
        </p:nvSpPr>
        <p:spPr>
          <a:xfrm flipV="1">
            <a:off x="7683627" y="2811884"/>
            <a:ext cx="23432" cy="2580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22" name="Shape 1420"/>
          <p:cNvSpPr/>
          <p:nvPr/>
        </p:nvSpPr>
        <p:spPr>
          <a:xfrm flipV="1">
            <a:off x="7707058" y="2783240"/>
            <a:ext cx="23432" cy="2864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23" name="Shape 1421"/>
          <p:cNvSpPr/>
          <p:nvPr/>
        </p:nvSpPr>
        <p:spPr>
          <a:xfrm flipV="1">
            <a:off x="7730490" y="2753089"/>
            <a:ext cx="23431" cy="3015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24" name="Shape 1422"/>
          <p:cNvSpPr/>
          <p:nvPr/>
        </p:nvSpPr>
        <p:spPr>
          <a:xfrm flipV="1">
            <a:off x="7753921" y="2722868"/>
            <a:ext cx="23432" cy="3022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25" name="Shape 1423"/>
          <p:cNvSpPr/>
          <p:nvPr/>
        </p:nvSpPr>
        <p:spPr>
          <a:xfrm flipV="1">
            <a:off x="7777353" y="2693999"/>
            <a:ext cx="23432" cy="2886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26" name="Shape 1424"/>
          <p:cNvSpPr/>
          <p:nvPr/>
        </p:nvSpPr>
        <p:spPr>
          <a:xfrm flipV="1">
            <a:off x="7800785" y="2667762"/>
            <a:ext cx="23432" cy="2623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27" name="Shape 1425"/>
          <p:cNvSpPr/>
          <p:nvPr/>
        </p:nvSpPr>
        <p:spPr>
          <a:xfrm flipV="1">
            <a:off x="7824216" y="2645179"/>
            <a:ext cx="23431" cy="2258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28" name="Shape 1426"/>
          <p:cNvSpPr/>
          <p:nvPr/>
        </p:nvSpPr>
        <p:spPr>
          <a:xfrm flipV="1">
            <a:off x="7847648" y="2626943"/>
            <a:ext cx="23432" cy="1823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29" name="Shape 1427"/>
          <p:cNvSpPr/>
          <p:nvPr/>
        </p:nvSpPr>
        <p:spPr>
          <a:xfrm flipV="1">
            <a:off x="7871079" y="2613366"/>
            <a:ext cx="23432" cy="1357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30" name="Shape 1428"/>
          <p:cNvSpPr/>
          <p:nvPr/>
        </p:nvSpPr>
        <p:spPr>
          <a:xfrm flipV="1">
            <a:off x="7894511" y="2604360"/>
            <a:ext cx="23431" cy="900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31" name="Shape 1429"/>
          <p:cNvSpPr/>
          <p:nvPr/>
        </p:nvSpPr>
        <p:spPr>
          <a:xfrm flipV="1">
            <a:off x="7917942" y="2599494"/>
            <a:ext cx="23432" cy="486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32" name="Shape 1430"/>
          <p:cNvSpPr/>
          <p:nvPr/>
        </p:nvSpPr>
        <p:spPr>
          <a:xfrm flipV="1">
            <a:off x="7941374" y="2597952"/>
            <a:ext cx="23432" cy="154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33" name="Shape 1431"/>
          <p:cNvSpPr/>
          <p:nvPr/>
        </p:nvSpPr>
        <p:spPr>
          <a:xfrm>
            <a:off x="7964805" y="2597952"/>
            <a:ext cx="23431" cy="76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34" name="Shape 1432"/>
          <p:cNvSpPr/>
          <p:nvPr/>
        </p:nvSpPr>
        <p:spPr>
          <a:xfrm>
            <a:off x="7988237" y="2598714"/>
            <a:ext cx="23432" cy="19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35" name="Shape 1433"/>
          <p:cNvSpPr/>
          <p:nvPr/>
        </p:nvSpPr>
        <p:spPr>
          <a:xfrm>
            <a:off x="8011668" y="2600689"/>
            <a:ext cx="23431" cy="199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36" name="Shape 1434"/>
          <p:cNvSpPr/>
          <p:nvPr/>
        </p:nvSpPr>
        <p:spPr>
          <a:xfrm>
            <a:off x="8035100" y="2602680"/>
            <a:ext cx="23432" cy="102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37" name="Shape 1435"/>
          <p:cNvSpPr/>
          <p:nvPr/>
        </p:nvSpPr>
        <p:spPr>
          <a:xfrm flipV="1">
            <a:off x="8058531" y="2602905"/>
            <a:ext cx="23432" cy="7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38" name="Shape 1436"/>
          <p:cNvSpPr/>
          <p:nvPr/>
        </p:nvSpPr>
        <p:spPr>
          <a:xfrm flipV="1">
            <a:off x="8081962" y="2599823"/>
            <a:ext cx="23432" cy="308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39" name="Shape 1437"/>
          <p:cNvSpPr/>
          <p:nvPr/>
        </p:nvSpPr>
        <p:spPr>
          <a:xfrm flipV="1">
            <a:off x="8105394" y="2594281"/>
            <a:ext cx="23432" cy="554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40" name="Shape 1438"/>
          <p:cNvSpPr/>
          <p:nvPr/>
        </p:nvSpPr>
        <p:spPr>
          <a:xfrm flipV="1">
            <a:off x="8128826" y="2586505"/>
            <a:ext cx="23431" cy="77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41" name="Shape 1439"/>
          <p:cNvSpPr/>
          <p:nvPr/>
        </p:nvSpPr>
        <p:spPr>
          <a:xfrm flipV="1">
            <a:off x="8152257" y="2577101"/>
            <a:ext cx="23432" cy="940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42" name="Shape 1440"/>
          <p:cNvSpPr/>
          <p:nvPr/>
        </p:nvSpPr>
        <p:spPr>
          <a:xfrm flipV="1">
            <a:off x="8175689" y="2566953"/>
            <a:ext cx="23431" cy="101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43" name="Shape 1441"/>
          <p:cNvSpPr/>
          <p:nvPr/>
        </p:nvSpPr>
        <p:spPr>
          <a:xfrm flipV="1">
            <a:off x="8199120" y="2557168"/>
            <a:ext cx="23432" cy="978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44" name="Shape 1442"/>
          <p:cNvSpPr/>
          <p:nvPr/>
        </p:nvSpPr>
        <p:spPr>
          <a:xfrm flipV="1">
            <a:off x="8222552" y="2548959"/>
            <a:ext cx="23432" cy="820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45" name="Shape 1443"/>
          <p:cNvSpPr/>
          <p:nvPr/>
        </p:nvSpPr>
        <p:spPr>
          <a:xfrm flipV="1">
            <a:off x="8245983" y="2543556"/>
            <a:ext cx="23432" cy="540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46" name="Shape 1444"/>
          <p:cNvSpPr/>
          <p:nvPr/>
        </p:nvSpPr>
        <p:spPr>
          <a:xfrm flipV="1">
            <a:off x="8269415" y="2542032"/>
            <a:ext cx="23431" cy="152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47" name="Shape 1445"/>
          <p:cNvSpPr/>
          <p:nvPr/>
        </p:nvSpPr>
        <p:spPr>
          <a:xfrm>
            <a:off x="8292846" y="2542032"/>
            <a:ext cx="23432" cy="322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48" name="Shape 1446"/>
          <p:cNvSpPr/>
          <p:nvPr/>
        </p:nvSpPr>
        <p:spPr>
          <a:xfrm>
            <a:off x="8316278" y="2545253"/>
            <a:ext cx="23431" cy="845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49" name="Shape 1447"/>
          <p:cNvSpPr/>
          <p:nvPr/>
        </p:nvSpPr>
        <p:spPr>
          <a:xfrm>
            <a:off x="8339709" y="2553704"/>
            <a:ext cx="23432" cy="1387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50" name="Shape 1448"/>
          <p:cNvSpPr/>
          <p:nvPr/>
        </p:nvSpPr>
        <p:spPr>
          <a:xfrm>
            <a:off x="8363141" y="2567576"/>
            <a:ext cx="23432" cy="1898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51" name="Shape 1449"/>
          <p:cNvSpPr/>
          <p:nvPr/>
        </p:nvSpPr>
        <p:spPr>
          <a:xfrm>
            <a:off x="8386572" y="2586557"/>
            <a:ext cx="23432" cy="234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52" name="Shape 1450"/>
          <p:cNvSpPr/>
          <p:nvPr/>
        </p:nvSpPr>
        <p:spPr>
          <a:xfrm>
            <a:off x="8410004" y="2610006"/>
            <a:ext cx="23431" cy="2694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53" name="Shape 1451"/>
          <p:cNvSpPr/>
          <p:nvPr/>
        </p:nvSpPr>
        <p:spPr>
          <a:xfrm>
            <a:off x="8433435" y="2636953"/>
            <a:ext cx="23432" cy="2914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54" name="Shape 1452"/>
          <p:cNvSpPr/>
          <p:nvPr/>
        </p:nvSpPr>
        <p:spPr>
          <a:xfrm>
            <a:off x="8456867" y="2666099"/>
            <a:ext cx="23431" cy="2997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55" name="Shape 1453"/>
          <p:cNvSpPr/>
          <p:nvPr/>
        </p:nvSpPr>
        <p:spPr>
          <a:xfrm>
            <a:off x="8480298" y="2696077"/>
            <a:ext cx="23432" cy="2935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56" name="Shape 1454"/>
          <p:cNvSpPr/>
          <p:nvPr/>
        </p:nvSpPr>
        <p:spPr>
          <a:xfrm>
            <a:off x="8503730" y="2725432"/>
            <a:ext cx="23432" cy="273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57" name="Shape 1455"/>
          <p:cNvSpPr/>
          <p:nvPr/>
        </p:nvSpPr>
        <p:spPr>
          <a:xfrm>
            <a:off x="8527161" y="2752829"/>
            <a:ext cx="23432" cy="242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58" name="Shape 1456"/>
          <p:cNvSpPr/>
          <p:nvPr/>
        </p:nvSpPr>
        <p:spPr>
          <a:xfrm>
            <a:off x="8550593" y="2777126"/>
            <a:ext cx="23431" cy="203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59" name="Shape 1457"/>
          <p:cNvSpPr/>
          <p:nvPr/>
        </p:nvSpPr>
        <p:spPr>
          <a:xfrm>
            <a:off x="8574024" y="2797475"/>
            <a:ext cx="23432" cy="1595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60" name="Shape 1458"/>
          <p:cNvSpPr/>
          <p:nvPr/>
        </p:nvSpPr>
        <p:spPr>
          <a:xfrm>
            <a:off x="8597456" y="2813425"/>
            <a:ext cx="23432" cy="1144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61" name="Shape 1459"/>
          <p:cNvSpPr/>
          <p:nvPr/>
        </p:nvSpPr>
        <p:spPr>
          <a:xfrm>
            <a:off x="8620887" y="2824873"/>
            <a:ext cx="23431" cy="72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62" name="Shape 1460"/>
          <p:cNvSpPr/>
          <p:nvPr/>
        </p:nvSpPr>
        <p:spPr>
          <a:xfrm>
            <a:off x="8644319" y="2832129"/>
            <a:ext cx="23432" cy="372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463" name="Shape 1461"/>
          <p:cNvSpPr/>
          <p:nvPr/>
        </p:nvSpPr>
        <p:spPr>
          <a:xfrm flipV="1">
            <a:off x="6324600" y="2688475"/>
            <a:ext cx="23432" cy="285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64" name="Shape 1462"/>
          <p:cNvSpPr/>
          <p:nvPr/>
        </p:nvSpPr>
        <p:spPr>
          <a:xfrm flipV="1">
            <a:off x="6348032" y="2685375"/>
            <a:ext cx="23431" cy="310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65" name="Shape 1463"/>
          <p:cNvSpPr/>
          <p:nvPr/>
        </p:nvSpPr>
        <p:spPr>
          <a:xfrm flipV="1">
            <a:off x="6371463" y="2681998"/>
            <a:ext cx="23432" cy="337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66" name="Shape 1464"/>
          <p:cNvSpPr/>
          <p:nvPr/>
        </p:nvSpPr>
        <p:spPr>
          <a:xfrm flipV="1">
            <a:off x="6394895" y="2664281"/>
            <a:ext cx="23432" cy="1771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67" name="Shape 1465"/>
          <p:cNvSpPr/>
          <p:nvPr/>
        </p:nvSpPr>
        <p:spPr>
          <a:xfrm flipV="1">
            <a:off x="6418326" y="2646149"/>
            <a:ext cx="23431" cy="1813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68" name="Shape 1466"/>
          <p:cNvSpPr/>
          <p:nvPr/>
        </p:nvSpPr>
        <p:spPr>
          <a:xfrm flipV="1">
            <a:off x="6441757" y="2627480"/>
            <a:ext cx="23432" cy="1866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69" name="Shape 1467"/>
          <p:cNvSpPr/>
          <p:nvPr/>
        </p:nvSpPr>
        <p:spPr>
          <a:xfrm flipV="1">
            <a:off x="6465189" y="2608136"/>
            <a:ext cx="23432" cy="1934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70" name="Shape 1468"/>
          <p:cNvSpPr/>
          <p:nvPr/>
        </p:nvSpPr>
        <p:spPr>
          <a:xfrm flipV="1">
            <a:off x="6488621" y="2587994"/>
            <a:ext cx="23431" cy="2014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71" name="Shape 1469"/>
          <p:cNvSpPr/>
          <p:nvPr/>
        </p:nvSpPr>
        <p:spPr>
          <a:xfrm>
            <a:off x="6512052" y="2587994"/>
            <a:ext cx="23432" cy="259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72" name="Shape 1470"/>
          <p:cNvSpPr/>
          <p:nvPr/>
        </p:nvSpPr>
        <p:spPr>
          <a:xfrm>
            <a:off x="6535484" y="2590592"/>
            <a:ext cx="23432" cy="168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73" name="Shape 1471"/>
          <p:cNvSpPr/>
          <p:nvPr/>
        </p:nvSpPr>
        <p:spPr>
          <a:xfrm>
            <a:off x="6558915" y="2592272"/>
            <a:ext cx="23431" cy="76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74" name="Shape 1472"/>
          <p:cNvSpPr/>
          <p:nvPr/>
        </p:nvSpPr>
        <p:spPr>
          <a:xfrm flipV="1">
            <a:off x="6582347" y="2592878"/>
            <a:ext cx="23432" cy="15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75" name="Shape 1473"/>
          <p:cNvSpPr/>
          <p:nvPr/>
        </p:nvSpPr>
        <p:spPr>
          <a:xfrm flipV="1">
            <a:off x="6605778" y="2591822"/>
            <a:ext cx="23432" cy="105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76" name="Shape 1474"/>
          <p:cNvSpPr/>
          <p:nvPr/>
        </p:nvSpPr>
        <p:spPr>
          <a:xfrm>
            <a:off x="6629210" y="2591822"/>
            <a:ext cx="23432" cy="1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77" name="Shape 1475"/>
          <p:cNvSpPr/>
          <p:nvPr/>
        </p:nvSpPr>
        <p:spPr>
          <a:xfrm flipV="1">
            <a:off x="6652641" y="2590939"/>
            <a:ext cx="23431" cy="90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78" name="Shape 1476"/>
          <p:cNvSpPr/>
          <p:nvPr/>
        </p:nvSpPr>
        <p:spPr>
          <a:xfrm flipV="1">
            <a:off x="6676073" y="2589120"/>
            <a:ext cx="23432" cy="181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79" name="Shape 1477"/>
          <p:cNvSpPr/>
          <p:nvPr/>
        </p:nvSpPr>
        <p:spPr>
          <a:xfrm flipV="1">
            <a:off x="6699504" y="2586349"/>
            <a:ext cx="23431" cy="277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80" name="Shape 1478"/>
          <p:cNvSpPr/>
          <p:nvPr/>
        </p:nvSpPr>
        <p:spPr>
          <a:xfrm flipV="1">
            <a:off x="6722935" y="2582626"/>
            <a:ext cx="23432" cy="372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81" name="Shape 1479"/>
          <p:cNvSpPr/>
          <p:nvPr/>
        </p:nvSpPr>
        <p:spPr>
          <a:xfrm>
            <a:off x="6746367" y="2582626"/>
            <a:ext cx="23432" cy="242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82" name="Shape 1480"/>
          <p:cNvSpPr/>
          <p:nvPr/>
        </p:nvSpPr>
        <p:spPr>
          <a:xfrm>
            <a:off x="6769799" y="2585050"/>
            <a:ext cx="23432" cy="143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83" name="Shape 1481"/>
          <p:cNvSpPr/>
          <p:nvPr/>
        </p:nvSpPr>
        <p:spPr>
          <a:xfrm>
            <a:off x="6793230" y="2586488"/>
            <a:ext cx="23431" cy="50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84" name="Shape 1482"/>
          <p:cNvSpPr/>
          <p:nvPr/>
        </p:nvSpPr>
        <p:spPr>
          <a:xfrm flipV="1">
            <a:off x="6816661" y="2586540"/>
            <a:ext cx="23432" cy="45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85" name="Shape 1483"/>
          <p:cNvSpPr/>
          <p:nvPr/>
        </p:nvSpPr>
        <p:spPr>
          <a:xfrm flipV="1">
            <a:off x="6840093" y="2585120"/>
            <a:ext cx="23432" cy="142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86" name="Shape 1484"/>
          <p:cNvSpPr/>
          <p:nvPr/>
        </p:nvSpPr>
        <p:spPr>
          <a:xfrm>
            <a:off x="6863525" y="2585120"/>
            <a:ext cx="23431" cy="270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87" name="Shape 1485"/>
          <p:cNvSpPr/>
          <p:nvPr/>
        </p:nvSpPr>
        <p:spPr>
          <a:xfrm>
            <a:off x="6886956" y="2587821"/>
            <a:ext cx="23432" cy="174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88" name="Shape 1486"/>
          <p:cNvSpPr/>
          <p:nvPr/>
        </p:nvSpPr>
        <p:spPr>
          <a:xfrm>
            <a:off x="6910388" y="2589570"/>
            <a:ext cx="23432" cy="81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89" name="Shape 1487"/>
          <p:cNvSpPr/>
          <p:nvPr/>
        </p:nvSpPr>
        <p:spPr>
          <a:xfrm flipV="1">
            <a:off x="6933819" y="2590280"/>
            <a:ext cx="23431" cy="10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90" name="Shape 1488"/>
          <p:cNvSpPr/>
          <p:nvPr/>
        </p:nvSpPr>
        <p:spPr>
          <a:xfrm flipV="1">
            <a:off x="6957251" y="2589241"/>
            <a:ext cx="23432" cy="103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91" name="Shape 1489"/>
          <p:cNvSpPr/>
          <p:nvPr/>
        </p:nvSpPr>
        <p:spPr>
          <a:xfrm>
            <a:off x="6980682" y="2589241"/>
            <a:ext cx="23432" cy="3929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92" name="Shape 1490"/>
          <p:cNvSpPr/>
          <p:nvPr/>
        </p:nvSpPr>
        <p:spPr>
          <a:xfrm>
            <a:off x="7004114" y="2628536"/>
            <a:ext cx="23431" cy="3863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93" name="Shape 1491"/>
          <p:cNvSpPr/>
          <p:nvPr/>
        </p:nvSpPr>
        <p:spPr>
          <a:xfrm>
            <a:off x="7027545" y="2667173"/>
            <a:ext cx="23432" cy="3825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94" name="Shape 1492"/>
          <p:cNvSpPr/>
          <p:nvPr/>
        </p:nvSpPr>
        <p:spPr>
          <a:xfrm>
            <a:off x="7050977" y="2705429"/>
            <a:ext cx="23432" cy="3811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95" name="Shape 1493"/>
          <p:cNvSpPr/>
          <p:nvPr/>
        </p:nvSpPr>
        <p:spPr>
          <a:xfrm>
            <a:off x="7074408" y="2743546"/>
            <a:ext cx="23431" cy="3823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96" name="Shape 1494"/>
          <p:cNvSpPr/>
          <p:nvPr/>
        </p:nvSpPr>
        <p:spPr>
          <a:xfrm>
            <a:off x="7097839" y="2781785"/>
            <a:ext cx="23432" cy="898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97" name="Shape 1495"/>
          <p:cNvSpPr/>
          <p:nvPr/>
        </p:nvSpPr>
        <p:spPr>
          <a:xfrm>
            <a:off x="7121271" y="2790773"/>
            <a:ext cx="23432" cy="943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98" name="Shape 1496"/>
          <p:cNvSpPr/>
          <p:nvPr/>
        </p:nvSpPr>
        <p:spPr>
          <a:xfrm>
            <a:off x="7144703" y="2800211"/>
            <a:ext cx="23431" cy="997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99" name="Shape 1497"/>
          <p:cNvSpPr/>
          <p:nvPr/>
        </p:nvSpPr>
        <p:spPr>
          <a:xfrm>
            <a:off x="7168134" y="2810187"/>
            <a:ext cx="23432" cy="1058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00" name="Shape 1498"/>
          <p:cNvSpPr/>
          <p:nvPr/>
        </p:nvSpPr>
        <p:spPr>
          <a:xfrm>
            <a:off x="7191566" y="2820768"/>
            <a:ext cx="23432" cy="1124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01" name="Shape 1499"/>
          <p:cNvSpPr/>
          <p:nvPr/>
        </p:nvSpPr>
        <p:spPr>
          <a:xfrm flipV="1">
            <a:off x="7214997" y="2831834"/>
            <a:ext cx="23432" cy="17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02" name="Shape 1500"/>
          <p:cNvSpPr/>
          <p:nvPr/>
        </p:nvSpPr>
        <p:spPr>
          <a:xfrm>
            <a:off x="7238429" y="2831834"/>
            <a:ext cx="23431" cy="57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03" name="Shape 1501"/>
          <p:cNvSpPr/>
          <p:nvPr/>
        </p:nvSpPr>
        <p:spPr>
          <a:xfrm>
            <a:off x="7261860" y="2832406"/>
            <a:ext cx="23432" cy="133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04" name="Shape 1502"/>
          <p:cNvSpPr/>
          <p:nvPr/>
        </p:nvSpPr>
        <p:spPr>
          <a:xfrm>
            <a:off x="7285292" y="2833739"/>
            <a:ext cx="23432" cy="209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05" name="Shape 1503"/>
          <p:cNvSpPr/>
          <p:nvPr/>
        </p:nvSpPr>
        <p:spPr>
          <a:xfrm>
            <a:off x="7308723" y="2835835"/>
            <a:ext cx="23431" cy="287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06" name="Shape 1504"/>
          <p:cNvSpPr/>
          <p:nvPr/>
        </p:nvSpPr>
        <p:spPr>
          <a:xfrm flipV="1">
            <a:off x="7332154" y="2828492"/>
            <a:ext cx="23432" cy="1021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07" name="Shape 1505"/>
          <p:cNvSpPr/>
          <p:nvPr/>
        </p:nvSpPr>
        <p:spPr>
          <a:xfrm flipV="1">
            <a:off x="7355586" y="2819002"/>
            <a:ext cx="23432" cy="949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08" name="Shape 1506"/>
          <p:cNvSpPr/>
          <p:nvPr/>
        </p:nvSpPr>
        <p:spPr>
          <a:xfrm flipV="1">
            <a:off x="7379018" y="2810169"/>
            <a:ext cx="23431" cy="883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09" name="Shape 1507"/>
          <p:cNvSpPr/>
          <p:nvPr/>
        </p:nvSpPr>
        <p:spPr>
          <a:xfrm flipV="1">
            <a:off x="7402449" y="2801943"/>
            <a:ext cx="23432" cy="822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10" name="Shape 1508"/>
          <p:cNvSpPr/>
          <p:nvPr/>
        </p:nvSpPr>
        <p:spPr>
          <a:xfrm flipV="1">
            <a:off x="7425881" y="2794237"/>
            <a:ext cx="23432" cy="770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11" name="Shape 1509"/>
          <p:cNvSpPr/>
          <p:nvPr/>
        </p:nvSpPr>
        <p:spPr>
          <a:xfrm flipV="1">
            <a:off x="7449312" y="2787032"/>
            <a:ext cx="23431" cy="720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12" name="Shape 1510"/>
          <p:cNvSpPr/>
          <p:nvPr/>
        </p:nvSpPr>
        <p:spPr>
          <a:xfrm flipV="1">
            <a:off x="7472744" y="2780278"/>
            <a:ext cx="23432" cy="675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13" name="Shape 1511"/>
          <p:cNvSpPr/>
          <p:nvPr/>
        </p:nvSpPr>
        <p:spPr>
          <a:xfrm flipV="1">
            <a:off x="7496175" y="2773888"/>
            <a:ext cx="23432" cy="639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14" name="Shape 1512"/>
          <p:cNvSpPr/>
          <p:nvPr/>
        </p:nvSpPr>
        <p:spPr>
          <a:xfrm flipV="1">
            <a:off x="7519607" y="2767861"/>
            <a:ext cx="23431" cy="602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15" name="Shape 1513"/>
          <p:cNvSpPr/>
          <p:nvPr/>
        </p:nvSpPr>
        <p:spPr>
          <a:xfrm flipV="1">
            <a:off x="7543038" y="2762129"/>
            <a:ext cx="23432" cy="573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16" name="Shape 1514"/>
          <p:cNvSpPr/>
          <p:nvPr/>
        </p:nvSpPr>
        <p:spPr>
          <a:xfrm flipV="1">
            <a:off x="7566470" y="2756674"/>
            <a:ext cx="23432" cy="545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17" name="Shape 1515"/>
          <p:cNvSpPr/>
          <p:nvPr/>
        </p:nvSpPr>
        <p:spPr>
          <a:xfrm flipV="1">
            <a:off x="7589901" y="2751426"/>
            <a:ext cx="23431" cy="524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18" name="Shape 1516"/>
          <p:cNvSpPr/>
          <p:nvPr/>
        </p:nvSpPr>
        <p:spPr>
          <a:xfrm flipV="1">
            <a:off x="7613333" y="2746369"/>
            <a:ext cx="23432" cy="505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19" name="Shape 1517"/>
          <p:cNvSpPr/>
          <p:nvPr/>
        </p:nvSpPr>
        <p:spPr>
          <a:xfrm flipV="1">
            <a:off x="7636764" y="2741486"/>
            <a:ext cx="23432" cy="488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20" name="Shape 1518"/>
          <p:cNvSpPr/>
          <p:nvPr/>
        </p:nvSpPr>
        <p:spPr>
          <a:xfrm flipV="1">
            <a:off x="7660196" y="2736706"/>
            <a:ext cx="23431" cy="478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21" name="Shape 1519"/>
          <p:cNvSpPr/>
          <p:nvPr/>
        </p:nvSpPr>
        <p:spPr>
          <a:xfrm flipV="1">
            <a:off x="7683627" y="2732012"/>
            <a:ext cx="23432" cy="469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22" name="Shape 1520"/>
          <p:cNvSpPr/>
          <p:nvPr/>
        </p:nvSpPr>
        <p:spPr>
          <a:xfrm flipV="1">
            <a:off x="7707058" y="2727388"/>
            <a:ext cx="23432" cy="462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23" name="Shape 1521"/>
          <p:cNvSpPr/>
          <p:nvPr/>
        </p:nvSpPr>
        <p:spPr>
          <a:xfrm flipV="1">
            <a:off x="7730490" y="2722782"/>
            <a:ext cx="23431" cy="460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24" name="Shape 1522"/>
          <p:cNvSpPr/>
          <p:nvPr/>
        </p:nvSpPr>
        <p:spPr>
          <a:xfrm flipV="1">
            <a:off x="7753921" y="2718158"/>
            <a:ext cx="23432" cy="462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25" name="Shape 1523"/>
          <p:cNvSpPr/>
          <p:nvPr/>
        </p:nvSpPr>
        <p:spPr>
          <a:xfrm flipV="1">
            <a:off x="7777353" y="2713499"/>
            <a:ext cx="23432" cy="465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26" name="Shape 1524"/>
          <p:cNvSpPr/>
          <p:nvPr/>
        </p:nvSpPr>
        <p:spPr>
          <a:xfrm flipV="1">
            <a:off x="7800785" y="2708754"/>
            <a:ext cx="23432" cy="474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27" name="Shape 1525"/>
          <p:cNvSpPr/>
          <p:nvPr/>
        </p:nvSpPr>
        <p:spPr>
          <a:xfrm flipV="1">
            <a:off x="7824216" y="2703922"/>
            <a:ext cx="23431" cy="483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28" name="Shape 1526"/>
          <p:cNvSpPr/>
          <p:nvPr/>
        </p:nvSpPr>
        <p:spPr>
          <a:xfrm flipV="1">
            <a:off x="7847648" y="2698935"/>
            <a:ext cx="23432" cy="498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29" name="Shape 1527"/>
          <p:cNvSpPr/>
          <p:nvPr/>
        </p:nvSpPr>
        <p:spPr>
          <a:xfrm flipV="1">
            <a:off x="7871079" y="2693774"/>
            <a:ext cx="23432" cy="516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30" name="Shape 1528"/>
          <p:cNvSpPr/>
          <p:nvPr/>
        </p:nvSpPr>
        <p:spPr>
          <a:xfrm flipV="1">
            <a:off x="7894511" y="2688405"/>
            <a:ext cx="23431" cy="536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31" name="Shape 1529"/>
          <p:cNvSpPr/>
          <p:nvPr/>
        </p:nvSpPr>
        <p:spPr>
          <a:xfrm flipV="1">
            <a:off x="7917942" y="2682794"/>
            <a:ext cx="23432" cy="561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32" name="Shape 1530"/>
          <p:cNvSpPr/>
          <p:nvPr/>
        </p:nvSpPr>
        <p:spPr>
          <a:xfrm flipV="1">
            <a:off x="7941374" y="2676889"/>
            <a:ext cx="23432" cy="590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33" name="Shape 1531"/>
          <p:cNvSpPr/>
          <p:nvPr/>
        </p:nvSpPr>
        <p:spPr>
          <a:xfrm flipV="1">
            <a:off x="7964805" y="2670654"/>
            <a:ext cx="23431" cy="623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34" name="Shape 1532"/>
          <p:cNvSpPr/>
          <p:nvPr/>
        </p:nvSpPr>
        <p:spPr>
          <a:xfrm flipV="1">
            <a:off x="7988237" y="2664056"/>
            <a:ext cx="23432" cy="659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35" name="Shape 1533"/>
          <p:cNvSpPr/>
          <p:nvPr/>
        </p:nvSpPr>
        <p:spPr>
          <a:xfrm flipV="1">
            <a:off x="8011668" y="2657025"/>
            <a:ext cx="23431" cy="703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36" name="Shape 1534"/>
          <p:cNvSpPr/>
          <p:nvPr/>
        </p:nvSpPr>
        <p:spPr>
          <a:xfrm flipV="1">
            <a:off x="8035100" y="2649543"/>
            <a:ext cx="23432" cy="748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37" name="Shape 1535"/>
          <p:cNvSpPr/>
          <p:nvPr/>
        </p:nvSpPr>
        <p:spPr>
          <a:xfrm flipV="1">
            <a:off x="8058531" y="2641525"/>
            <a:ext cx="23432" cy="801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38" name="Shape 1536"/>
          <p:cNvSpPr/>
          <p:nvPr/>
        </p:nvSpPr>
        <p:spPr>
          <a:xfrm flipV="1">
            <a:off x="8081962" y="2632952"/>
            <a:ext cx="23432" cy="857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39" name="Shape 1537"/>
          <p:cNvSpPr/>
          <p:nvPr/>
        </p:nvSpPr>
        <p:spPr>
          <a:xfrm flipV="1">
            <a:off x="8105394" y="2621090"/>
            <a:ext cx="23432" cy="1186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40" name="Shape 1538"/>
          <p:cNvSpPr/>
          <p:nvPr/>
        </p:nvSpPr>
        <p:spPr>
          <a:xfrm flipV="1">
            <a:off x="8128826" y="2608534"/>
            <a:ext cx="23431" cy="1255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41" name="Shape 1539"/>
          <p:cNvSpPr/>
          <p:nvPr/>
        </p:nvSpPr>
        <p:spPr>
          <a:xfrm flipV="1">
            <a:off x="8152257" y="2595164"/>
            <a:ext cx="23432" cy="1337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42" name="Shape 1540"/>
          <p:cNvSpPr/>
          <p:nvPr/>
        </p:nvSpPr>
        <p:spPr>
          <a:xfrm flipV="1">
            <a:off x="8175689" y="2580894"/>
            <a:ext cx="23431" cy="1427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43" name="Shape 1541"/>
          <p:cNvSpPr/>
          <p:nvPr/>
        </p:nvSpPr>
        <p:spPr>
          <a:xfrm flipV="1">
            <a:off x="8199120" y="2565637"/>
            <a:ext cx="23432" cy="1525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44" name="Shape 1542"/>
          <p:cNvSpPr/>
          <p:nvPr/>
        </p:nvSpPr>
        <p:spPr>
          <a:xfrm flipV="1">
            <a:off x="8222552" y="2549288"/>
            <a:ext cx="23432" cy="1634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45" name="Shape 1543"/>
          <p:cNvSpPr/>
          <p:nvPr/>
        </p:nvSpPr>
        <p:spPr>
          <a:xfrm>
            <a:off x="8245983" y="2549288"/>
            <a:ext cx="23432" cy="1482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46" name="Shape 1544"/>
          <p:cNvSpPr/>
          <p:nvPr/>
        </p:nvSpPr>
        <p:spPr>
          <a:xfrm>
            <a:off x="8269415" y="2564113"/>
            <a:ext cx="23431" cy="1373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47" name="Shape 1545"/>
          <p:cNvSpPr/>
          <p:nvPr/>
        </p:nvSpPr>
        <p:spPr>
          <a:xfrm>
            <a:off x="8292846" y="2577846"/>
            <a:ext cx="23432" cy="1271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48" name="Shape 1546"/>
          <p:cNvSpPr/>
          <p:nvPr/>
        </p:nvSpPr>
        <p:spPr>
          <a:xfrm>
            <a:off x="8316278" y="2590558"/>
            <a:ext cx="23431" cy="1177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49" name="Shape 1547"/>
          <p:cNvSpPr/>
          <p:nvPr/>
        </p:nvSpPr>
        <p:spPr>
          <a:xfrm>
            <a:off x="8339709" y="2602334"/>
            <a:ext cx="23432" cy="1094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50" name="Shape 1548"/>
          <p:cNvSpPr/>
          <p:nvPr/>
        </p:nvSpPr>
        <p:spPr>
          <a:xfrm>
            <a:off x="8363141" y="2613279"/>
            <a:ext cx="23432" cy="1016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51" name="Shape 1549"/>
          <p:cNvSpPr/>
          <p:nvPr/>
        </p:nvSpPr>
        <p:spPr>
          <a:xfrm>
            <a:off x="8386572" y="2623445"/>
            <a:ext cx="23432" cy="2189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52" name="Shape 1550"/>
          <p:cNvSpPr/>
          <p:nvPr/>
        </p:nvSpPr>
        <p:spPr>
          <a:xfrm>
            <a:off x="8410004" y="2645335"/>
            <a:ext cx="23431" cy="2133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53" name="Shape 1551"/>
          <p:cNvSpPr/>
          <p:nvPr/>
        </p:nvSpPr>
        <p:spPr>
          <a:xfrm>
            <a:off x="8433435" y="2666671"/>
            <a:ext cx="23432" cy="2093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54" name="Shape 1552"/>
          <p:cNvSpPr/>
          <p:nvPr/>
        </p:nvSpPr>
        <p:spPr>
          <a:xfrm>
            <a:off x="8456867" y="2687609"/>
            <a:ext cx="23431" cy="2067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55" name="Shape 1553"/>
          <p:cNvSpPr/>
          <p:nvPr/>
        </p:nvSpPr>
        <p:spPr>
          <a:xfrm>
            <a:off x="8480298" y="2708287"/>
            <a:ext cx="23432" cy="2057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56" name="Shape 1554"/>
          <p:cNvSpPr/>
          <p:nvPr/>
        </p:nvSpPr>
        <p:spPr>
          <a:xfrm>
            <a:off x="8503730" y="2728861"/>
            <a:ext cx="23432" cy="2059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57" name="Shape 1555"/>
          <p:cNvSpPr/>
          <p:nvPr/>
        </p:nvSpPr>
        <p:spPr>
          <a:xfrm>
            <a:off x="8527161" y="2749452"/>
            <a:ext cx="23432" cy="2078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58" name="Shape 1556"/>
          <p:cNvSpPr/>
          <p:nvPr/>
        </p:nvSpPr>
        <p:spPr>
          <a:xfrm flipV="1">
            <a:off x="8550593" y="2766562"/>
            <a:ext cx="23431" cy="367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59" name="Shape 1557"/>
          <p:cNvSpPr/>
          <p:nvPr/>
        </p:nvSpPr>
        <p:spPr>
          <a:xfrm flipV="1">
            <a:off x="8574024" y="2763168"/>
            <a:ext cx="23432" cy="339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60" name="Shape 1558"/>
          <p:cNvSpPr/>
          <p:nvPr/>
        </p:nvSpPr>
        <p:spPr>
          <a:xfrm flipV="1">
            <a:off x="8597456" y="2760051"/>
            <a:ext cx="23432" cy="311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61" name="Shape 1559"/>
          <p:cNvSpPr/>
          <p:nvPr/>
        </p:nvSpPr>
        <p:spPr>
          <a:xfrm flipV="1">
            <a:off x="8620887" y="2757176"/>
            <a:ext cx="23431" cy="287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62" name="Shape 1560"/>
          <p:cNvSpPr/>
          <p:nvPr/>
        </p:nvSpPr>
        <p:spPr>
          <a:xfrm flipV="1">
            <a:off x="8644319" y="2754526"/>
            <a:ext cx="23432" cy="265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63" name="Shape 1561"/>
          <p:cNvSpPr/>
          <p:nvPr/>
        </p:nvSpPr>
        <p:spPr>
          <a:xfrm>
            <a:off x="6372035" y="266080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64" name="Shape 1562"/>
          <p:cNvSpPr/>
          <p:nvPr/>
        </p:nvSpPr>
        <p:spPr>
          <a:xfrm>
            <a:off x="6489192" y="2562346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65" name="Shape 1563"/>
          <p:cNvSpPr/>
          <p:nvPr/>
        </p:nvSpPr>
        <p:spPr>
          <a:xfrm>
            <a:off x="6606350" y="2568737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66" name="Shape 1564"/>
          <p:cNvSpPr/>
          <p:nvPr/>
        </p:nvSpPr>
        <p:spPr>
          <a:xfrm>
            <a:off x="6723507" y="2558935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67" name="Shape 1565"/>
          <p:cNvSpPr/>
          <p:nvPr/>
        </p:nvSpPr>
        <p:spPr>
          <a:xfrm>
            <a:off x="6840665" y="2561671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68" name="Shape 1566"/>
          <p:cNvSpPr/>
          <p:nvPr/>
        </p:nvSpPr>
        <p:spPr>
          <a:xfrm>
            <a:off x="6957822" y="256153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69" name="Shape 1567"/>
          <p:cNvSpPr/>
          <p:nvPr/>
        </p:nvSpPr>
        <p:spPr>
          <a:xfrm>
            <a:off x="7074980" y="2762423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70" name="Shape 1568"/>
          <p:cNvSpPr/>
          <p:nvPr/>
        </p:nvSpPr>
        <p:spPr>
          <a:xfrm>
            <a:off x="7192137" y="2810568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71" name="Shape 1569"/>
          <p:cNvSpPr/>
          <p:nvPr/>
        </p:nvSpPr>
        <p:spPr>
          <a:xfrm>
            <a:off x="7309295" y="2817478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72" name="Shape 1570"/>
          <p:cNvSpPr/>
          <p:nvPr/>
        </p:nvSpPr>
        <p:spPr>
          <a:xfrm>
            <a:off x="8082534" y="2610404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73" name="Shape 1571"/>
          <p:cNvSpPr/>
          <p:nvPr/>
        </p:nvSpPr>
        <p:spPr>
          <a:xfrm>
            <a:off x="8223123" y="2522618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74" name="Shape 1572"/>
          <p:cNvSpPr/>
          <p:nvPr/>
        </p:nvSpPr>
        <p:spPr>
          <a:xfrm>
            <a:off x="8363712" y="259913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75" name="Shape 1573"/>
          <p:cNvSpPr/>
          <p:nvPr/>
        </p:nvSpPr>
        <p:spPr>
          <a:xfrm>
            <a:off x="8527733" y="2750283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76" name="Text 1574"/>
          <p:cNvSpPr txBox="1"/>
          <p:nvPr/>
        </p:nvSpPr>
        <p:spPr>
          <a:xfrm>
            <a:off x="6248400" y="3257550"/>
            <a:ext cx="2495550" cy="235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713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k(r) = σ² exp( −r / ℓ )</a:t>
            </a:r>
            <a:endParaRPr lang="en-US" sz="713" dirty="0"/>
          </a:p>
        </p:txBody>
      </p:sp>
      <p:sp>
        <p:nvSpPr>
          <p:cNvPr id="1577" name="Text 1575"/>
          <p:cNvSpPr txBox="1"/>
          <p:nvPr/>
        </p:nvSpPr>
        <p:spPr>
          <a:xfrm>
            <a:off x="6248400" y="3524250"/>
            <a:ext cx="2495550" cy="270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연속이지만 미분 불가 — 점마다 각이 집니다.</a:t>
            </a:r>
            <a:endParaRPr lang="en-US" sz="788" dirty="0"/>
          </a:p>
        </p:txBody>
      </p:sp>
      <p:sp>
        <p:nvSpPr>
          <p:cNvPr id="1578" name="Text 1576"/>
          <p:cNvSpPr txBox="1"/>
          <p:nvPr/>
        </p:nvSpPr>
        <p:spPr>
          <a:xfrm>
            <a:off x="6248400" y="3829050"/>
            <a:ext cx="49530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dirty="0">
                <a:solidFill>
                  <a:srgbClr val="EA0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점</a:t>
            </a:r>
            <a:endParaRPr lang="en-US" sz="713" dirty="0"/>
          </a:p>
        </p:txBody>
      </p:sp>
      <p:sp>
        <p:nvSpPr>
          <p:cNvPr id="1579" name="Text 1577"/>
          <p:cNvSpPr txBox="1"/>
          <p:nvPr/>
        </p:nvSpPr>
        <p:spPr>
          <a:xfrm>
            <a:off x="6762750" y="3829050"/>
            <a:ext cx="1981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급한 변화를 놓치지 않습니다</a:t>
            </a:r>
            <a:endParaRPr lang="en-US" sz="750" dirty="0"/>
          </a:p>
        </p:txBody>
      </p:sp>
      <p:sp>
        <p:nvSpPr>
          <p:cNvPr id="1580" name="Text 1578"/>
          <p:cNvSpPr txBox="1"/>
          <p:nvPr/>
        </p:nvSpPr>
        <p:spPr>
          <a:xfrm>
            <a:off x="6248400" y="4057650"/>
            <a:ext cx="53340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</a:t>
            </a:r>
            <a:endParaRPr lang="en-US" sz="713" dirty="0"/>
          </a:p>
        </p:txBody>
      </p:sp>
      <p:sp>
        <p:nvSpPr>
          <p:cNvPr id="1581" name="Text 1579"/>
          <p:cNvSpPr txBox="1"/>
          <p:nvPr/>
        </p:nvSpPr>
        <p:spPr>
          <a:xfrm>
            <a:off x="6800850" y="4057650"/>
            <a:ext cx="1943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잡음까지 따라가 1.8배 구불거립니다</a:t>
            </a:r>
            <a:endParaRPr lang="en-US" sz="750" dirty="0"/>
          </a:p>
        </p:txBody>
      </p:sp>
      <p:sp>
        <p:nvSpPr>
          <p:cNvPr id="1582" name="Shape 1580"/>
          <p:cNvSpPr/>
          <p:nvPr/>
        </p:nvSpPr>
        <p:spPr>
          <a:xfrm>
            <a:off x="8839200" y="1905000"/>
            <a:ext cx="0" cy="238125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1583" name="Text 1581"/>
          <p:cNvSpPr txBox="1"/>
          <p:nvPr/>
        </p:nvSpPr>
        <p:spPr>
          <a:xfrm>
            <a:off x="8934450" y="1943100"/>
            <a:ext cx="2495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6E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커널회귀 (Nadaraya–Watson)</a:t>
            </a:r>
            <a:endParaRPr lang="en-US" sz="900" dirty="0"/>
          </a:p>
        </p:txBody>
      </p:sp>
      <p:sp>
        <p:nvSpPr>
          <p:cNvPr id="1584" name="Text 1582"/>
          <p:cNvSpPr txBox="1"/>
          <p:nvPr/>
        </p:nvSpPr>
        <p:spPr>
          <a:xfrm>
            <a:off x="8934450" y="2105025"/>
            <a:ext cx="249555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 가 아닙니다</a:t>
            </a:r>
            <a:endParaRPr lang="en-US" sz="713" dirty="0"/>
          </a:p>
        </p:txBody>
      </p:sp>
      <p:sp>
        <p:nvSpPr>
          <p:cNvPr id="1585" name="Shape 1583"/>
          <p:cNvSpPr/>
          <p:nvPr/>
        </p:nvSpPr>
        <p:spPr>
          <a:xfrm>
            <a:off x="8934450" y="2247900"/>
            <a:ext cx="249555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9"/>
            </a:solidFill>
            <a:prstDash val="solid"/>
          </a:ln>
        </p:spPr>
      </p:sp>
      <p:sp>
        <p:nvSpPr>
          <p:cNvPr id="1586" name="Shape 1584"/>
          <p:cNvSpPr/>
          <p:nvPr/>
        </p:nvSpPr>
        <p:spPr>
          <a:xfrm>
            <a:off x="9010650" y="2724150"/>
            <a:ext cx="2343150" cy="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1587" name="Shape 1585"/>
          <p:cNvSpPr/>
          <p:nvPr/>
        </p:nvSpPr>
        <p:spPr>
          <a:xfrm flipV="1">
            <a:off x="9010650" y="2693653"/>
            <a:ext cx="23432" cy="304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588" name="Shape 1586"/>
          <p:cNvSpPr/>
          <p:nvPr/>
        </p:nvSpPr>
        <p:spPr>
          <a:xfrm flipV="1">
            <a:off x="9034082" y="2664593"/>
            <a:ext cx="23431" cy="2906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589" name="Shape 1587"/>
          <p:cNvSpPr/>
          <p:nvPr/>
        </p:nvSpPr>
        <p:spPr>
          <a:xfrm flipV="1">
            <a:off x="9057513" y="2638269"/>
            <a:ext cx="23432" cy="2632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590" name="Shape 1588"/>
          <p:cNvSpPr/>
          <p:nvPr/>
        </p:nvSpPr>
        <p:spPr>
          <a:xfrm flipV="1">
            <a:off x="9080945" y="2615756"/>
            <a:ext cx="23432" cy="2251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591" name="Shape 1589"/>
          <p:cNvSpPr/>
          <p:nvPr/>
        </p:nvSpPr>
        <p:spPr>
          <a:xfrm flipV="1">
            <a:off x="9104376" y="2597831"/>
            <a:ext cx="23431" cy="1792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592" name="Shape 1590"/>
          <p:cNvSpPr/>
          <p:nvPr/>
        </p:nvSpPr>
        <p:spPr>
          <a:xfrm flipV="1">
            <a:off x="9127808" y="2584860"/>
            <a:ext cx="23432" cy="1297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593" name="Shape 1591"/>
          <p:cNvSpPr/>
          <p:nvPr/>
        </p:nvSpPr>
        <p:spPr>
          <a:xfrm flipV="1">
            <a:off x="9151239" y="2576824"/>
            <a:ext cx="23432" cy="803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594" name="Shape 1592"/>
          <p:cNvSpPr/>
          <p:nvPr/>
        </p:nvSpPr>
        <p:spPr>
          <a:xfrm flipV="1">
            <a:off x="9174671" y="2573326"/>
            <a:ext cx="23431" cy="349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595" name="Shape 1593"/>
          <p:cNvSpPr/>
          <p:nvPr/>
        </p:nvSpPr>
        <p:spPr>
          <a:xfrm>
            <a:off x="9198102" y="2573326"/>
            <a:ext cx="23432" cy="26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596" name="Shape 1594"/>
          <p:cNvSpPr/>
          <p:nvPr/>
        </p:nvSpPr>
        <p:spPr>
          <a:xfrm>
            <a:off x="9221534" y="2573586"/>
            <a:ext cx="23432" cy="303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597" name="Shape 1595"/>
          <p:cNvSpPr/>
          <p:nvPr/>
        </p:nvSpPr>
        <p:spPr>
          <a:xfrm>
            <a:off x="9244965" y="2576616"/>
            <a:ext cx="23431" cy="46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598" name="Shape 1596"/>
          <p:cNvSpPr/>
          <p:nvPr/>
        </p:nvSpPr>
        <p:spPr>
          <a:xfrm>
            <a:off x="9268396" y="2581292"/>
            <a:ext cx="23432" cy="510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599" name="Shape 1597"/>
          <p:cNvSpPr/>
          <p:nvPr/>
        </p:nvSpPr>
        <p:spPr>
          <a:xfrm>
            <a:off x="9291828" y="2586401"/>
            <a:ext cx="23432" cy="448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00" name="Shape 1598"/>
          <p:cNvSpPr/>
          <p:nvPr/>
        </p:nvSpPr>
        <p:spPr>
          <a:xfrm>
            <a:off x="9315260" y="2590887"/>
            <a:ext cx="23432" cy="292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01" name="Shape 1599"/>
          <p:cNvSpPr/>
          <p:nvPr/>
        </p:nvSpPr>
        <p:spPr>
          <a:xfrm>
            <a:off x="9338691" y="2593813"/>
            <a:ext cx="23431" cy="7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02" name="Shape 1600"/>
          <p:cNvSpPr/>
          <p:nvPr/>
        </p:nvSpPr>
        <p:spPr>
          <a:xfrm flipV="1">
            <a:off x="9362123" y="2593017"/>
            <a:ext cx="23432" cy="159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03" name="Shape 1601"/>
          <p:cNvSpPr/>
          <p:nvPr/>
        </p:nvSpPr>
        <p:spPr>
          <a:xfrm flipV="1">
            <a:off x="9385554" y="2589155"/>
            <a:ext cx="23431" cy="386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04" name="Shape 1602"/>
          <p:cNvSpPr/>
          <p:nvPr/>
        </p:nvSpPr>
        <p:spPr>
          <a:xfrm flipV="1">
            <a:off x="9408986" y="2583492"/>
            <a:ext cx="23432" cy="566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05" name="Shape 1603"/>
          <p:cNvSpPr/>
          <p:nvPr/>
        </p:nvSpPr>
        <p:spPr>
          <a:xfrm flipV="1">
            <a:off x="9432417" y="2576859"/>
            <a:ext cx="23432" cy="663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06" name="Shape 1604"/>
          <p:cNvSpPr/>
          <p:nvPr/>
        </p:nvSpPr>
        <p:spPr>
          <a:xfrm flipV="1">
            <a:off x="9455849" y="2570278"/>
            <a:ext cx="23432" cy="658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07" name="Shape 1605"/>
          <p:cNvSpPr/>
          <p:nvPr/>
        </p:nvSpPr>
        <p:spPr>
          <a:xfrm flipV="1">
            <a:off x="9479280" y="2564927"/>
            <a:ext cx="23431" cy="535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08" name="Shape 1606"/>
          <p:cNvSpPr/>
          <p:nvPr/>
        </p:nvSpPr>
        <p:spPr>
          <a:xfrm flipV="1">
            <a:off x="9502712" y="2562000"/>
            <a:ext cx="23432" cy="292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09" name="Shape 1607"/>
          <p:cNvSpPr/>
          <p:nvPr/>
        </p:nvSpPr>
        <p:spPr>
          <a:xfrm>
            <a:off x="9526143" y="2562000"/>
            <a:ext cx="23432" cy="57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10" name="Shape 1608"/>
          <p:cNvSpPr/>
          <p:nvPr/>
        </p:nvSpPr>
        <p:spPr>
          <a:xfrm>
            <a:off x="9549575" y="2562571"/>
            <a:ext cx="23431" cy="497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11" name="Shape 1609"/>
          <p:cNvSpPr/>
          <p:nvPr/>
        </p:nvSpPr>
        <p:spPr>
          <a:xfrm>
            <a:off x="9573006" y="2567542"/>
            <a:ext cx="23432" cy="990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12" name="Shape 1610"/>
          <p:cNvSpPr/>
          <p:nvPr/>
        </p:nvSpPr>
        <p:spPr>
          <a:xfrm>
            <a:off x="9596438" y="2577448"/>
            <a:ext cx="23432" cy="150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13" name="Shape 1611"/>
          <p:cNvSpPr/>
          <p:nvPr/>
        </p:nvSpPr>
        <p:spPr>
          <a:xfrm>
            <a:off x="9619869" y="2592497"/>
            <a:ext cx="23431" cy="1998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14" name="Shape 1612"/>
          <p:cNvSpPr/>
          <p:nvPr/>
        </p:nvSpPr>
        <p:spPr>
          <a:xfrm>
            <a:off x="9643301" y="2612482"/>
            <a:ext cx="23432" cy="2431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15" name="Shape 1613"/>
          <p:cNvSpPr/>
          <p:nvPr/>
        </p:nvSpPr>
        <p:spPr>
          <a:xfrm>
            <a:off x="9666732" y="2636797"/>
            <a:ext cx="23432" cy="276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16" name="Shape 1614"/>
          <p:cNvSpPr/>
          <p:nvPr/>
        </p:nvSpPr>
        <p:spPr>
          <a:xfrm>
            <a:off x="9690164" y="2664472"/>
            <a:ext cx="23431" cy="2985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17" name="Shape 1615"/>
          <p:cNvSpPr/>
          <p:nvPr/>
        </p:nvSpPr>
        <p:spPr>
          <a:xfrm>
            <a:off x="9713595" y="2694328"/>
            <a:ext cx="23432" cy="3060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18" name="Shape 1616"/>
          <p:cNvSpPr/>
          <p:nvPr/>
        </p:nvSpPr>
        <p:spPr>
          <a:xfrm>
            <a:off x="9737027" y="2724929"/>
            <a:ext cx="23432" cy="2990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19" name="Shape 1617"/>
          <p:cNvSpPr/>
          <p:nvPr/>
        </p:nvSpPr>
        <p:spPr>
          <a:xfrm>
            <a:off x="9760458" y="2754838"/>
            <a:ext cx="23432" cy="278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20" name="Shape 1618"/>
          <p:cNvSpPr/>
          <p:nvPr/>
        </p:nvSpPr>
        <p:spPr>
          <a:xfrm>
            <a:off x="9783890" y="2782685"/>
            <a:ext cx="23431" cy="2459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21" name="Shape 1619"/>
          <p:cNvSpPr/>
          <p:nvPr/>
        </p:nvSpPr>
        <p:spPr>
          <a:xfrm>
            <a:off x="9807321" y="2807277"/>
            <a:ext cx="23432" cy="2045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22" name="Shape 1620"/>
          <p:cNvSpPr/>
          <p:nvPr/>
        </p:nvSpPr>
        <p:spPr>
          <a:xfrm>
            <a:off x="9830753" y="2827730"/>
            <a:ext cx="23432" cy="1576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23" name="Shape 1621"/>
          <p:cNvSpPr/>
          <p:nvPr/>
        </p:nvSpPr>
        <p:spPr>
          <a:xfrm>
            <a:off x="9854184" y="2843490"/>
            <a:ext cx="23432" cy="1092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24" name="Shape 1622"/>
          <p:cNvSpPr/>
          <p:nvPr/>
        </p:nvSpPr>
        <p:spPr>
          <a:xfrm>
            <a:off x="9877616" y="2854417"/>
            <a:ext cx="23432" cy="633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25" name="Shape 1623"/>
          <p:cNvSpPr/>
          <p:nvPr/>
        </p:nvSpPr>
        <p:spPr>
          <a:xfrm>
            <a:off x="9901047" y="2860756"/>
            <a:ext cx="23432" cy="235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26" name="Shape 1624"/>
          <p:cNvSpPr/>
          <p:nvPr/>
        </p:nvSpPr>
        <p:spPr>
          <a:xfrm flipV="1">
            <a:off x="9924479" y="2862384"/>
            <a:ext cx="23432" cy="72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27" name="Shape 1625"/>
          <p:cNvSpPr/>
          <p:nvPr/>
        </p:nvSpPr>
        <p:spPr>
          <a:xfrm flipV="1">
            <a:off x="9947910" y="2859665"/>
            <a:ext cx="23431" cy="27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28" name="Shape 1626"/>
          <p:cNvSpPr/>
          <p:nvPr/>
        </p:nvSpPr>
        <p:spPr>
          <a:xfrm flipV="1">
            <a:off x="9971342" y="2856115"/>
            <a:ext cx="23432" cy="355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29" name="Shape 1627"/>
          <p:cNvSpPr/>
          <p:nvPr/>
        </p:nvSpPr>
        <p:spPr>
          <a:xfrm flipV="1">
            <a:off x="9994773" y="2852876"/>
            <a:ext cx="23432" cy="323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30" name="Shape 1628"/>
          <p:cNvSpPr/>
          <p:nvPr/>
        </p:nvSpPr>
        <p:spPr>
          <a:xfrm flipV="1">
            <a:off x="10018205" y="2850902"/>
            <a:ext cx="23432" cy="19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31" name="Shape 1629"/>
          <p:cNvSpPr/>
          <p:nvPr/>
        </p:nvSpPr>
        <p:spPr>
          <a:xfrm>
            <a:off x="10041636" y="2850902"/>
            <a:ext cx="23432" cy="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32" name="Shape 1630"/>
          <p:cNvSpPr/>
          <p:nvPr/>
        </p:nvSpPr>
        <p:spPr>
          <a:xfrm>
            <a:off x="10065068" y="2850902"/>
            <a:ext cx="23432" cy="23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33" name="Shape 1631"/>
          <p:cNvSpPr/>
          <p:nvPr/>
        </p:nvSpPr>
        <p:spPr>
          <a:xfrm>
            <a:off x="10088499" y="2853274"/>
            <a:ext cx="23431" cy="474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34" name="Shape 1632"/>
          <p:cNvSpPr/>
          <p:nvPr/>
        </p:nvSpPr>
        <p:spPr>
          <a:xfrm>
            <a:off x="10111930" y="2858020"/>
            <a:ext cx="23432" cy="675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35" name="Shape 1633"/>
          <p:cNvSpPr/>
          <p:nvPr/>
        </p:nvSpPr>
        <p:spPr>
          <a:xfrm>
            <a:off x="10135362" y="2864774"/>
            <a:ext cx="23432" cy="808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36" name="Shape 1634"/>
          <p:cNvSpPr/>
          <p:nvPr/>
        </p:nvSpPr>
        <p:spPr>
          <a:xfrm>
            <a:off x="10158794" y="2872861"/>
            <a:ext cx="23432" cy="841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37" name="Shape 1635"/>
          <p:cNvSpPr/>
          <p:nvPr/>
        </p:nvSpPr>
        <p:spPr>
          <a:xfrm>
            <a:off x="10182225" y="2881278"/>
            <a:ext cx="23432" cy="762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38" name="Shape 1636"/>
          <p:cNvSpPr/>
          <p:nvPr/>
        </p:nvSpPr>
        <p:spPr>
          <a:xfrm>
            <a:off x="10205657" y="2888898"/>
            <a:ext cx="23432" cy="559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39" name="Shape 1637"/>
          <p:cNvSpPr/>
          <p:nvPr/>
        </p:nvSpPr>
        <p:spPr>
          <a:xfrm>
            <a:off x="10229088" y="2894492"/>
            <a:ext cx="23432" cy="240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40" name="Shape 1638"/>
          <p:cNvSpPr/>
          <p:nvPr/>
        </p:nvSpPr>
        <p:spPr>
          <a:xfrm flipV="1">
            <a:off x="10252520" y="2895150"/>
            <a:ext cx="23431" cy="17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41" name="Shape 1639"/>
          <p:cNvSpPr/>
          <p:nvPr/>
        </p:nvSpPr>
        <p:spPr>
          <a:xfrm flipV="1">
            <a:off x="10275951" y="2888500"/>
            <a:ext cx="23432" cy="665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42" name="Shape 1640"/>
          <p:cNvSpPr/>
          <p:nvPr/>
        </p:nvSpPr>
        <p:spPr>
          <a:xfrm flipV="1">
            <a:off x="10299383" y="2876619"/>
            <a:ext cx="23432" cy="1188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43" name="Shape 1641"/>
          <p:cNvSpPr/>
          <p:nvPr/>
        </p:nvSpPr>
        <p:spPr>
          <a:xfrm flipV="1">
            <a:off x="10322814" y="2859544"/>
            <a:ext cx="23432" cy="170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44" name="Shape 1642"/>
          <p:cNvSpPr/>
          <p:nvPr/>
        </p:nvSpPr>
        <p:spPr>
          <a:xfrm flipV="1">
            <a:off x="10346246" y="2837688"/>
            <a:ext cx="23432" cy="218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45" name="Shape 1643"/>
          <p:cNvSpPr/>
          <p:nvPr/>
        </p:nvSpPr>
        <p:spPr>
          <a:xfrm flipV="1">
            <a:off x="10369677" y="2811884"/>
            <a:ext cx="23432" cy="2580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46" name="Shape 1644"/>
          <p:cNvSpPr/>
          <p:nvPr/>
        </p:nvSpPr>
        <p:spPr>
          <a:xfrm flipV="1">
            <a:off x="10393109" y="2783240"/>
            <a:ext cx="23431" cy="2864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47" name="Shape 1645"/>
          <p:cNvSpPr/>
          <p:nvPr/>
        </p:nvSpPr>
        <p:spPr>
          <a:xfrm flipV="1">
            <a:off x="10416540" y="2753089"/>
            <a:ext cx="23432" cy="3015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48" name="Shape 1646"/>
          <p:cNvSpPr/>
          <p:nvPr/>
        </p:nvSpPr>
        <p:spPr>
          <a:xfrm flipV="1">
            <a:off x="10439971" y="2722868"/>
            <a:ext cx="23432" cy="3022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49" name="Shape 1647"/>
          <p:cNvSpPr/>
          <p:nvPr/>
        </p:nvSpPr>
        <p:spPr>
          <a:xfrm flipV="1">
            <a:off x="10463403" y="2693999"/>
            <a:ext cx="23432" cy="2886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50" name="Shape 1648"/>
          <p:cNvSpPr/>
          <p:nvPr/>
        </p:nvSpPr>
        <p:spPr>
          <a:xfrm flipV="1">
            <a:off x="10486835" y="2667762"/>
            <a:ext cx="23432" cy="2623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51" name="Shape 1649"/>
          <p:cNvSpPr/>
          <p:nvPr/>
        </p:nvSpPr>
        <p:spPr>
          <a:xfrm flipV="1">
            <a:off x="10510266" y="2645179"/>
            <a:ext cx="23432" cy="2258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52" name="Shape 1650"/>
          <p:cNvSpPr/>
          <p:nvPr/>
        </p:nvSpPr>
        <p:spPr>
          <a:xfrm flipV="1">
            <a:off x="10533698" y="2626943"/>
            <a:ext cx="23431" cy="1823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53" name="Shape 1651"/>
          <p:cNvSpPr/>
          <p:nvPr/>
        </p:nvSpPr>
        <p:spPr>
          <a:xfrm flipV="1">
            <a:off x="10557129" y="2613366"/>
            <a:ext cx="23432" cy="1357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54" name="Shape 1652"/>
          <p:cNvSpPr/>
          <p:nvPr/>
        </p:nvSpPr>
        <p:spPr>
          <a:xfrm flipV="1">
            <a:off x="10580561" y="2604360"/>
            <a:ext cx="23432" cy="900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55" name="Shape 1653"/>
          <p:cNvSpPr/>
          <p:nvPr/>
        </p:nvSpPr>
        <p:spPr>
          <a:xfrm flipV="1">
            <a:off x="10603992" y="2599494"/>
            <a:ext cx="23432" cy="486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56" name="Shape 1654"/>
          <p:cNvSpPr/>
          <p:nvPr/>
        </p:nvSpPr>
        <p:spPr>
          <a:xfrm flipV="1">
            <a:off x="10627424" y="2597952"/>
            <a:ext cx="23432" cy="154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57" name="Shape 1655"/>
          <p:cNvSpPr/>
          <p:nvPr/>
        </p:nvSpPr>
        <p:spPr>
          <a:xfrm>
            <a:off x="10650855" y="2597952"/>
            <a:ext cx="23432" cy="76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58" name="Shape 1656"/>
          <p:cNvSpPr/>
          <p:nvPr/>
        </p:nvSpPr>
        <p:spPr>
          <a:xfrm>
            <a:off x="10674287" y="2598714"/>
            <a:ext cx="23431" cy="19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59" name="Shape 1657"/>
          <p:cNvSpPr/>
          <p:nvPr/>
        </p:nvSpPr>
        <p:spPr>
          <a:xfrm>
            <a:off x="10697718" y="2600689"/>
            <a:ext cx="23432" cy="199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60" name="Shape 1658"/>
          <p:cNvSpPr/>
          <p:nvPr/>
        </p:nvSpPr>
        <p:spPr>
          <a:xfrm>
            <a:off x="10721150" y="2602680"/>
            <a:ext cx="23432" cy="102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61" name="Shape 1659"/>
          <p:cNvSpPr/>
          <p:nvPr/>
        </p:nvSpPr>
        <p:spPr>
          <a:xfrm flipV="1">
            <a:off x="10744581" y="2602905"/>
            <a:ext cx="23432" cy="7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62" name="Shape 1660"/>
          <p:cNvSpPr/>
          <p:nvPr/>
        </p:nvSpPr>
        <p:spPr>
          <a:xfrm flipV="1">
            <a:off x="10768013" y="2599823"/>
            <a:ext cx="23432" cy="308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63" name="Shape 1661"/>
          <p:cNvSpPr/>
          <p:nvPr/>
        </p:nvSpPr>
        <p:spPr>
          <a:xfrm flipV="1">
            <a:off x="10791444" y="2594281"/>
            <a:ext cx="23432" cy="554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64" name="Shape 1662"/>
          <p:cNvSpPr/>
          <p:nvPr/>
        </p:nvSpPr>
        <p:spPr>
          <a:xfrm flipV="1">
            <a:off x="10814876" y="2586505"/>
            <a:ext cx="23432" cy="77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65" name="Shape 1663"/>
          <p:cNvSpPr/>
          <p:nvPr/>
        </p:nvSpPr>
        <p:spPr>
          <a:xfrm flipV="1">
            <a:off x="10838307" y="2577101"/>
            <a:ext cx="23431" cy="940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66" name="Shape 1664"/>
          <p:cNvSpPr/>
          <p:nvPr/>
        </p:nvSpPr>
        <p:spPr>
          <a:xfrm flipV="1">
            <a:off x="10861738" y="2566953"/>
            <a:ext cx="23432" cy="101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67" name="Shape 1665"/>
          <p:cNvSpPr/>
          <p:nvPr/>
        </p:nvSpPr>
        <p:spPr>
          <a:xfrm flipV="1">
            <a:off x="10885170" y="2557168"/>
            <a:ext cx="23432" cy="978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68" name="Shape 1666"/>
          <p:cNvSpPr/>
          <p:nvPr/>
        </p:nvSpPr>
        <p:spPr>
          <a:xfrm flipV="1">
            <a:off x="10908602" y="2548959"/>
            <a:ext cx="23432" cy="820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69" name="Shape 1667"/>
          <p:cNvSpPr/>
          <p:nvPr/>
        </p:nvSpPr>
        <p:spPr>
          <a:xfrm flipV="1">
            <a:off x="10932033" y="2543556"/>
            <a:ext cx="23432" cy="540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70" name="Shape 1668"/>
          <p:cNvSpPr/>
          <p:nvPr/>
        </p:nvSpPr>
        <p:spPr>
          <a:xfrm flipV="1">
            <a:off x="10955465" y="2542032"/>
            <a:ext cx="23432" cy="152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71" name="Shape 1669"/>
          <p:cNvSpPr/>
          <p:nvPr/>
        </p:nvSpPr>
        <p:spPr>
          <a:xfrm>
            <a:off x="10978896" y="2542032"/>
            <a:ext cx="23431" cy="322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72" name="Shape 1670"/>
          <p:cNvSpPr/>
          <p:nvPr/>
        </p:nvSpPr>
        <p:spPr>
          <a:xfrm>
            <a:off x="11002328" y="2545253"/>
            <a:ext cx="23432" cy="845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73" name="Shape 1671"/>
          <p:cNvSpPr/>
          <p:nvPr/>
        </p:nvSpPr>
        <p:spPr>
          <a:xfrm>
            <a:off x="11025759" y="2553704"/>
            <a:ext cx="23432" cy="1387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74" name="Shape 1672"/>
          <p:cNvSpPr/>
          <p:nvPr/>
        </p:nvSpPr>
        <p:spPr>
          <a:xfrm>
            <a:off x="11049191" y="2567576"/>
            <a:ext cx="23432" cy="1898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75" name="Shape 1673"/>
          <p:cNvSpPr/>
          <p:nvPr/>
        </p:nvSpPr>
        <p:spPr>
          <a:xfrm>
            <a:off x="11072622" y="2586557"/>
            <a:ext cx="23432" cy="234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76" name="Shape 1674"/>
          <p:cNvSpPr/>
          <p:nvPr/>
        </p:nvSpPr>
        <p:spPr>
          <a:xfrm>
            <a:off x="11096054" y="2610006"/>
            <a:ext cx="23432" cy="2694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77" name="Shape 1675"/>
          <p:cNvSpPr/>
          <p:nvPr/>
        </p:nvSpPr>
        <p:spPr>
          <a:xfrm>
            <a:off x="11119485" y="2636953"/>
            <a:ext cx="23431" cy="2914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78" name="Shape 1676"/>
          <p:cNvSpPr/>
          <p:nvPr/>
        </p:nvSpPr>
        <p:spPr>
          <a:xfrm>
            <a:off x="11142917" y="2666099"/>
            <a:ext cx="23432" cy="2997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79" name="Shape 1677"/>
          <p:cNvSpPr/>
          <p:nvPr/>
        </p:nvSpPr>
        <p:spPr>
          <a:xfrm>
            <a:off x="11166348" y="2696077"/>
            <a:ext cx="23432" cy="2935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80" name="Shape 1678"/>
          <p:cNvSpPr/>
          <p:nvPr/>
        </p:nvSpPr>
        <p:spPr>
          <a:xfrm>
            <a:off x="11189780" y="2725432"/>
            <a:ext cx="23432" cy="273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81" name="Shape 1679"/>
          <p:cNvSpPr/>
          <p:nvPr/>
        </p:nvSpPr>
        <p:spPr>
          <a:xfrm>
            <a:off x="11213211" y="2752829"/>
            <a:ext cx="23432" cy="242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82" name="Shape 1680"/>
          <p:cNvSpPr/>
          <p:nvPr/>
        </p:nvSpPr>
        <p:spPr>
          <a:xfrm>
            <a:off x="11236643" y="2777126"/>
            <a:ext cx="23432" cy="203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83" name="Shape 1681"/>
          <p:cNvSpPr/>
          <p:nvPr/>
        </p:nvSpPr>
        <p:spPr>
          <a:xfrm>
            <a:off x="11260074" y="2797475"/>
            <a:ext cx="23431" cy="1595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84" name="Shape 1682"/>
          <p:cNvSpPr/>
          <p:nvPr/>
        </p:nvSpPr>
        <p:spPr>
          <a:xfrm>
            <a:off x="11283505" y="2813425"/>
            <a:ext cx="23432" cy="1144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85" name="Shape 1683"/>
          <p:cNvSpPr/>
          <p:nvPr/>
        </p:nvSpPr>
        <p:spPr>
          <a:xfrm>
            <a:off x="11306937" y="2824873"/>
            <a:ext cx="23432" cy="72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86" name="Shape 1684"/>
          <p:cNvSpPr/>
          <p:nvPr/>
        </p:nvSpPr>
        <p:spPr>
          <a:xfrm>
            <a:off x="11330369" y="2832129"/>
            <a:ext cx="23432" cy="372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687" name="Shape 1685"/>
          <p:cNvSpPr/>
          <p:nvPr/>
        </p:nvSpPr>
        <p:spPr>
          <a:xfrm flipV="1">
            <a:off x="9010650" y="2631342"/>
            <a:ext cx="23432" cy="284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88" name="Shape 1686"/>
          <p:cNvSpPr/>
          <p:nvPr/>
        </p:nvSpPr>
        <p:spPr>
          <a:xfrm flipV="1">
            <a:off x="9034082" y="2628432"/>
            <a:ext cx="23431" cy="290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89" name="Shape 1687"/>
          <p:cNvSpPr/>
          <p:nvPr/>
        </p:nvSpPr>
        <p:spPr>
          <a:xfrm flipV="1">
            <a:off x="9057513" y="2625488"/>
            <a:ext cx="23432" cy="294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90" name="Shape 1688"/>
          <p:cNvSpPr/>
          <p:nvPr/>
        </p:nvSpPr>
        <p:spPr>
          <a:xfrm flipV="1">
            <a:off x="9080945" y="2622544"/>
            <a:ext cx="23432" cy="294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91" name="Shape 1689"/>
          <p:cNvSpPr/>
          <p:nvPr/>
        </p:nvSpPr>
        <p:spPr>
          <a:xfrm flipV="1">
            <a:off x="9104376" y="2619600"/>
            <a:ext cx="23431" cy="294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92" name="Shape 1690"/>
          <p:cNvSpPr/>
          <p:nvPr/>
        </p:nvSpPr>
        <p:spPr>
          <a:xfrm flipV="1">
            <a:off x="9127808" y="2616691"/>
            <a:ext cx="23432" cy="290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93" name="Shape 1691"/>
          <p:cNvSpPr/>
          <p:nvPr/>
        </p:nvSpPr>
        <p:spPr>
          <a:xfrm flipV="1">
            <a:off x="9151239" y="2613851"/>
            <a:ext cx="23432" cy="284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94" name="Shape 1692"/>
          <p:cNvSpPr/>
          <p:nvPr/>
        </p:nvSpPr>
        <p:spPr>
          <a:xfrm flipV="1">
            <a:off x="9174671" y="2611132"/>
            <a:ext cx="23431" cy="271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95" name="Shape 1693"/>
          <p:cNvSpPr/>
          <p:nvPr/>
        </p:nvSpPr>
        <p:spPr>
          <a:xfrm flipV="1">
            <a:off x="9198102" y="2608551"/>
            <a:ext cx="23432" cy="258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96" name="Shape 1694"/>
          <p:cNvSpPr/>
          <p:nvPr/>
        </p:nvSpPr>
        <p:spPr>
          <a:xfrm flipV="1">
            <a:off x="9221534" y="2606179"/>
            <a:ext cx="23432" cy="237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97" name="Shape 1695"/>
          <p:cNvSpPr/>
          <p:nvPr/>
        </p:nvSpPr>
        <p:spPr>
          <a:xfrm flipV="1">
            <a:off x="9244965" y="2604066"/>
            <a:ext cx="23431" cy="211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98" name="Shape 1696"/>
          <p:cNvSpPr/>
          <p:nvPr/>
        </p:nvSpPr>
        <p:spPr>
          <a:xfrm flipV="1">
            <a:off x="9268396" y="2602247"/>
            <a:ext cx="23432" cy="181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99" name="Shape 1697"/>
          <p:cNvSpPr/>
          <p:nvPr/>
        </p:nvSpPr>
        <p:spPr>
          <a:xfrm flipV="1">
            <a:off x="9291828" y="2600810"/>
            <a:ext cx="23432" cy="143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00" name="Shape 1698"/>
          <p:cNvSpPr/>
          <p:nvPr/>
        </p:nvSpPr>
        <p:spPr>
          <a:xfrm flipV="1">
            <a:off x="9315260" y="2599823"/>
            <a:ext cx="23432" cy="98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01" name="Shape 1699"/>
          <p:cNvSpPr/>
          <p:nvPr/>
        </p:nvSpPr>
        <p:spPr>
          <a:xfrm flipV="1">
            <a:off x="9338691" y="2599321"/>
            <a:ext cx="23431" cy="50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02" name="Shape 1700"/>
          <p:cNvSpPr/>
          <p:nvPr/>
        </p:nvSpPr>
        <p:spPr>
          <a:xfrm>
            <a:off x="9362123" y="2599321"/>
            <a:ext cx="23432" cy="10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03" name="Shape 1701"/>
          <p:cNvSpPr/>
          <p:nvPr/>
        </p:nvSpPr>
        <p:spPr>
          <a:xfrm>
            <a:off x="9385554" y="2599424"/>
            <a:ext cx="23431" cy="76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04" name="Shape 1702"/>
          <p:cNvSpPr/>
          <p:nvPr/>
        </p:nvSpPr>
        <p:spPr>
          <a:xfrm>
            <a:off x="9408986" y="2600186"/>
            <a:ext cx="23432" cy="148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05" name="Shape 1703"/>
          <p:cNvSpPr/>
          <p:nvPr/>
        </p:nvSpPr>
        <p:spPr>
          <a:xfrm>
            <a:off x="9432417" y="2601676"/>
            <a:ext cx="23432" cy="232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06" name="Shape 1704"/>
          <p:cNvSpPr/>
          <p:nvPr/>
        </p:nvSpPr>
        <p:spPr>
          <a:xfrm>
            <a:off x="9455849" y="2603996"/>
            <a:ext cx="23432" cy="316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07" name="Shape 1705"/>
          <p:cNvSpPr/>
          <p:nvPr/>
        </p:nvSpPr>
        <p:spPr>
          <a:xfrm>
            <a:off x="9479280" y="2607166"/>
            <a:ext cx="23431" cy="412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08" name="Shape 1706"/>
          <p:cNvSpPr/>
          <p:nvPr/>
        </p:nvSpPr>
        <p:spPr>
          <a:xfrm>
            <a:off x="9502712" y="2611287"/>
            <a:ext cx="23432" cy="507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09" name="Shape 1707"/>
          <p:cNvSpPr/>
          <p:nvPr/>
        </p:nvSpPr>
        <p:spPr>
          <a:xfrm>
            <a:off x="9526143" y="2616362"/>
            <a:ext cx="23432" cy="607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10" name="Shape 1708"/>
          <p:cNvSpPr/>
          <p:nvPr/>
        </p:nvSpPr>
        <p:spPr>
          <a:xfrm>
            <a:off x="9549575" y="2622440"/>
            <a:ext cx="23431" cy="704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11" name="Shape 1709"/>
          <p:cNvSpPr/>
          <p:nvPr/>
        </p:nvSpPr>
        <p:spPr>
          <a:xfrm>
            <a:off x="9573006" y="2629489"/>
            <a:ext cx="23432" cy="798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12" name="Shape 1710"/>
          <p:cNvSpPr/>
          <p:nvPr/>
        </p:nvSpPr>
        <p:spPr>
          <a:xfrm>
            <a:off x="9596438" y="2637473"/>
            <a:ext cx="23432" cy="888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13" name="Shape 1711"/>
          <p:cNvSpPr/>
          <p:nvPr/>
        </p:nvSpPr>
        <p:spPr>
          <a:xfrm>
            <a:off x="9619869" y="2646357"/>
            <a:ext cx="23431" cy="966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14" name="Shape 1712"/>
          <p:cNvSpPr/>
          <p:nvPr/>
        </p:nvSpPr>
        <p:spPr>
          <a:xfrm>
            <a:off x="9643301" y="2656020"/>
            <a:ext cx="23432" cy="1033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15" name="Shape 1713"/>
          <p:cNvSpPr/>
          <p:nvPr/>
        </p:nvSpPr>
        <p:spPr>
          <a:xfrm>
            <a:off x="9666732" y="2666359"/>
            <a:ext cx="23432" cy="1084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16" name="Shape 1714"/>
          <p:cNvSpPr/>
          <p:nvPr/>
        </p:nvSpPr>
        <p:spPr>
          <a:xfrm>
            <a:off x="9690164" y="2677200"/>
            <a:ext cx="23431" cy="1122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17" name="Shape 1715"/>
          <p:cNvSpPr/>
          <p:nvPr/>
        </p:nvSpPr>
        <p:spPr>
          <a:xfrm>
            <a:off x="9713595" y="2688423"/>
            <a:ext cx="23432" cy="1141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18" name="Shape 1716"/>
          <p:cNvSpPr/>
          <p:nvPr/>
        </p:nvSpPr>
        <p:spPr>
          <a:xfrm>
            <a:off x="9737027" y="2699835"/>
            <a:ext cx="23432" cy="1141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19" name="Shape 1717"/>
          <p:cNvSpPr/>
          <p:nvPr/>
        </p:nvSpPr>
        <p:spPr>
          <a:xfrm>
            <a:off x="9760458" y="2711248"/>
            <a:ext cx="23432" cy="1127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20" name="Shape 1718"/>
          <p:cNvSpPr/>
          <p:nvPr/>
        </p:nvSpPr>
        <p:spPr>
          <a:xfrm>
            <a:off x="9783890" y="2722522"/>
            <a:ext cx="23431" cy="1098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21" name="Shape 1719"/>
          <p:cNvSpPr/>
          <p:nvPr/>
        </p:nvSpPr>
        <p:spPr>
          <a:xfrm>
            <a:off x="9807321" y="2733502"/>
            <a:ext cx="23432" cy="1054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22" name="Shape 1720"/>
          <p:cNvSpPr/>
          <p:nvPr/>
        </p:nvSpPr>
        <p:spPr>
          <a:xfrm>
            <a:off x="9830753" y="2744049"/>
            <a:ext cx="23432" cy="1001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23" name="Shape 1721"/>
          <p:cNvSpPr/>
          <p:nvPr/>
        </p:nvSpPr>
        <p:spPr>
          <a:xfrm>
            <a:off x="9854184" y="2754059"/>
            <a:ext cx="23432" cy="936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24" name="Shape 1722"/>
          <p:cNvSpPr/>
          <p:nvPr/>
        </p:nvSpPr>
        <p:spPr>
          <a:xfrm>
            <a:off x="9877616" y="2763428"/>
            <a:ext cx="23432" cy="871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25" name="Shape 1723"/>
          <p:cNvSpPr/>
          <p:nvPr/>
        </p:nvSpPr>
        <p:spPr>
          <a:xfrm>
            <a:off x="9901047" y="2772139"/>
            <a:ext cx="23432" cy="798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26" name="Shape 1724"/>
          <p:cNvSpPr/>
          <p:nvPr/>
        </p:nvSpPr>
        <p:spPr>
          <a:xfrm>
            <a:off x="9924479" y="2780122"/>
            <a:ext cx="23432" cy="725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27" name="Shape 1725"/>
          <p:cNvSpPr/>
          <p:nvPr/>
        </p:nvSpPr>
        <p:spPr>
          <a:xfrm>
            <a:off x="9947910" y="2787379"/>
            <a:ext cx="23431" cy="656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28" name="Shape 1726"/>
          <p:cNvSpPr/>
          <p:nvPr/>
        </p:nvSpPr>
        <p:spPr>
          <a:xfrm>
            <a:off x="9971342" y="2793942"/>
            <a:ext cx="23432" cy="585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29" name="Shape 1727"/>
          <p:cNvSpPr/>
          <p:nvPr/>
        </p:nvSpPr>
        <p:spPr>
          <a:xfrm>
            <a:off x="9994773" y="2799796"/>
            <a:ext cx="23432" cy="521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30" name="Shape 1728"/>
          <p:cNvSpPr/>
          <p:nvPr/>
        </p:nvSpPr>
        <p:spPr>
          <a:xfrm>
            <a:off x="10018205" y="2805009"/>
            <a:ext cx="23432" cy="460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31" name="Shape 1729"/>
          <p:cNvSpPr/>
          <p:nvPr/>
        </p:nvSpPr>
        <p:spPr>
          <a:xfrm>
            <a:off x="10041636" y="2809615"/>
            <a:ext cx="23432" cy="401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32" name="Shape 1730"/>
          <p:cNvSpPr/>
          <p:nvPr/>
        </p:nvSpPr>
        <p:spPr>
          <a:xfrm>
            <a:off x="10065068" y="2813633"/>
            <a:ext cx="23432" cy="351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33" name="Shape 1731"/>
          <p:cNvSpPr/>
          <p:nvPr/>
        </p:nvSpPr>
        <p:spPr>
          <a:xfrm>
            <a:off x="10088499" y="2817149"/>
            <a:ext cx="23431" cy="301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34" name="Shape 1732"/>
          <p:cNvSpPr/>
          <p:nvPr/>
        </p:nvSpPr>
        <p:spPr>
          <a:xfrm>
            <a:off x="10111930" y="2820162"/>
            <a:ext cx="23432" cy="254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35" name="Shape 1733"/>
          <p:cNvSpPr/>
          <p:nvPr/>
        </p:nvSpPr>
        <p:spPr>
          <a:xfrm>
            <a:off x="10135362" y="2822708"/>
            <a:ext cx="23432" cy="209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36" name="Shape 1734"/>
          <p:cNvSpPr/>
          <p:nvPr/>
        </p:nvSpPr>
        <p:spPr>
          <a:xfrm>
            <a:off x="10158794" y="2824803"/>
            <a:ext cx="23432" cy="159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37" name="Shape 1735"/>
          <p:cNvSpPr/>
          <p:nvPr/>
        </p:nvSpPr>
        <p:spPr>
          <a:xfrm>
            <a:off x="10182225" y="2826397"/>
            <a:ext cx="23432" cy="98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38" name="Shape 1736"/>
          <p:cNvSpPr/>
          <p:nvPr/>
        </p:nvSpPr>
        <p:spPr>
          <a:xfrm>
            <a:off x="10205657" y="2827384"/>
            <a:ext cx="23432" cy="22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39" name="Shape 1737"/>
          <p:cNvSpPr/>
          <p:nvPr/>
        </p:nvSpPr>
        <p:spPr>
          <a:xfrm flipV="1">
            <a:off x="10229088" y="2826708"/>
            <a:ext cx="23432" cy="90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40" name="Shape 1738"/>
          <p:cNvSpPr/>
          <p:nvPr/>
        </p:nvSpPr>
        <p:spPr>
          <a:xfrm flipV="1">
            <a:off x="10252520" y="2824076"/>
            <a:ext cx="23431" cy="263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41" name="Shape 1739"/>
          <p:cNvSpPr/>
          <p:nvPr/>
        </p:nvSpPr>
        <p:spPr>
          <a:xfrm flipV="1">
            <a:off x="10275951" y="2818811"/>
            <a:ext cx="23432" cy="526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42" name="Shape 1740"/>
          <p:cNvSpPr/>
          <p:nvPr/>
        </p:nvSpPr>
        <p:spPr>
          <a:xfrm flipV="1">
            <a:off x="10299383" y="2809650"/>
            <a:ext cx="23432" cy="916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43" name="Shape 1741"/>
          <p:cNvSpPr/>
          <p:nvPr/>
        </p:nvSpPr>
        <p:spPr>
          <a:xfrm flipV="1">
            <a:off x="10322814" y="2795120"/>
            <a:ext cx="23432" cy="1453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44" name="Shape 1742"/>
          <p:cNvSpPr/>
          <p:nvPr/>
        </p:nvSpPr>
        <p:spPr>
          <a:xfrm flipV="1">
            <a:off x="10346246" y="2774252"/>
            <a:ext cx="23432" cy="2086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45" name="Shape 1743"/>
          <p:cNvSpPr/>
          <p:nvPr/>
        </p:nvSpPr>
        <p:spPr>
          <a:xfrm flipV="1">
            <a:off x="10369677" y="2747633"/>
            <a:ext cx="23432" cy="2661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46" name="Shape 1744"/>
          <p:cNvSpPr/>
          <p:nvPr/>
        </p:nvSpPr>
        <p:spPr>
          <a:xfrm flipV="1">
            <a:off x="10393109" y="2717985"/>
            <a:ext cx="23431" cy="2964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47" name="Shape 1745"/>
          <p:cNvSpPr/>
          <p:nvPr/>
        </p:nvSpPr>
        <p:spPr>
          <a:xfrm flipV="1">
            <a:off x="10416540" y="2689462"/>
            <a:ext cx="23432" cy="2852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48" name="Shape 1746"/>
          <p:cNvSpPr/>
          <p:nvPr/>
        </p:nvSpPr>
        <p:spPr>
          <a:xfrm flipV="1">
            <a:off x="10439971" y="2665476"/>
            <a:ext cx="23432" cy="2398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49" name="Shape 1747"/>
          <p:cNvSpPr/>
          <p:nvPr/>
        </p:nvSpPr>
        <p:spPr>
          <a:xfrm flipV="1">
            <a:off x="10463403" y="2647413"/>
            <a:ext cx="23432" cy="1806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50" name="Shape 1748"/>
          <p:cNvSpPr/>
          <p:nvPr/>
        </p:nvSpPr>
        <p:spPr>
          <a:xfrm flipV="1">
            <a:off x="10486835" y="2634736"/>
            <a:ext cx="23432" cy="1267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51" name="Shape 1749"/>
          <p:cNvSpPr/>
          <p:nvPr/>
        </p:nvSpPr>
        <p:spPr>
          <a:xfrm flipV="1">
            <a:off x="10510266" y="2626181"/>
            <a:ext cx="23432" cy="855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52" name="Shape 1750"/>
          <p:cNvSpPr/>
          <p:nvPr/>
        </p:nvSpPr>
        <p:spPr>
          <a:xfrm flipV="1">
            <a:off x="10533698" y="2620431"/>
            <a:ext cx="23431" cy="575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53" name="Shape 1751"/>
          <p:cNvSpPr/>
          <p:nvPr/>
        </p:nvSpPr>
        <p:spPr>
          <a:xfrm flipV="1">
            <a:off x="10557129" y="2616466"/>
            <a:ext cx="23432" cy="396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54" name="Shape 1752"/>
          <p:cNvSpPr/>
          <p:nvPr/>
        </p:nvSpPr>
        <p:spPr>
          <a:xfrm flipV="1">
            <a:off x="10580561" y="2613625"/>
            <a:ext cx="23432" cy="284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55" name="Shape 1753"/>
          <p:cNvSpPr/>
          <p:nvPr/>
        </p:nvSpPr>
        <p:spPr>
          <a:xfrm flipV="1">
            <a:off x="10603992" y="2611443"/>
            <a:ext cx="23432" cy="218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56" name="Shape 1754"/>
          <p:cNvSpPr/>
          <p:nvPr/>
        </p:nvSpPr>
        <p:spPr>
          <a:xfrm flipV="1">
            <a:off x="10627424" y="2609694"/>
            <a:ext cx="23432" cy="174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57" name="Shape 1755"/>
          <p:cNvSpPr/>
          <p:nvPr/>
        </p:nvSpPr>
        <p:spPr>
          <a:xfrm flipV="1">
            <a:off x="10650855" y="2608257"/>
            <a:ext cx="23432" cy="143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58" name="Shape 1756"/>
          <p:cNvSpPr/>
          <p:nvPr/>
        </p:nvSpPr>
        <p:spPr>
          <a:xfrm flipV="1">
            <a:off x="10674287" y="2607027"/>
            <a:ext cx="23431" cy="123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59" name="Shape 1757"/>
          <p:cNvSpPr/>
          <p:nvPr/>
        </p:nvSpPr>
        <p:spPr>
          <a:xfrm flipV="1">
            <a:off x="10697718" y="2606023"/>
            <a:ext cx="23432" cy="100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60" name="Shape 1758"/>
          <p:cNvSpPr/>
          <p:nvPr/>
        </p:nvSpPr>
        <p:spPr>
          <a:xfrm flipV="1">
            <a:off x="10721150" y="2605243"/>
            <a:ext cx="23432" cy="77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61" name="Shape 1759"/>
          <p:cNvSpPr/>
          <p:nvPr/>
        </p:nvSpPr>
        <p:spPr>
          <a:xfrm flipV="1">
            <a:off x="10744581" y="2604724"/>
            <a:ext cx="23432" cy="52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62" name="Shape 1760"/>
          <p:cNvSpPr/>
          <p:nvPr/>
        </p:nvSpPr>
        <p:spPr>
          <a:xfrm flipV="1">
            <a:off x="10768013" y="2604481"/>
            <a:ext cx="23432" cy="24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63" name="Shape 1761"/>
          <p:cNvSpPr/>
          <p:nvPr/>
        </p:nvSpPr>
        <p:spPr>
          <a:xfrm>
            <a:off x="10791444" y="2604481"/>
            <a:ext cx="23432" cy="12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64" name="Shape 1762"/>
          <p:cNvSpPr/>
          <p:nvPr/>
        </p:nvSpPr>
        <p:spPr>
          <a:xfrm>
            <a:off x="10814876" y="2604603"/>
            <a:ext cx="23432" cy="50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65" name="Shape 1763"/>
          <p:cNvSpPr/>
          <p:nvPr/>
        </p:nvSpPr>
        <p:spPr>
          <a:xfrm>
            <a:off x="10838307" y="2605105"/>
            <a:ext cx="23431" cy="93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66" name="Shape 1764"/>
          <p:cNvSpPr/>
          <p:nvPr/>
        </p:nvSpPr>
        <p:spPr>
          <a:xfrm>
            <a:off x="10861738" y="2606040"/>
            <a:ext cx="23432" cy="145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67" name="Shape 1765"/>
          <p:cNvSpPr/>
          <p:nvPr/>
        </p:nvSpPr>
        <p:spPr>
          <a:xfrm>
            <a:off x="10885170" y="2607495"/>
            <a:ext cx="23432" cy="197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68" name="Shape 1766"/>
          <p:cNvSpPr/>
          <p:nvPr/>
        </p:nvSpPr>
        <p:spPr>
          <a:xfrm>
            <a:off x="10908602" y="2609469"/>
            <a:ext cx="23432" cy="256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69" name="Shape 1767"/>
          <p:cNvSpPr/>
          <p:nvPr/>
        </p:nvSpPr>
        <p:spPr>
          <a:xfrm>
            <a:off x="10932033" y="2612032"/>
            <a:ext cx="23432" cy="316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70" name="Shape 1768"/>
          <p:cNvSpPr/>
          <p:nvPr/>
        </p:nvSpPr>
        <p:spPr>
          <a:xfrm>
            <a:off x="10955465" y="2615201"/>
            <a:ext cx="23432" cy="377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71" name="Shape 1769"/>
          <p:cNvSpPr/>
          <p:nvPr/>
        </p:nvSpPr>
        <p:spPr>
          <a:xfrm>
            <a:off x="10978896" y="2618977"/>
            <a:ext cx="23431" cy="436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72" name="Shape 1770"/>
          <p:cNvSpPr/>
          <p:nvPr/>
        </p:nvSpPr>
        <p:spPr>
          <a:xfrm>
            <a:off x="11002328" y="2623341"/>
            <a:ext cx="23432" cy="495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73" name="Shape 1771"/>
          <p:cNvSpPr/>
          <p:nvPr/>
        </p:nvSpPr>
        <p:spPr>
          <a:xfrm>
            <a:off x="11025759" y="2628294"/>
            <a:ext cx="23432" cy="549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74" name="Shape 1772"/>
          <p:cNvSpPr/>
          <p:nvPr/>
        </p:nvSpPr>
        <p:spPr>
          <a:xfrm>
            <a:off x="11049191" y="2633784"/>
            <a:ext cx="23432" cy="594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75" name="Shape 1773"/>
          <p:cNvSpPr/>
          <p:nvPr/>
        </p:nvSpPr>
        <p:spPr>
          <a:xfrm>
            <a:off x="11072622" y="2639724"/>
            <a:ext cx="23432" cy="635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76" name="Shape 1774"/>
          <p:cNvSpPr/>
          <p:nvPr/>
        </p:nvSpPr>
        <p:spPr>
          <a:xfrm>
            <a:off x="11096054" y="2646080"/>
            <a:ext cx="23432" cy="665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77" name="Shape 1775"/>
          <p:cNvSpPr/>
          <p:nvPr/>
        </p:nvSpPr>
        <p:spPr>
          <a:xfrm>
            <a:off x="11119485" y="2652730"/>
            <a:ext cx="23431" cy="687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78" name="Shape 1776"/>
          <p:cNvSpPr/>
          <p:nvPr/>
        </p:nvSpPr>
        <p:spPr>
          <a:xfrm>
            <a:off x="11142917" y="2659605"/>
            <a:ext cx="23432" cy="697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79" name="Shape 1777"/>
          <p:cNvSpPr/>
          <p:nvPr/>
        </p:nvSpPr>
        <p:spPr>
          <a:xfrm>
            <a:off x="11166348" y="2666584"/>
            <a:ext cx="23432" cy="703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80" name="Shape 1778"/>
          <p:cNvSpPr/>
          <p:nvPr/>
        </p:nvSpPr>
        <p:spPr>
          <a:xfrm>
            <a:off x="11189780" y="2673616"/>
            <a:ext cx="23432" cy="696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81" name="Shape 1779"/>
          <p:cNvSpPr/>
          <p:nvPr/>
        </p:nvSpPr>
        <p:spPr>
          <a:xfrm>
            <a:off x="11213211" y="2680577"/>
            <a:ext cx="23432" cy="682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82" name="Shape 1780"/>
          <p:cNvSpPr/>
          <p:nvPr/>
        </p:nvSpPr>
        <p:spPr>
          <a:xfrm>
            <a:off x="11236643" y="2687401"/>
            <a:ext cx="23432" cy="663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83" name="Shape 1781"/>
          <p:cNvSpPr/>
          <p:nvPr/>
        </p:nvSpPr>
        <p:spPr>
          <a:xfrm>
            <a:off x="11260074" y="2694034"/>
            <a:ext cx="23431" cy="637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84" name="Shape 1782"/>
          <p:cNvSpPr/>
          <p:nvPr/>
        </p:nvSpPr>
        <p:spPr>
          <a:xfrm>
            <a:off x="11283505" y="2700407"/>
            <a:ext cx="23432" cy="607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85" name="Shape 1783"/>
          <p:cNvSpPr/>
          <p:nvPr/>
        </p:nvSpPr>
        <p:spPr>
          <a:xfrm>
            <a:off x="11306937" y="2706485"/>
            <a:ext cx="23432" cy="573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86" name="Shape 1784"/>
          <p:cNvSpPr/>
          <p:nvPr/>
        </p:nvSpPr>
        <p:spPr>
          <a:xfrm>
            <a:off x="11330369" y="2712218"/>
            <a:ext cx="23432" cy="540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87" name="Shape 1785"/>
          <p:cNvSpPr/>
          <p:nvPr/>
        </p:nvSpPr>
        <p:spPr>
          <a:xfrm>
            <a:off x="9058085" y="266080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88" name="Shape 1786"/>
          <p:cNvSpPr/>
          <p:nvPr/>
        </p:nvSpPr>
        <p:spPr>
          <a:xfrm>
            <a:off x="9175242" y="2562346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89" name="Shape 1787"/>
          <p:cNvSpPr/>
          <p:nvPr/>
        </p:nvSpPr>
        <p:spPr>
          <a:xfrm>
            <a:off x="9292400" y="2568737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90" name="Shape 1788"/>
          <p:cNvSpPr/>
          <p:nvPr/>
        </p:nvSpPr>
        <p:spPr>
          <a:xfrm>
            <a:off x="9409557" y="2558935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91" name="Shape 1789"/>
          <p:cNvSpPr/>
          <p:nvPr/>
        </p:nvSpPr>
        <p:spPr>
          <a:xfrm>
            <a:off x="9526715" y="2561671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92" name="Shape 1790"/>
          <p:cNvSpPr/>
          <p:nvPr/>
        </p:nvSpPr>
        <p:spPr>
          <a:xfrm>
            <a:off x="9643872" y="256153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93" name="Shape 1791"/>
          <p:cNvSpPr/>
          <p:nvPr/>
        </p:nvSpPr>
        <p:spPr>
          <a:xfrm>
            <a:off x="9761030" y="2762423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94" name="Shape 1792"/>
          <p:cNvSpPr/>
          <p:nvPr/>
        </p:nvSpPr>
        <p:spPr>
          <a:xfrm>
            <a:off x="9878187" y="2810568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95" name="Shape 1793"/>
          <p:cNvSpPr/>
          <p:nvPr/>
        </p:nvSpPr>
        <p:spPr>
          <a:xfrm>
            <a:off x="9995344" y="2817478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96" name="Shape 1794"/>
          <p:cNvSpPr/>
          <p:nvPr/>
        </p:nvSpPr>
        <p:spPr>
          <a:xfrm>
            <a:off x="10768584" y="2610404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97" name="Shape 1795"/>
          <p:cNvSpPr/>
          <p:nvPr/>
        </p:nvSpPr>
        <p:spPr>
          <a:xfrm>
            <a:off x="10909173" y="2522618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98" name="Shape 1796"/>
          <p:cNvSpPr/>
          <p:nvPr/>
        </p:nvSpPr>
        <p:spPr>
          <a:xfrm>
            <a:off x="11049762" y="259913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99" name="Shape 1797"/>
          <p:cNvSpPr/>
          <p:nvPr/>
        </p:nvSpPr>
        <p:spPr>
          <a:xfrm>
            <a:off x="11213783" y="2750283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00" name="Text 1798"/>
          <p:cNvSpPr txBox="1"/>
          <p:nvPr/>
        </p:nvSpPr>
        <p:spPr>
          <a:xfrm>
            <a:off x="8934450" y="3257550"/>
            <a:ext cx="2495550" cy="235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713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y(x) = Σ wi·yi / Σ wi ,  wi = K((x−xi)/h)</a:t>
            </a:r>
            <a:endParaRPr lang="en-US" sz="713" dirty="0"/>
          </a:p>
        </p:txBody>
      </p:sp>
      <p:sp>
        <p:nvSpPr>
          <p:cNvPr id="1801" name="Text 1799"/>
          <p:cNvSpPr txBox="1"/>
          <p:nvPr/>
        </p:nvSpPr>
        <p:spPr>
          <a:xfrm>
            <a:off x="8934450" y="3524250"/>
            <a:ext cx="2495550" cy="270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점에 무게를 더 준 가중평균입니다.</a:t>
            </a:r>
            <a:endParaRPr lang="en-US" sz="788" dirty="0"/>
          </a:p>
        </p:txBody>
      </p:sp>
      <p:sp>
        <p:nvSpPr>
          <p:cNvPr id="1802" name="Text 1800"/>
          <p:cNvSpPr txBox="1"/>
          <p:nvPr/>
        </p:nvSpPr>
        <p:spPr>
          <a:xfrm>
            <a:off x="8934450" y="3829050"/>
            <a:ext cx="49530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dirty="0">
                <a:solidFill>
                  <a:srgbClr val="EA0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점</a:t>
            </a:r>
            <a:endParaRPr lang="en-US" sz="713" dirty="0"/>
          </a:p>
        </p:txBody>
      </p:sp>
      <p:sp>
        <p:nvSpPr>
          <p:cNvPr id="1803" name="Text 1801"/>
          <p:cNvSpPr txBox="1"/>
          <p:nvPr/>
        </p:nvSpPr>
        <p:spPr>
          <a:xfrm>
            <a:off x="9448800" y="3829050"/>
            <a:ext cx="1981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셈이 단순하고 뜻이 바로 보입니다</a:t>
            </a:r>
            <a:endParaRPr lang="en-US" sz="750" dirty="0"/>
          </a:p>
        </p:txBody>
      </p:sp>
      <p:sp>
        <p:nvSpPr>
          <p:cNvPr id="1804" name="Text 1802"/>
          <p:cNvSpPr txBox="1"/>
          <p:nvPr/>
        </p:nvSpPr>
        <p:spPr>
          <a:xfrm>
            <a:off x="8934450" y="4057650"/>
            <a:ext cx="53340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</a:t>
            </a:r>
            <a:endParaRPr lang="en-US" sz="713" dirty="0"/>
          </a:p>
        </p:txBody>
      </p:sp>
      <p:sp>
        <p:nvSpPr>
          <p:cNvPr id="1805" name="Text 1803"/>
          <p:cNvSpPr txBox="1"/>
          <p:nvPr/>
        </p:nvSpPr>
        <p:spPr>
          <a:xfrm>
            <a:off x="9486900" y="4057650"/>
            <a:ext cx="1943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범위가 나오지 않습니다</a:t>
            </a:r>
            <a:endParaRPr lang="en-US" sz="750" dirty="0"/>
          </a:p>
        </p:txBody>
      </p:sp>
      <p:sp>
        <p:nvSpPr>
          <p:cNvPr id="1806" name="Shape 1804"/>
          <p:cNvSpPr/>
          <p:nvPr/>
        </p:nvSpPr>
        <p:spPr>
          <a:xfrm>
            <a:off x="685800" y="4752975"/>
            <a:ext cx="10820400" cy="134302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1807" name="Shape 1805"/>
          <p:cNvSpPr/>
          <p:nvPr/>
        </p:nvSpPr>
        <p:spPr>
          <a:xfrm>
            <a:off x="685800" y="4629150"/>
            <a:ext cx="3248025" cy="247650"/>
          </a:xfrm>
          <a:prstGeom prst="rect">
            <a:avLst>
              <a:gd name="adj" fmla="val 44308"/>
            </a:avLst>
          </a:prstGeom>
          <a:solidFill>
            <a:srgbClr val="EA002C"/>
          </a:solidFill>
          <a:ln/>
        </p:spPr>
      </p:sp>
      <p:sp>
        <p:nvSpPr>
          <p:cNvPr id="1808" name="Text 1806"/>
          <p:cNvSpPr txBox="1"/>
          <p:nvPr/>
        </p:nvSpPr>
        <p:spPr>
          <a:xfrm>
            <a:off x="819150" y="4686300"/>
            <a:ext cx="15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8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38" dirty="0"/>
          </a:p>
        </p:txBody>
      </p:sp>
      <p:sp>
        <p:nvSpPr>
          <p:cNvPr id="1809" name="Text 1807"/>
          <p:cNvSpPr txBox="1"/>
          <p:nvPr/>
        </p:nvSpPr>
        <p:spPr>
          <a:xfrm>
            <a:off x="1009650" y="4686300"/>
            <a:ext cx="2809875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설정이 하나 더 있습니다 — 길이척도 ℓ</a:t>
            </a:r>
            <a:endParaRPr lang="en-US" sz="1013" dirty="0"/>
          </a:p>
        </p:txBody>
      </p:sp>
      <p:sp>
        <p:nvSpPr>
          <p:cNvPr id="1810" name="Text 1808"/>
          <p:cNvSpPr txBox="1"/>
          <p:nvPr/>
        </p:nvSpPr>
        <p:spPr>
          <a:xfrm>
            <a:off x="8991600" y="4819650"/>
            <a:ext cx="240030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커널은 RBF 로 고정하고 ℓ 만 바꿨습니다</a:t>
            </a:r>
            <a:endParaRPr lang="en-US" sz="825" dirty="0"/>
          </a:p>
        </p:txBody>
      </p:sp>
      <p:sp>
        <p:nvSpPr>
          <p:cNvPr id="1811" name="Text 1809"/>
          <p:cNvSpPr txBox="1"/>
          <p:nvPr/>
        </p:nvSpPr>
        <p:spPr>
          <a:xfrm>
            <a:off x="876300" y="4991100"/>
            <a:ext cx="2857500" cy="13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ℓ = 0.35 (짧게)</a:t>
            </a:r>
            <a:endParaRPr lang="en-US" sz="863" dirty="0"/>
          </a:p>
        </p:txBody>
      </p:sp>
      <p:sp>
        <p:nvSpPr>
          <p:cNvPr id="1812" name="Shape 1810"/>
          <p:cNvSpPr/>
          <p:nvPr/>
        </p:nvSpPr>
        <p:spPr>
          <a:xfrm>
            <a:off x="876300" y="5162550"/>
            <a:ext cx="2857500" cy="704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9"/>
            </a:solidFill>
            <a:prstDash val="solid"/>
          </a:ln>
        </p:spPr>
      </p:sp>
      <p:sp>
        <p:nvSpPr>
          <p:cNvPr id="1813" name="Shape 1811"/>
          <p:cNvSpPr/>
          <p:nvPr/>
        </p:nvSpPr>
        <p:spPr>
          <a:xfrm>
            <a:off x="952500" y="5514975"/>
            <a:ext cx="2705100" cy="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1814" name="Shape 1812"/>
          <p:cNvSpPr/>
          <p:nvPr/>
        </p:nvSpPr>
        <p:spPr>
          <a:xfrm flipV="1">
            <a:off x="952500" y="5494389"/>
            <a:ext cx="27051" cy="2058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15" name="Shape 1813"/>
          <p:cNvSpPr/>
          <p:nvPr/>
        </p:nvSpPr>
        <p:spPr>
          <a:xfrm flipV="1">
            <a:off x="979551" y="5474774"/>
            <a:ext cx="27051" cy="1961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16" name="Shape 1814"/>
          <p:cNvSpPr/>
          <p:nvPr/>
        </p:nvSpPr>
        <p:spPr>
          <a:xfrm flipV="1">
            <a:off x="1006602" y="5457005"/>
            <a:ext cx="27051" cy="1776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17" name="Shape 1815"/>
          <p:cNvSpPr/>
          <p:nvPr/>
        </p:nvSpPr>
        <p:spPr>
          <a:xfrm flipV="1">
            <a:off x="1033653" y="5441809"/>
            <a:ext cx="27051" cy="151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18" name="Shape 1816"/>
          <p:cNvSpPr/>
          <p:nvPr/>
        </p:nvSpPr>
        <p:spPr>
          <a:xfrm flipV="1">
            <a:off x="1060704" y="5429710"/>
            <a:ext cx="27051" cy="1209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19" name="Shape 1817"/>
          <p:cNvSpPr/>
          <p:nvPr/>
        </p:nvSpPr>
        <p:spPr>
          <a:xfrm flipV="1">
            <a:off x="1087755" y="5420954"/>
            <a:ext cx="27051" cy="87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20" name="Shape 1818"/>
          <p:cNvSpPr/>
          <p:nvPr/>
        </p:nvSpPr>
        <p:spPr>
          <a:xfrm flipV="1">
            <a:off x="1114806" y="5415530"/>
            <a:ext cx="27051" cy="542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21" name="Shape 1819"/>
          <p:cNvSpPr/>
          <p:nvPr/>
        </p:nvSpPr>
        <p:spPr>
          <a:xfrm flipV="1">
            <a:off x="1141857" y="5413169"/>
            <a:ext cx="27051" cy="236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22" name="Shape 1820"/>
          <p:cNvSpPr/>
          <p:nvPr/>
        </p:nvSpPr>
        <p:spPr>
          <a:xfrm>
            <a:off x="1168908" y="5413169"/>
            <a:ext cx="27051" cy="17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23" name="Shape 1821"/>
          <p:cNvSpPr/>
          <p:nvPr/>
        </p:nvSpPr>
        <p:spPr>
          <a:xfrm>
            <a:off x="1195959" y="5413344"/>
            <a:ext cx="27051" cy="204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24" name="Shape 1822"/>
          <p:cNvSpPr/>
          <p:nvPr/>
        </p:nvSpPr>
        <p:spPr>
          <a:xfrm>
            <a:off x="1223010" y="5415390"/>
            <a:ext cx="27051" cy="31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25" name="Shape 1823"/>
          <p:cNvSpPr/>
          <p:nvPr/>
        </p:nvSpPr>
        <p:spPr>
          <a:xfrm>
            <a:off x="1250061" y="5418546"/>
            <a:ext cx="27051" cy="34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26" name="Shape 1824"/>
          <p:cNvSpPr/>
          <p:nvPr/>
        </p:nvSpPr>
        <p:spPr>
          <a:xfrm>
            <a:off x="1277112" y="5421995"/>
            <a:ext cx="27051" cy="302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27" name="Shape 1825"/>
          <p:cNvSpPr/>
          <p:nvPr/>
        </p:nvSpPr>
        <p:spPr>
          <a:xfrm>
            <a:off x="1304163" y="5425022"/>
            <a:ext cx="27051" cy="19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28" name="Shape 1826"/>
          <p:cNvSpPr/>
          <p:nvPr/>
        </p:nvSpPr>
        <p:spPr>
          <a:xfrm>
            <a:off x="1331214" y="5426998"/>
            <a:ext cx="27051" cy="53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29" name="Shape 1827"/>
          <p:cNvSpPr/>
          <p:nvPr/>
        </p:nvSpPr>
        <p:spPr>
          <a:xfrm flipV="1">
            <a:off x="1358265" y="5426460"/>
            <a:ext cx="27051" cy="107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30" name="Shape 1828"/>
          <p:cNvSpPr/>
          <p:nvPr/>
        </p:nvSpPr>
        <p:spPr>
          <a:xfrm flipV="1">
            <a:off x="1385316" y="5423853"/>
            <a:ext cx="27051" cy="260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31" name="Shape 1829"/>
          <p:cNvSpPr/>
          <p:nvPr/>
        </p:nvSpPr>
        <p:spPr>
          <a:xfrm flipV="1">
            <a:off x="1412367" y="5420031"/>
            <a:ext cx="27051" cy="382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32" name="Shape 1830"/>
          <p:cNvSpPr/>
          <p:nvPr/>
        </p:nvSpPr>
        <p:spPr>
          <a:xfrm flipV="1">
            <a:off x="1439418" y="5415553"/>
            <a:ext cx="27051" cy="447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33" name="Shape 1831"/>
          <p:cNvSpPr/>
          <p:nvPr/>
        </p:nvSpPr>
        <p:spPr>
          <a:xfrm flipV="1">
            <a:off x="1466469" y="5411111"/>
            <a:ext cx="27051" cy="444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34" name="Shape 1832"/>
          <p:cNvSpPr/>
          <p:nvPr/>
        </p:nvSpPr>
        <p:spPr>
          <a:xfrm flipV="1">
            <a:off x="1493520" y="5407499"/>
            <a:ext cx="27051" cy="361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35" name="Shape 1833"/>
          <p:cNvSpPr/>
          <p:nvPr/>
        </p:nvSpPr>
        <p:spPr>
          <a:xfrm flipV="1">
            <a:off x="1520571" y="5405524"/>
            <a:ext cx="27051" cy="19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36" name="Shape 1834"/>
          <p:cNvSpPr/>
          <p:nvPr/>
        </p:nvSpPr>
        <p:spPr>
          <a:xfrm>
            <a:off x="1547622" y="5405524"/>
            <a:ext cx="27051" cy="38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37" name="Shape 1835"/>
          <p:cNvSpPr/>
          <p:nvPr/>
        </p:nvSpPr>
        <p:spPr>
          <a:xfrm>
            <a:off x="1574673" y="5405909"/>
            <a:ext cx="27051" cy="335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38" name="Shape 1836"/>
          <p:cNvSpPr/>
          <p:nvPr/>
        </p:nvSpPr>
        <p:spPr>
          <a:xfrm>
            <a:off x="1601724" y="5409264"/>
            <a:ext cx="27051" cy="668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39" name="Shape 1837"/>
          <p:cNvSpPr/>
          <p:nvPr/>
        </p:nvSpPr>
        <p:spPr>
          <a:xfrm>
            <a:off x="1628775" y="5415951"/>
            <a:ext cx="27051" cy="1015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40" name="Shape 1838"/>
          <p:cNvSpPr/>
          <p:nvPr/>
        </p:nvSpPr>
        <p:spPr>
          <a:xfrm>
            <a:off x="1655826" y="5426109"/>
            <a:ext cx="27051" cy="1349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41" name="Shape 1839"/>
          <p:cNvSpPr/>
          <p:nvPr/>
        </p:nvSpPr>
        <p:spPr>
          <a:xfrm>
            <a:off x="1682877" y="5439599"/>
            <a:ext cx="27051" cy="1641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42" name="Shape 1840"/>
          <p:cNvSpPr/>
          <p:nvPr/>
        </p:nvSpPr>
        <p:spPr>
          <a:xfrm>
            <a:off x="1709928" y="5456012"/>
            <a:ext cx="27051" cy="1868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43" name="Shape 1841"/>
          <p:cNvSpPr/>
          <p:nvPr/>
        </p:nvSpPr>
        <p:spPr>
          <a:xfrm>
            <a:off x="1736979" y="5474692"/>
            <a:ext cx="27051" cy="2015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44" name="Shape 1842"/>
          <p:cNvSpPr/>
          <p:nvPr/>
        </p:nvSpPr>
        <p:spPr>
          <a:xfrm>
            <a:off x="1764030" y="5494845"/>
            <a:ext cx="27051" cy="206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45" name="Shape 1843"/>
          <p:cNvSpPr/>
          <p:nvPr/>
        </p:nvSpPr>
        <p:spPr>
          <a:xfrm>
            <a:off x="1791081" y="5515501"/>
            <a:ext cx="27051" cy="2018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46" name="Shape 1844"/>
          <p:cNvSpPr/>
          <p:nvPr/>
        </p:nvSpPr>
        <p:spPr>
          <a:xfrm>
            <a:off x="1818132" y="5535689"/>
            <a:ext cx="27051" cy="187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47" name="Shape 1845"/>
          <p:cNvSpPr/>
          <p:nvPr/>
        </p:nvSpPr>
        <p:spPr>
          <a:xfrm>
            <a:off x="1845183" y="5554486"/>
            <a:ext cx="27051" cy="1659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48" name="Shape 1846"/>
          <p:cNvSpPr/>
          <p:nvPr/>
        </p:nvSpPr>
        <p:spPr>
          <a:xfrm>
            <a:off x="1872234" y="5571086"/>
            <a:ext cx="27051" cy="1380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49" name="Shape 1847"/>
          <p:cNvSpPr/>
          <p:nvPr/>
        </p:nvSpPr>
        <p:spPr>
          <a:xfrm>
            <a:off x="1899285" y="5584892"/>
            <a:ext cx="27051" cy="1063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50" name="Shape 1848"/>
          <p:cNvSpPr/>
          <p:nvPr/>
        </p:nvSpPr>
        <p:spPr>
          <a:xfrm>
            <a:off x="1926336" y="5595529"/>
            <a:ext cx="27051" cy="73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51" name="Shape 1849"/>
          <p:cNvSpPr/>
          <p:nvPr/>
        </p:nvSpPr>
        <p:spPr>
          <a:xfrm>
            <a:off x="1953387" y="5602905"/>
            <a:ext cx="27051" cy="427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52" name="Shape 1850"/>
          <p:cNvSpPr/>
          <p:nvPr/>
        </p:nvSpPr>
        <p:spPr>
          <a:xfrm>
            <a:off x="1980438" y="5607184"/>
            <a:ext cx="27051" cy="159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53" name="Shape 1851"/>
          <p:cNvSpPr/>
          <p:nvPr/>
        </p:nvSpPr>
        <p:spPr>
          <a:xfrm flipV="1">
            <a:off x="2007489" y="5608283"/>
            <a:ext cx="27051" cy="49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54" name="Shape 1852"/>
          <p:cNvSpPr/>
          <p:nvPr/>
        </p:nvSpPr>
        <p:spPr>
          <a:xfrm flipV="1">
            <a:off x="2034540" y="5606447"/>
            <a:ext cx="27051" cy="183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55" name="Shape 1853"/>
          <p:cNvSpPr/>
          <p:nvPr/>
        </p:nvSpPr>
        <p:spPr>
          <a:xfrm flipV="1">
            <a:off x="2061591" y="5604051"/>
            <a:ext cx="27051" cy="239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56" name="Shape 1854"/>
          <p:cNvSpPr/>
          <p:nvPr/>
        </p:nvSpPr>
        <p:spPr>
          <a:xfrm flipV="1">
            <a:off x="2088642" y="5601865"/>
            <a:ext cx="27051" cy="218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57" name="Shape 1855"/>
          <p:cNvSpPr/>
          <p:nvPr/>
        </p:nvSpPr>
        <p:spPr>
          <a:xfrm flipV="1">
            <a:off x="2115693" y="5600532"/>
            <a:ext cx="27051" cy="133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58" name="Shape 1856"/>
          <p:cNvSpPr/>
          <p:nvPr/>
        </p:nvSpPr>
        <p:spPr>
          <a:xfrm>
            <a:off x="2142744" y="5600532"/>
            <a:ext cx="27051" cy="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59" name="Shape 1857"/>
          <p:cNvSpPr/>
          <p:nvPr/>
        </p:nvSpPr>
        <p:spPr>
          <a:xfrm>
            <a:off x="2169795" y="5600532"/>
            <a:ext cx="27051" cy="160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60" name="Shape 1858"/>
          <p:cNvSpPr/>
          <p:nvPr/>
        </p:nvSpPr>
        <p:spPr>
          <a:xfrm>
            <a:off x="2196846" y="5602134"/>
            <a:ext cx="27051" cy="320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61" name="Shape 1859"/>
          <p:cNvSpPr/>
          <p:nvPr/>
        </p:nvSpPr>
        <p:spPr>
          <a:xfrm>
            <a:off x="2223897" y="5605337"/>
            <a:ext cx="27051" cy="455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62" name="Shape 1860"/>
          <p:cNvSpPr/>
          <p:nvPr/>
        </p:nvSpPr>
        <p:spPr>
          <a:xfrm>
            <a:off x="2250948" y="5609896"/>
            <a:ext cx="27051" cy="545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63" name="Shape 1861"/>
          <p:cNvSpPr/>
          <p:nvPr/>
        </p:nvSpPr>
        <p:spPr>
          <a:xfrm>
            <a:off x="2277999" y="5615355"/>
            <a:ext cx="27051" cy="568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64" name="Shape 1862"/>
          <p:cNvSpPr/>
          <p:nvPr/>
        </p:nvSpPr>
        <p:spPr>
          <a:xfrm>
            <a:off x="2305050" y="5621036"/>
            <a:ext cx="27051" cy="514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65" name="Shape 1863"/>
          <p:cNvSpPr/>
          <p:nvPr/>
        </p:nvSpPr>
        <p:spPr>
          <a:xfrm>
            <a:off x="2332101" y="5626180"/>
            <a:ext cx="27051" cy="37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66" name="Shape 1864"/>
          <p:cNvSpPr/>
          <p:nvPr/>
        </p:nvSpPr>
        <p:spPr>
          <a:xfrm>
            <a:off x="2359152" y="5629956"/>
            <a:ext cx="27051" cy="162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67" name="Shape 1865"/>
          <p:cNvSpPr/>
          <p:nvPr/>
        </p:nvSpPr>
        <p:spPr>
          <a:xfrm flipV="1">
            <a:off x="2386203" y="5630400"/>
            <a:ext cx="27051" cy="118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68" name="Shape 1866"/>
          <p:cNvSpPr/>
          <p:nvPr/>
        </p:nvSpPr>
        <p:spPr>
          <a:xfrm flipV="1">
            <a:off x="2413254" y="5625911"/>
            <a:ext cx="27051" cy="448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69" name="Shape 1867"/>
          <p:cNvSpPr/>
          <p:nvPr/>
        </p:nvSpPr>
        <p:spPr>
          <a:xfrm flipV="1">
            <a:off x="2440305" y="5617892"/>
            <a:ext cx="27051" cy="80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70" name="Shape 1868"/>
          <p:cNvSpPr/>
          <p:nvPr/>
        </p:nvSpPr>
        <p:spPr>
          <a:xfrm flipV="1">
            <a:off x="2467356" y="5606366"/>
            <a:ext cx="27051" cy="1152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71" name="Shape 1869"/>
          <p:cNvSpPr/>
          <p:nvPr/>
        </p:nvSpPr>
        <p:spPr>
          <a:xfrm flipV="1">
            <a:off x="2494407" y="5591613"/>
            <a:ext cx="27051" cy="1475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72" name="Shape 1870"/>
          <p:cNvSpPr/>
          <p:nvPr/>
        </p:nvSpPr>
        <p:spPr>
          <a:xfrm flipV="1">
            <a:off x="2521458" y="5574195"/>
            <a:ext cx="27051" cy="1741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73" name="Shape 1871"/>
          <p:cNvSpPr/>
          <p:nvPr/>
        </p:nvSpPr>
        <p:spPr>
          <a:xfrm flipV="1">
            <a:off x="2548509" y="5554861"/>
            <a:ext cx="27051" cy="1933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74" name="Shape 1872"/>
          <p:cNvSpPr/>
          <p:nvPr/>
        </p:nvSpPr>
        <p:spPr>
          <a:xfrm flipV="1">
            <a:off x="2575560" y="5534509"/>
            <a:ext cx="27051" cy="2035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75" name="Shape 1873"/>
          <p:cNvSpPr/>
          <p:nvPr/>
        </p:nvSpPr>
        <p:spPr>
          <a:xfrm flipV="1">
            <a:off x="2602611" y="5514110"/>
            <a:ext cx="27051" cy="2039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76" name="Shape 1874"/>
          <p:cNvSpPr/>
          <p:nvPr/>
        </p:nvSpPr>
        <p:spPr>
          <a:xfrm flipV="1">
            <a:off x="2629662" y="5494623"/>
            <a:ext cx="27051" cy="1948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77" name="Shape 1875"/>
          <p:cNvSpPr/>
          <p:nvPr/>
        </p:nvSpPr>
        <p:spPr>
          <a:xfrm flipV="1">
            <a:off x="2656713" y="5476913"/>
            <a:ext cx="27051" cy="177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78" name="Shape 1876"/>
          <p:cNvSpPr/>
          <p:nvPr/>
        </p:nvSpPr>
        <p:spPr>
          <a:xfrm flipV="1">
            <a:off x="2683764" y="5461670"/>
            <a:ext cx="27051" cy="1524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79" name="Shape 1877"/>
          <p:cNvSpPr/>
          <p:nvPr/>
        </p:nvSpPr>
        <p:spPr>
          <a:xfrm flipV="1">
            <a:off x="2710815" y="5449360"/>
            <a:ext cx="27051" cy="1230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80" name="Shape 1878"/>
          <p:cNvSpPr/>
          <p:nvPr/>
        </p:nvSpPr>
        <p:spPr>
          <a:xfrm flipV="1">
            <a:off x="2737866" y="5440196"/>
            <a:ext cx="27051" cy="916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81" name="Shape 1879"/>
          <p:cNvSpPr/>
          <p:nvPr/>
        </p:nvSpPr>
        <p:spPr>
          <a:xfrm flipV="1">
            <a:off x="2764917" y="5434117"/>
            <a:ext cx="27051" cy="607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82" name="Shape 1880"/>
          <p:cNvSpPr/>
          <p:nvPr/>
        </p:nvSpPr>
        <p:spPr>
          <a:xfrm flipV="1">
            <a:off x="2791968" y="5430832"/>
            <a:ext cx="27051" cy="328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83" name="Shape 1881"/>
          <p:cNvSpPr/>
          <p:nvPr/>
        </p:nvSpPr>
        <p:spPr>
          <a:xfrm flipV="1">
            <a:off x="2819019" y="5429792"/>
            <a:ext cx="27051" cy="104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84" name="Shape 1882"/>
          <p:cNvSpPr/>
          <p:nvPr/>
        </p:nvSpPr>
        <p:spPr>
          <a:xfrm>
            <a:off x="2846070" y="5429792"/>
            <a:ext cx="27051" cy="51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85" name="Shape 1883"/>
          <p:cNvSpPr/>
          <p:nvPr/>
        </p:nvSpPr>
        <p:spPr>
          <a:xfrm>
            <a:off x="2873121" y="5430306"/>
            <a:ext cx="27051" cy="133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86" name="Shape 1884"/>
          <p:cNvSpPr/>
          <p:nvPr/>
        </p:nvSpPr>
        <p:spPr>
          <a:xfrm>
            <a:off x="2900172" y="5431639"/>
            <a:ext cx="27051" cy="134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87" name="Shape 1885"/>
          <p:cNvSpPr/>
          <p:nvPr/>
        </p:nvSpPr>
        <p:spPr>
          <a:xfrm>
            <a:off x="2927223" y="5432983"/>
            <a:ext cx="27051" cy="69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88" name="Shape 1886"/>
          <p:cNvSpPr/>
          <p:nvPr/>
        </p:nvSpPr>
        <p:spPr>
          <a:xfrm flipV="1">
            <a:off x="2954274" y="5433135"/>
            <a:ext cx="27051" cy="53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89" name="Shape 1887"/>
          <p:cNvSpPr/>
          <p:nvPr/>
        </p:nvSpPr>
        <p:spPr>
          <a:xfrm flipV="1">
            <a:off x="2981325" y="5431054"/>
            <a:ext cx="27051" cy="208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90" name="Shape 1888"/>
          <p:cNvSpPr/>
          <p:nvPr/>
        </p:nvSpPr>
        <p:spPr>
          <a:xfrm flipV="1">
            <a:off x="3008376" y="5427313"/>
            <a:ext cx="27051" cy="374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91" name="Shape 1889"/>
          <p:cNvSpPr/>
          <p:nvPr/>
        </p:nvSpPr>
        <p:spPr>
          <a:xfrm flipV="1">
            <a:off x="3035427" y="5422065"/>
            <a:ext cx="27051" cy="52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92" name="Shape 1890"/>
          <p:cNvSpPr/>
          <p:nvPr/>
        </p:nvSpPr>
        <p:spPr>
          <a:xfrm flipV="1">
            <a:off x="3062478" y="5415717"/>
            <a:ext cx="27051" cy="63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93" name="Shape 1891"/>
          <p:cNvSpPr/>
          <p:nvPr/>
        </p:nvSpPr>
        <p:spPr>
          <a:xfrm flipV="1">
            <a:off x="3089529" y="5408867"/>
            <a:ext cx="27051" cy="685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94" name="Shape 1892"/>
          <p:cNvSpPr/>
          <p:nvPr/>
        </p:nvSpPr>
        <p:spPr>
          <a:xfrm flipV="1">
            <a:off x="3116580" y="5402262"/>
            <a:ext cx="27051" cy="660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95" name="Shape 1893"/>
          <p:cNvSpPr/>
          <p:nvPr/>
        </p:nvSpPr>
        <p:spPr>
          <a:xfrm flipV="1">
            <a:off x="3143631" y="5396721"/>
            <a:ext cx="27051" cy="554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96" name="Shape 1894"/>
          <p:cNvSpPr/>
          <p:nvPr/>
        </p:nvSpPr>
        <p:spPr>
          <a:xfrm flipV="1">
            <a:off x="3170682" y="5393074"/>
            <a:ext cx="27051" cy="364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97" name="Shape 1895"/>
          <p:cNvSpPr/>
          <p:nvPr/>
        </p:nvSpPr>
        <p:spPr>
          <a:xfrm flipV="1">
            <a:off x="3197733" y="5392045"/>
            <a:ext cx="27051" cy="102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98" name="Shape 1896"/>
          <p:cNvSpPr/>
          <p:nvPr/>
        </p:nvSpPr>
        <p:spPr>
          <a:xfrm>
            <a:off x="3224784" y="5392045"/>
            <a:ext cx="27051" cy="21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99" name="Shape 1897"/>
          <p:cNvSpPr/>
          <p:nvPr/>
        </p:nvSpPr>
        <p:spPr>
          <a:xfrm>
            <a:off x="3251835" y="5394220"/>
            <a:ext cx="27051" cy="570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900" name="Shape 1898"/>
          <p:cNvSpPr/>
          <p:nvPr/>
        </p:nvSpPr>
        <p:spPr>
          <a:xfrm>
            <a:off x="3278886" y="5399924"/>
            <a:ext cx="27051" cy="936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901" name="Shape 1899"/>
          <p:cNvSpPr/>
          <p:nvPr/>
        </p:nvSpPr>
        <p:spPr>
          <a:xfrm>
            <a:off x="3305937" y="5409288"/>
            <a:ext cx="27051" cy="1281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902" name="Shape 1900"/>
          <p:cNvSpPr/>
          <p:nvPr/>
        </p:nvSpPr>
        <p:spPr>
          <a:xfrm>
            <a:off x="3332988" y="5422100"/>
            <a:ext cx="27051" cy="1582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903" name="Shape 1901"/>
          <p:cNvSpPr/>
          <p:nvPr/>
        </p:nvSpPr>
        <p:spPr>
          <a:xfrm>
            <a:off x="3360039" y="5437928"/>
            <a:ext cx="27051" cy="1818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904" name="Shape 1902"/>
          <p:cNvSpPr/>
          <p:nvPr/>
        </p:nvSpPr>
        <p:spPr>
          <a:xfrm>
            <a:off x="3387090" y="5456117"/>
            <a:ext cx="27051" cy="196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905" name="Shape 1903"/>
          <p:cNvSpPr/>
          <p:nvPr/>
        </p:nvSpPr>
        <p:spPr>
          <a:xfrm>
            <a:off x="3414141" y="5475791"/>
            <a:ext cx="27051" cy="2023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906" name="Shape 1904"/>
          <p:cNvSpPr/>
          <p:nvPr/>
        </p:nvSpPr>
        <p:spPr>
          <a:xfrm>
            <a:off x="3441192" y="5496026"/>
            <a:ext cx="27051" cy="1981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907" name="Shape 1905"/>
          <p:cNvSpPr/>
          <p:nvPr/>
        </p:nvSpPr>
        <p:spPr>
          <a:xfrm>
            <a:off x="3468243" y="5515840"/>
            <a:ext cx="27051" cy="1849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908" name="Shape 1906"/>
          <p:cNvSpPr/>
          <p:nvPr/>
        </p:nvSpPr>
        <p:spPr>
          <a:xfrm>
            <a:off x="3495294" y="5534333"/>
            <a:ext cx="27051" cy="1640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909" name="Shape 1907"/>
          <p:cNvSpPr/>
          <p:nvPr/>
        </p:nvSpPr>
        <p:spPr>
          <a:xfrm>
            <a:off x="3522345" y="5550734"/>
            <a:ext cx="27051" cy="1373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910" name="Shape 1908"/>
          <p:cNvSpPr/>
          <p:nvPr/>
        </p:nvSpPr>
        <p:spPr>
          <a:xfrm>
            <a:off x="3549396" y="5564469"/>
            <a:ext cx="27051" cy="1076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911" name="Shape 1909"/>
          <p:cNvSpPr/>
          <p:nvPr/>
        </p:nvSpPr>
        <p:spPr>
          <a:xfrm>
            <a:off x="3576447" y="5575236"/>
            <a:ext cx="27051" cy="772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912" name="Shape 1910"/>
          <p:cNvSpPr/>
          <p:nvPr/>
        </p:nvSpPr>
        <p:spPr>
          <a:xfrm>
            <a:off x="3603498" y="5582963"/>
            <a:ext cx="27051" cy="489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913" name="Shape 1911"/>
          <p:cNvSpPr/>
          <p:nvPr/>
        </p:nvSpPr>
        <p:spPr>
          <a:xfrm>
            <a:off x="3630549" y="5587861"/>
            <a:ext cx="27051" cy="251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914" name="Shape 1912"/>
          <p:cNvSpPr/>
          <p:nvPr/>
        </p:nvSpPr>
        <p:spPr>
          <a:xfrm flipV="1">
            <a:off x="952500" y="5505623"/>
            <a:ext cx="27051" cy="468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15" name="Shape 1913"/>
          <p:cNvSpPr/>
          <p:nvPr/>
        </p:nvSpPr>
        <p:spPr>
          <a:xfrm flipV="1">
            <a:off x="979551" y="5498177"/>
            <a:ext cx="27051" cy="744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16" name="Shape 1914"/>
          <p:cNvSpPr/>
          <p:nvPr/>
        </p:nvSpPr>
        <p:spPr>
          <a:xfrm flipV="1">
            <a:off x="1006602" y="5487609"/>
            <a:ext cx="27051" cy="1056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17" name="Shape 1915"/>
          <p:cNvSpPr/>
          <p:nvPr/>
        </p:nvSpPr>
        <p:spPr>
          <a:xfrm flipV="1">
            <a:off x="1033653" y="5474201"/>
            <a:ext cx="27051" cy="1340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18" name="Shape 1916"/>
          <p:cNvSpPr/>
          <p:nvPr/>
        </p:nvSpPr>
        <p:spPr>
          <a:xfrm flipV="1">
            <a:off x="1060704" y="5459086"/>
            <a:ext cx="27051" cy="15115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19" name="Shape 1917"/>
          <p:cNvSpPr/>
          <p:nvPr/>
        </p:nvSpPr>
        <p:spPr>
          <a:xfrm flipV="1">
            <a:off x="1087755" y="5444135"/>
            <a:ext cx="27051" cy="14951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20" name="Shape 1918"/>
          <p:cNvSpPr/>
          <p:nvPr/>
        </p:nvSpPr>
        <p:spPr>
          <a:xfrm flipV="1">
            <a:off x="1114806" y="5431452"/>
            <a:ext cx="27051" cy="12683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21" name="Shape 1919"/>
          <p:cNvSpPr/>
          <p:nvPr/>
        </p:nvSpPr>
        <p:spPr>
          <a:xfrm flipV="1">
            <a:off x="1141857" y="5422731"/>
            <a:ext cx="27051" cy="8721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22" name="Shape 1920"/>
          <p:cNvSpPr/>
          <p:nvPr/>
        </p:nvSpPr>
        <p:spPr>
          <a:xfrm flipV="1">
            <a:off x="1168908" y="5418640"/>
            <a:ext cx="27051" cy="4091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23" name="Shape 1921"/>
          <p:cNvSpPr/>
          <p:nvPr/>
        </p:nvSpPr>
        <p:spPr>
          <a:xfrm flipV="1">
            <a:off x="1195959" y="5418593"/>
            <a:ext cx="27051" cy="4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24" name="Shape 1922"/>
          <p:cNvSpPr/>
          <p:nvPr/>
        </p:nvSpPr>
        <p:spPr>
          <a:xfrm>
            <a:off x="1223010" y="5418593"/>
            <a:ext cx="27051" cy="2455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25" name="Shape 1923"/>
          <p:cNvSpPr/>
          <p:nvPr/>
        </p:nvSpPr>
        <p:spPr>
          <a:xfrm>
            <a:off x="1250061" y="5421048"/>
            <a:ext cx="27051" cy="3063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26" name="Shape 1924"/>
          <p:cNvSpPr/>
          <p:nvPr/>
        </p:nvSpPr>
        <p:spPr>
          <a:xfrm>
            <a:off x="1277112" y="5424110"/>
            <a:ext cx="27051" cy="2081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27" name="Shape 1925"/>
          <p:cNvSpPr/>
          <p:nvPr/>
        </p:nvSpPr>
        <p:spPr>
          <a:xfrm>
            <a:off x="1304163" y="5426191"/>
            <a:ext cx="27051" cy="281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28" name="Shape 1926"/>
          <p:cNvSpPr/>
          <p:nvPr/>
        </p:nvSpPr>
        <p:spPr>
          <a:xfrm flipV="1">
            <a:off x="1331214" y="5425046"/>
            <a:ext cx="27051" cy="142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29" name="Shape 1927"/>
          <p:cNvSpPr/>
          <p:nvPr/>
        </p:nvSpPr>
        <p:spPr>
          <a:xfrm flipV="1">
            <a:off x="1358265" y="5422789"/>
            <a:ext cx="27051" cy="225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30" name="Shape 1928"/>
          <p:cNvSpPr/>
          <p:nvPr/>
        </p:nvSpPr>
        <p:spPr>
          <a:xfrm flipV="1">
            <a:off x="1385316" y="5420861"/>
            <a:ext cx="27051" cy="1929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31" name="Shape 1929"/>
          <p:cNvSpPr/>
          <p:nvPr/>
        </p:nvSpPr>
        <p:spPr>
          <a:xfrm flipV="1">
            <a:off x="1412367" y="5420194"/>
            <a:ext cx="27051" cy="66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32" name="Shape 1930"/>
          <p:cNvSpPr/>
          <p:nvPr/>
        </p:nvSpPr>
        <p:spPr>
          <a:xfrm>
            <a:off x="1439418" y="5420194"/>
            <a:ext cx="27051" cy="87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33" name="Shape 1931"/>
          <p:cNvSpPr/>
          <p:nvPr/>
        </p:nvSpPr>
        <p:spPr>
          <a:xfrm>
            <a:off x="1466469" y="5421071"/>
            <a:ext cx="27051" cy="1800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34" name="Shape 1932"/>
          <p:cNvSpPr/>
          <p:nvPr/>
        </p:nvSpPr>
        <p:spPr>
          <a:xfrm>
            <a:off x="1493520" y="5422871"/>
            <a:ext cx="27051" cy="1473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35" name="Shape 1933"/>
          <p:cNvSpPr/>
          <p:nvPr/>
        </p:nvSpPr>
        <p:spPr>
          <a:xfrm flipV="1">
            <a:off x="1520571" y="5424110"/>
            <a:ext cx="27051" cy="234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36" name="Shape 1934"/>
          <p:cNvSpPr/>
          <p:nvPr/>
        </p:nvSpPr>
        <p:spPr>
          <a:xfrm flipV="1">
            <a:off x="1547622" y="5421363"/>
            <a:ext cx="27051" cy="274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37" name="Shape 1935"/>
          <p:cNvSpPr/>
          <p:nvPr/>
        </p:nvSpPr>
        <p:spPr>
          <a:xfrm flipV="1">
            <a:off x="1574673" y="5416430"/>
            <a:ext cx="27051" cy="4933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38" name="Shape 1936"/>
          <p:cNvSpPr/>
          <p:nvPr/>
        </p:nvSpPr>
        <p:spPr>
          <a:xfrm flipV="1">
            <a:off x="1601724" y="5411088"/>
            <a:ext cx="27051" cy="534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39" name="Shape 1937"/>
          <p:cNvSpPr/>
          <p:nvPr/>
        </p:nvSpPr>
        <p:spPr>
          <a:xfrm flipV="1">
            <a:off x="1628775" y="5408271"/>
            <a:ext cx="27051" cy="281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40" name="Shape 1938"/>
          <p:cNvSpPr/>
          <p:nvPr/>
        </p:nvSpPr>
        <p:spPr>
          <a:xfrm>
            <a:off x="1655826" y="5408271"/>
            <a:ext cx="27051" cy="302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41" name="Shape 1939"/>
          <p:cNvSpPr/>
          <p:nvPr/>
        </p:nvSpPr>
        <p:spPr>
          <a:xfrm>
            <a:off x="1682877" y="5411298"/>
            <a:ext cx="27051" cy="11374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42" name="Shape 1940"/>
          <p:cNvSpPr/>
          <p:nvPr/>
        </p:nvSpPr>
        <p:spPr>
          <a:xfrm>
            <a:off x="1709928" y="5422673"/>
            <a:ext cx="27051" cy="2035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43" name="Shape 1941"/>
          <p:cNvSpPr/>
          <p:nvPr/>
        </p:nvSpPr>
        <p:spPr>
          <a:xfrm>
            <a:off x="1736979" y="5443024"/>
            <a:ext cx="27051" cy="27494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44" name="Shape 1942"/>
          <p:cNvSpPr/>
          <p:nvPr/>
        </p:nvSpPr>
        <p:spPr>
          <a:xfrm>
            <a:off x="1764030" y="5470519"/>
            <a:ext cx="27051" cy="30791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45" name="Shape 1943"/>
          <p:cNvSpPr/>
          <p:nvPr/>
        </p:nvSpPr>
        <p:spPr>
          <a:xfrm>
            <a:off x="1791081" y="5501310"/>
            <a:ext cx="27051" cy="2944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46" name="Shape 1944"/>
          <p:cNvSpPr/>
          <p:nvPr/>
        </p:nvSpPr>
        <p:spPr>
          <a:xfrm>
            <a:off x="1818132" y="5530756"/>
            <a:ext cx="27051" cy="24163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47" name="Shape 1945"/>
          <p:cNvSpPr/>
          <p:nvPr/>
        </p:nvSpPr>
        <p:spPr>
          <a:xfrm>
            <a:off x="1845183" y="5554919"/>
            <a:ext cx="27051" cy="1682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48" name="Shape 1946"/>
          <p:cNvSpPr/>
          <p:nvPr/>
        </p:nvSpPr>
        <p:spPr>
          <a:xfrm>
            <a:off x="1872234" y="5571741"/>
            <a:ext cx="27051" cy="963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49" name="Shape 1947"/>
          <p:cNvSpPr/>
          <p:nvPr/>
        </p:nvSpPr>
        <p:spPr>
          <a:xfrm>
            <a:off x="1899285" y="5581373"/>
            <a:ext cx="27051" cy="4290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50" name="Shape 1948"/>
          <p:cNvSpPr/>
          <p:nvPr/>
        </p:nvSpPr>
        <p:spPr>
          <a:xfrm>
            <a:off x="1926336" y="5585663"/>
            <a:ext cx="27051" cy="1520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51" name="Shape 1949"/>
          <p:cNvSpPr/>
          <p:nvPr/>
        </p:nvSpPr>
        <p:spPr>
          <a:xfrm>
            <a:off x="1953387" y="5587183"/>
            <a:ext cx="27051" cy="1029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52" name="Shape 1950"/>
          <p:cNvSpPr/>
          <p:nvPr/>
        </p:nvSpPr>
        <p:spPr>
          <a:xfrm>
            <a:off x="1980438" y="5588211"/>
            <a:ext cx="27051" cy="1789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53" name="Shape 1951"/>
          <p:cNvSpPr/>
          <p:nvPr/>
        </p:nvSpPr>
        <p:spPr>
          <a:xfrm>
            <a:off x="2007489" y="5590000"/>
            <a:ext cx="27051" cy="2525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54" name="Shape 1952"/>
          <p:cNvSpPr/>
          <p:nvPr/>
        </p:nvSpPr>
        <p:spPr>
          <a:xfrm>
            <a:off x="2034540" y="5592525"/>
            <a:ext cx="27051" cy="2209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55" name="Shape 1953"/>
          <p:cNvSpPr/>
          <p:nvPr/>
        </p:nvSpPr>
        <p:spPr>
          <a:xfrm>
            <a:off x="2061591" y="5594734"/>
            <a:ext cx="27051" cy="31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56" name="Shape 1954"/>
          <p:cNvSpPr/>
          <p:nvPr/>
        </p:nvSpPr>
        <p:spPr>
          <a:xfrm flipV="1">
            <a:off x="2088642" y="5592092"/>
            <a:ext cx="27051" cy="295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57" name="Shape 1955"/>
          <p:cNvSpPr/>
          <p:nvPr/>
        </p:nvSpPr>
        <p:spPr>
          <a:xfrm flipV="1">
            <a:off x="2115693" y="5585301"/>
            <a:ext cx="27051" cy="679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58" name="Shape 1956"/>
          <p:cNvSpPr/>
          <p:nvPr/>
        </p:nvSpPr>
        <p:spPr>
          <a:xfrm flipV="1">
            <a:off x="2142744" y="5575131"/>
            <a:ext cx="27051" cy="10170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59" name="Shape 1957"/>
          <p:cNvSpPr/>
          <p:nvPr/>
        </p:nvSpPr>
        <p:spPr>
          <a:xfrm flipV="1">
            <a:off x="2169795" y="5562938"/>
            <a:ext cx="27051" cy="1219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60" name="Shape 1958"/>
          <p:cNvSpPr/>
          <p:nvPr/>
        </p:nvSpPr>
        <p:spPr>
          <a:xfrm flipV="1">
            <a:off x="2196846" y="5550500"/>
            <a:ext cx="27051" cy="1243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61" name="Shape 1959"/>
          <p:cNvSpPr/>
          <p:nvPr/>
        </p:nvSpPr>
        <p:spPr>
          <a:xfrm flipV="1">
            <a:off x="2223897" y="5539336"/>
            <a:ext cx="27051" cy="11164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62" name="Shape 1960"/>
          <p:cNvSpPr/>
          <p:nvPr/>
        </p:nvSpPr>
        <p:spPr>
          <a:xfrm flipV="1">
            <a:off x="2250948" y="5530429"/>
            <a:ext cx="27051" cy="890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63" name="Shape 1961"/>
          <p:cNvSpPr/>
          <p:nvPr/>
        </p:nvSpPr>
        <p:spPr>
          <a:xfrm flipV="1">
            <a:off x="2277999" y="5524023"/>
            <a:ext cx="27051" cy="640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64" name="Shape 1962"/>
          <p:cNvSpPr/>
          <p:nvPr/>
        </p:nvSpPr>
        <p:spPr>
          <a:xfrm flipV="1">
            <a:off x="2305050" y="5519873"/>
            <a:ext cx="27051" cy="4150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65" name="Shape 1963"/>
          <p:cNvSpPr/>
          <p:nvPr/>
        </p:nvSpPr>
        <p:spPr>
          <a:xfrm flipV="1">
            <a:off x="2332101" y="5517418"/>
            <a:ext cx="27051" cy="2455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66" name="Shape 1964"/>
          <p:cNvSpPr/>
          <p:nvPr/>
        </p:nvSpPr>
        <p:spPr>
          <a:xfrm flipV="1">
            <a:off x="2359152" y="5516097"/>
            <a:ext cx="27051" cy="1321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67" name="Shape 1965"/>
          <p:cNvSpPr/>
          <p:nvPr/>
        </p:nvSpPr>
        <p:spPr>
          <a:xfrm flipV="1">
            <a:off x="2386203" y="5515454"/>
            <a:ext cx="27051" cy="643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68" name="Shape 1966"/>
          <p:cNvSpPr/>
          <p:nvPr/>
        </p:nvSpPr>
        <p:spPr>
          <a:xfrm flipV="1">
            <a:off x="2413254" y="5515162"/>
            <a:ext cx="27051" cy="29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69" name="Shape 1967"/>
          <p:cNvSpPr/>
          <p:nvPr/>
        </p:nvSpPr>
        <p:spPr>
          <a:xfrm flipV="1">
            <a:off x="2440305" y="5515045"/>
            <a:ext cx="27051" cy="11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70" name="Shape 1968"/>
          <p:cNvSpPr/>
          <p:nvPr/>
        </p:nvSpPr>
        <p:spPr>
          <a:xfrm flipV="1">
            <a:off x="2467356" y="5514998"/>
            <a:ext cx="27051" cy="4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71" name="Shape 1969"/>
          <p:cNvSpPr/>
          <p:nvPr/>
        </p:nvSpPr>
        <p:spPr>
          <a:xfrm flipV="1">
            <a:off x="2494407" y="5514987"/>
            <a:ext cx="27051" cy="1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72" name="Shape 1970"/>
          <p:cNvSpPr/>
          <p:nvPr/>
        </p:nvSpPr>
        <p:spPr>
          <a:xfrm flipV="1">
            <a:off x="2521458" y="5514975"/>
            <a:ext cx="27051" cy="1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73" name="Shape 1971"/>
          <p:cNvSpPr/>
          <p:nvPr/>
        </p:nvSpPr>
        <p:spPr>
          <a:xfrm>
            <a:off x="2548509" y="5514975"/>
            <a:ext cx="27051" cy="0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74" name="Shape 1972"/>
          <p:cNvSpPr/>
          <p:nvPr/>
        </p:nvSpPr>
        <p:spPr>
          <a:xfrm>
            <a:off x="2575560" y="5514975"/>
            <a:ext cx="27051" cy="0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75" name="Shape 1973"/>
          <p:cNvSpPr/>
          <p:nvPr/>
        </p:nvSpPr>
        <p:spPr>
          <a:xfrm flipV="1">
            <a:off x="2602611" y="5514963"/>
            <a:ext cx="27051" cy="1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76" name="Shape 1974"/>
          <p:cNvSpPr/>
          <p:nvPr/>
        </p:nvSpPr>
        <p:spPr>
          <a:xfrm flipV="1">
            <a:off x="2629662" y="5514940"/>
            <a:ext cx="27051" cy="23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77" name="Shape 1975"/>
          <p:cNvSpPr/>
          <p:nvPr/>
        </p:nvSpPr>
        <p:spPr>
          <a:xfrm flipV="1">
            <a:off x="2656713" y="5514870"/>
            <a:ext cx="27051" cy="70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78" name="Shape 1976"/>
          <p:cNvSpPr/>
          <p:nvPr/>
        </p:nvSpPr>
        <p:spPr>
          <a:xfrm flipV="1">
            <a:off x="2683764" y="5514706"/>
            <a:ext cx="27051" cy="164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79" name="Shape 1977"/>
          <p:cNvSpPr/>
          <p:nvPr/>
        </p:nvSpPr>
        <p:spPr>
          <a:xfrm flipV="1">
            <a:off x="2710815" y="5514332"/>
            <a:ext cx="27051" cy="374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80" name="Shape 1978"/>
          <p:cNvSpPr/>
          <p:nvPr/>
        </p:nvSpPr>
        <p:spPr>
          <a:xfrm flipV="1">
            <a:off x="2737866" y="5513572"/>
            <a:ext cx="27051" cy="760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81" name="Shape 1979"/>
          <p:cNvSpPr/>
          <p:nvPr/>
        </p:nvSpPr>
        <p:spPr>
          <a:xfrm flipV="1">
            <a:off x="2764917" y="5512169"/>
            <a:ext cx="27051" cy="1403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82" name="Shape 1980"/>
          <p:cNvSpPr/>
          <p:nvPr/>
        </p:nvSpPr>
        <p:spPr>
          <a:xfrm flipV="1">
            <a:off x="2791968" y="5509750"/>
            <a:ext cx="27051" cy="2420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83" name="Shape 1981"/>
          <p:cNvSpPr/>
          <p:nvPr/>
        </p:nvSpPr>
        <p:spPr>
          <a:xfrm flipV="1">
            <a:off x="2819019" y="5505997"/>
            <a:ext cx="27051" cy="375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84" name="Shape 1982"/>
          <p:cNvSpPr/>
          <p:nvPr/>
        </p:nvSpPr>
        <p:spPr>
          <a:xfrm flipV="1">
            <a:off x="2846070" y="5500632"/>
            <a:ext cx="27051" cy="536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85" name="Shape 1983"/>
          <p:cNvSpPr/>
          <p:nvPr/>
        </p:nvSpPr>
        <p:spPr>
          <a:xfrm flipV="1">
            <a:off x="2873121" y="5493618"/>
            <a:ext cx="27051" cy="7014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86" name="Shape 1984"/>
          <p:cNvSpPr/>
          <p:nvPr/>
        </p:nvSpPr>
        <p:spPr>
          <a:xfrm flipV="1">
            <a:off x="2900172" y="5485154"/>
            <a:ext cx="27051" cy="8463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87" name="Shape 1985"/>
          <p:cNvSpPr/>
          <p:nvPr/>
        </p:nvSpPr>
        <p:spPr>
          <a:xfrm flipV="1">
            <a:off x="2927223" y="5475604"/>
            <a:ext cx="27051" cy="9551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88" name="Shape 1986"/>
          <p:cNvSpPr/>
          <p:nvPr/>
        </p:nvSpPr>
        <p:spPr>
          <a:xfrm flipV="1">
            <a:off x="2954274" y="5465282"/>
            <a:ext cx="27051" cy="1032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89" name="Shape 1987"/>
          <p:cNvSpPr/>
          <p:nvPr/>
        </p:nvSpPr>
        <p:spPr>
          <a:xfrm flipV="1">
            <a:off x="2981325" y="5454364"/>
            <a:ext cx="27051" cy="1091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90" name="Shape 1988"/>
          <p:cNvSpPr/>
          <p:nvPr/>
        </p:nvSpPr>
        <p:spPr>
          <a:xfrm flipV="1">
            <a:off x="3008376" y="5442826"/>
            <a:ext cx="27051" cy="1153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91" name="Shape 1989"/>
          <p:cNvSpPr/>
          <p:nvPr/>
        </p:nvSpPr>
        <p:spPr>
          <a:xfrm flipV="1">
            <a:off x="3035427" y="5430785"/>
            <a:ext cx="27051" cy="12040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92" name="Shape 1990"/>
          <p:cNvSpPr/>
          <p:nvPr/>
        </p:nvSpPr>
        <p:spPr>
          <a:xfrm flipV="1">
            <a:off x="3062478" y="5418780"/>
            <a:ext cx="27051" cy="12005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93" name="Shape 1991"/>
          <p:cNvSpPr/>
          <p:nvPr/>
        </p:nvSpPr>
        <p:spPr>
          <a:xfrm flipV="1">
            <a:off x="3089529" y="5408014"/>
            <a:ext cx="27051" cy="1076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94" name="Shape 1992"/>
          <p:cNvSpPr/>
          <p:nvPr/>
        </p:nvSpPr>
        <p:spPr>
          <a:xfrm flipV="1">
            <a:off x="3116580" y="5400065"/>
            <a:ext cx="27051" cy="7949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95" name="Shape 1993"/>
          <p:cNvSpPr/>
          <p:nvPr/>
        </p:nvSpPr>
        <p:spPr>
          <a:xfrm flipV="1">
            <a:off x="3143631" y="5396300"/>
            <a:ext cx="27051" cy="3764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96" name="Shape 1994"/>
          <p:cNvSpPr/>
          <p:nvPr/>
        </p:nvSpPr>
        <p:spPr>
          <a:xfrm>
            <a:off x="3170682" y="5396300"/>
            <a:ext cx="27051" cy="994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97" name="Shape 1995"/>
          <p:cNvSpPr/>
          <p:nvPr/>
        </p:nvSpPr>
        <p:spPr>
          <a:xfrm>
            <a:off x="3197733" y="5397294"/>
            <a:ext cx="27051" cy="5319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98" name="Shape 1996"/>
          <p:cNvSpPr/>
          <p:nvPr/>
        </p:nvSpPr>
        <p:spPr>
          <a:xfrm>
            <a:off x="3224784" y="5402613"/>
            <a:ext cx="27051" cy="849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1999" name="Shape 1997"/>
          <p:cNvSpPr/>
          <p:nvPr/>
        </p:nvSpPr>
        <p:spPr>
          <a:xfrm>
            <a:off x="3251835" y="5411111"/>
            <a:ext cx="27051" cy="1053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000" name="Shape 1998"/>
          <p:cNvSpPr/>
          <p:nvPr/>
        </p:nvSpPr>
        <p:spPr>
          <a:xfrm>
            <a:off x="3278886" y="5421644"/>
            <a:ext cx="27051" cy="11959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001" name="Shape 1999"/>
          <p:cNvSpPr/>
          <p:nvPr/>
        </p:nvSpPr>
        <p:spPr>
          <a:xfrm>
            <a:off x="3305937" y="5433602"/>
            <a:ext cx="27051" cy="1340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002" name="Shape 2000"/>
          <p:cNvSpPr/>
          <p:nvPr/>
        </p:nvSpPr>
        <p:spPr>
          <a:xfrm>
            <a:off x="3332988" y="5447011"/>
            <a:ext cx="27051" cy="1512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003" name="Shape 2001"/>
          <p:cNvSpPr/>
          <p:nvPr/>
        </p:nvSpPr>
        <p:spPr>
          <a:xfrm>
            <a:off x="3360039" y="5462137"/>
            <a:ext cx="27051" cy="1682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004" name="Shape 2002"/>
          <p:cNvSpPr/>
          <p:nvPr/>
        </p:nvSpPr>
        <p:spPr>
          <a:xfrm>
            <a:off x="3387090" y="5478959"/>
            <a:ext cx="27051" cy="1782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005" name="Shape 2003"/>
          <p:cNvSpPr/>
          <p:nvPr/>
        </p:nvSpPr>
        <p:spPr>
          <a:xfrm>
            <a:off x="3414141" y="5496786"/>
            <a:ext cx="27051" cy="1740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006" name="Shape 2004"/>
          <p:cNvSpPr/>
          <p:nvPr/>
        </p:nvSpPr>
        <p:spPr>
          <a:xfrm>
            <a:off x="3441192" y="5514192"/>
            <a:ext cx="27051" cy="1519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007" name="Shape 2005"/>
          <p:cNvSpPr/>
          <p:nvPr/>
        </p:nvSpPr>
        <p:spPr>
          <a:xfrm>
            <a:off x="3468243" y="5529388"/>
            <a:ext cx="27051" cy="1136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008" name="Shape 2006"/>
          <p:cNvSpPr/>
          <p:nvPr/>
        </p:nvSpPr>
        <p:spPr>
          <a:xfrm>
            <a:off x="3495294" y="5540751"/>
            <a:ext cx="27051" cy="6535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009" name="Shape 2007"/>
          <p:cNvSpPr/>
          <p:nvPr/>
        </p:nvSpPr>
        <p:spPr>
          <a:xfrm>
            <a:off x="3522345" y="5547286"/>
            <a:ext cx="27051" cy="1625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010" name="Shape 2008"/>
          <p:cNvSpPr/>
          <p:nvPr/>
        </p:nvSpPr>
        <p:spPr>
          <a:xfrm flipV="1">
            <a:off x="3549396" y="5546444"/>
            <a:ext cx="27051" cy="246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011" name="Shape 2009"/>
          <p:cNvSpPr/>
          <p:nvPr/>
        </p:nvSpPr>
        <p:spPr>
          <a:xfrm flipV="1">
            <a:off x="3576447" y="5541300"/>
            <a:ext cx="27051" cy="5143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012" name="Shape 2010"/>
          <p:cNvSpPr/>
          <p:nvPr/>
        </p:nvSpPr>
        <p:spPr>
          <a:xfrm flipV="1">
            <a:off x="3603498" y="5535035"/>
            <a:ext cx="27051" cy="626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013" name="Shape 2011"/>
          <p:cNvSpPr/>
          <p:nvPr/>
        </p:nvSpPr>
        <p:spPr>
          <a:xfrm flipV="1">
            <a:off x="3630549" y="5528979"/>
            <a:ext cx="27051" cy="6055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014" name="Shape 2012"/>
          <p:cNvSpPr/>
          <p:nvPr/>
        </p:nvSpPr>
        <p:spPr>
          <a:xfrm>
            <a:off x="1010793" y="5464784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15" name="Shape 2013"/>
          <p:cNvSpPr/>
          <p:nvPr/>
        </p:nvSpPr>
        <p:spPr>
          <a:xfrm>
            <a:off x="1146048" y="5398328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16" name="Shape 2014"/>
          <p:cNvSpPr/>
          <p:nvPr/>
        </p:nvSpPr>
        <p:spPr>
          <a:xfrm>
            <a:off x="1281303" y="5402641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17" name="Shape 2015"/>
          <p:cNvSpPr/>
          <p:nvPr/>
        </p:nvSpPr>
        <p:spPr>
          <a:xfrm>
            <a:off x="1416558" y="5396025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18" name="Shape 2016"/>
          <p:cNvSpPr/>
          <p:nvPr/>
        </p:nvSpPr>
        <p:spPr>
          <a:xfrm>
            <a:off x="1551813" y="539787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19" name="Shape 2017"/>
          <p:cNvSpPr/>
          <p:nvPr/>
        </p:nvSpPr>
        <p:spPr>
          <a:xfrm>
            <a:off x="1687068" y="5397779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20" name="Shape 2018"/>
          <p:cNvSpPr/>
          <p:nvPr/>
        </p:nvSpPr>
        <p:spPr>
          <a:xfrm>
            <a:off x="1822323" y="553338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21" name="Shape 2019"/>
          <p:cNvSpPr/>
          <p:nvPr/>
        </p:nvSpPr>
        <p:spPr>
          <a:xfrm>
            <a:off x="1957578" y="5565877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22" name="Shape 2020"/>
          <p:cNvSpPr/>
          <p:nvPr/>
        </p:nvSpPr>
        <p:spPr>
          <a:xfrm>
            <a:off x="2092833" y="557054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23" name="Shape 2021"/>
          <p:cNvSpPr/>
          <p:nvPr/>
        </p:nvSpPr>
        <p:spPr>
          <a:xfrm>
            <a:off x="2985516" y="5430767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24" name="Shape 2022"/>
          <p:cNvSpPr/>
          <p:nvPr/>
        </p:nvSpPr>
        <p:spPr>
          <a:xfrm>
            <a:off x="3147822" y="537151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25" name="Shape 2023"/>
          <p:cNvSpPr/>
          <p:nvPr/>
        </p:nvSpPr>
        <p:spPr>
          <a:xfrm>
            <a:off x="3310128" y="5423157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26" name="Shape 2024"/>
          <p:cNvSpPr/>
          <p:nvPr/>
        </p:nvSpPr>
        <p:spPr>
          <a:xfrm>
            <a:off x="3499485" y="5525185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27" name="Text 2025"/>
          <p:cNvSpPr txBox="1"/>
          <p:nvPr/>
        </p:nvSpPr>
        <p:spPr>
          <a:xfrm>
            <a:off x="876300" y="5905500"/>
            <a:ext cx="2857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점만 닮았다고 봅니다 — 잡음을 따라 출렁입니다</a:t>
            </a:r>
            <a:endParaRPr lang="en-US" sz="750" dirty="0"/>
          </a:p>
        </p:txBody>
      </p:sp>
      <p:sp>
        <p:nvSpPr>
          <p:cNvPr id="2028" name="Text 2026"/>
          <p:cNvSpPr txBox="1"/>
          <p:nvPr/>
        </p:nvSpPr>
        <p:spPr>
          <a:xfrm>
            <a:off x="4019550" y="4991100"/>
            <a:ext cx="2857500" cy="13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ℓ = 3 (길게)</a:t>
            </a:r>
            <a:endParaRPr lang="en-US" sz="863" dirty="0"/>
          </a:p>
        </p:txBody>
      </p:sp>
      <p:sp>
        <p:nvSpPr>
          <p:cNvPr id="2029" name="Shape 2027"/>
          <p:cNvSpPr/>
          <p:nvPr/>
        </p:nvSpPr>
        <p:spPr>
          <a:xfrm>
            <a:off x="4019550" y="5162550"/>
            <a:ext cx="2857500" cy="704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9"/>
            </a:solidFill>
            <a:prstDash val="solid"/>
          </a:ln>
        </p:spPr>
      </p:sp>
      <p:sp>
        <p:nvSpPr>
          <p:cNvPr id="2030" name="Shape 2028"/>
          <p:cNvSpPr/>
          <p:nvPr/>
        </p:nvSpPr>
        <p:spPr>
          <a:xfrm>
            <a:off x="4095750" y="5514975"/>
            <a:ext cx="2705100" cy="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2031" name="Shape 2029"/>
          <p:cNvSpPr/>
          <p:nvPr/>
        </p:nvSpPr>
        <p:spPr>
          <a:xfrm flipV="1">
            <a:off x="4095750" y="5494389"/>
            <a:ext cx="27051" cy="2058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32" name="Shape 2030"/>
          <p:cNvSpPr/>
          <p:nvPr/>
        </p:nvSpPr>
        <p:spPr>
          <a:xfrm flipV="1">
            <a:off x="4122801" y="5474774"/>
            <a:ext cx="27051" cy="1961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33" name="Shape 2031"/>
          <p:cNvSpPr/>
          <p:nvPr/>
        </p:nvSpPr>
        <p:spPr>
          <a:xfrm flipV="1">
            <a:off x="4149852" y="5457005"/>
            <a:ext cx="27051" cy="1776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34" name="Shape 2032"/>
          <p:cNvSpPr/>
          <p:nvPr/>
        </p:nvSpPr>
        <p:spPr>
          <a:xfrm flipV="1">
            <a:off x="4176903" y="5441809"/>
            <a:ext cx="27051" cy="151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35" name="Shape 2033"/>
          <p:cNvSpPr/>
          <p:nvPr/>
        </p:nvSpPr>
        <p:spPr>
          <a:xfrm flipV="1">
            <a:off x="4203954" y="5429710"/>
            <a:ext cx="27051" cy="1209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36" name="Shape 2034"/>
          <p:cNvSpPr/>
          <p:nvPr/>
        </p:nvSpPr>
        <p:spPr>
          <a:xfrm flipV="1">
            <a:off x="4231005" y="5420954"/>
            <a:ext cx="27051" cy="87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37" name="Shape 2035"/>
          <p:cNvSpPr/>
          <p:nvPr/>
        </p:nvSpPr>
        <p:spPr>
          <a:xfrm flipV="1">
            <a:off x="4258056" y="5415530"/>
            <a:ext cx="27051" cy="542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38" name="Shape 2036"/>
          <p:cNvSpPr/>
          <p:nvPr/>
        </p:nvSpPr>
        <p:spPr>
          <a:xfrm flipV="1">
            <a:off x="4285107" y="5413169"/>
            <a:ext cx="27051" cy="236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39" name="Shape 2037"/>
          <p:cNvSpPr/>
          <p:nvPr/>
        </p:nvSpPr>
        <p:spPr>
          <a:xfrm>
            <a:off x="4312158" y="5413169"/>
            <a:ext cx="27051" cy="17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40" name="Shape 2038"/>
          <p:cNvSpPr/>
          <p:nvPr/>
        </p:nvSpPr>
        <p:spPr>
          <a:xfrm>
            <a:off x="4339209" y="5413344"/>
            <a:ext cx="27051" cy="204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41" name="Shape 2039"/>
          <p:cNvSpPr/>
          <p:nvPr/>
        </p:nvSpPr>
        <p:spPr>
          <a:xfrm>
            <a:off x="4366260" y="5415390"/>
            <a:ext cx="27051" cy="31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42" name="Shape 2040"/>
          <p:cNvSpPr/>
          <p:nvPr/>
        </p:nvSpPr>
        <p:spPr>
          <a:xfrm>
            <a:off x="4393311" y="5418546"/>
            <a:ext cx="27051" cy="34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43" name="Shape 2041"/>
          <p:cNvSpPr/>
          <p:nvPr/>
        </p:nvSpPr>
        <p:spPr>
          <a:xfrm>
            <a:off x="4420362" y="5421995"/>
            <a:ext cx="27051" cy="302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44" name="Shape 2042"/>
          <p:cNvSpPr/>
          <p:nvPr/>
        </p:nvSpPr>
        <p:spPr>
          <a:xfrm>
            <a:off x="4447413" y="5425022"/>
            <a:ext cx="27051" cy="19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45" name="Shape 2043"/>
          <p:cNvSpPr/>
          <p:nvPr/>
        </p:nvSpPr>
        <p:spPr>
          <a:xfrm>
            <a:off x="4474464" y="5426998"/>
            <a:ext cx="27051" cy="53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46" name="Shape 2044"/>
          <p:cNvSpPr/>
          <p:nvPr/>
        </p:nvSpPr>
        <p:spPr>
          <a:xfrm flipV="1">
            <a:off x="4501515" y="5426460"/>
            <a:ext cx="27051" cy="107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47" name="Shape 2045"/>
          <p:cNvSpPr/>
          <p:nvPr/>
        </p:nvSpPr>
        <p:spPr>
          <a:xfrm flipV="1">
            <a:off x="4528566" y="5423853"/>
            <a:ext cx="27051" cy="260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48" name="Shape 2046"/>
          <p:cNvSpPr/>
          <p:nvPr/>
        </p:nvSpPr>
        <p:spPr>
          <a:xfrm flipV="1">
            <a:off x="4555617" y="5420031"/>
            <a:ext cx="27051" cy="382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49" name="Shape 2047"/>
          <p:cNvSpPr/>
          <p:nvPr/>
        </p:nvSpPr>
        <p:spPr>
          <a:xfrm flipV="1">
            <a:off x="4582668" y="5415553"/>
            <a:ext cx="27051" cy="447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50" name="Shape 2048"/>
          <p:cNvSpPr/>
          <p:nvPr/>
        </p:nvSpPr>
        <p:spPr>
          <a:xfrm flipV="1">
            <a:off x="4609719" y="5411111"/>
            <a:ext cx="27051" cy="444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51" name="Shape 2049"/>
          <p:cNvSpPr/>
          <p:nvPr/>
        </p:nvSpPr>
        <p:spPr>
          <a:xfrm flipV="1">
            <a:off x="4636770" y="5407499"/>
            <a:ext cx="27051" cy="361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52" name="Shape 2050"/>
          <p:cNvSpPr/>
          <p:nvPr/>
        </p:nvSpPr>
        <p:spPr>
          <a:xfrm flipV="1">
            <a:off x="4663821" y="5405524"/>
            <a:ext cx="27051" cy="19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53" name="Shape 2051"/>
          <p:cNvSpPr/>
          <p:nvPr/>
        </p:nvSpPr>
        <p:spPr>
          <a:xfrm>
            <a:off x="4690872" y="5405524"/>
            <a:ext cx="27051" cy="38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54" name="Shape 2052"/>
          <p:cNvSpPr/>
          <p:nvPr/>
        </p:nvSpPr>
        <p:spPr>
          <a:xfrm>
            <a:off x="4717923" y="5405909"/>
            <a:ext cx="27051" cy="335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55" name="Shape 2053"/>
          <p:cNvSpPr/>
          <p:nvPr/>
        </p:nvSpPr>
        <p:spPr>
          <a:xfrm>
            <a:off x="4744974" y="5409264"/>
            <a:ext cx="27051" cy="668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56" name="Shape 2054"/>
          <p:cNvSpPr/>
          <p:nvPr/>
        </p:nvSpPr>
        <p:spPr>
          <a:xfrm>
            <a:off x="4772025" y="5415951"/>
            <a:ext cx="27051" cy="1015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57" name="Shape 2055"/>
          <p:cNvSpPr/>
          <p:nvPr/>
        </p:nvSpPr>
        <p:spPr>
          <a:xfrm>
            <a:off x="4799076" y="5426109"/>
            <a:ext cx="27051" cy="1349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58" name="Shape 2056"/>
          <p:cNvSpPr/>
          <p:nvPr/>
        </p:nvSpPr>
        <p:spPr>
          <a:xfrm>
            <a:off x="4826127" y="5439599"/>
            <a:ext cx="27051" cy="1641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59" name="Shape 2057"/>
          <p:cNvSpPr/>
          <p:nvPr/>
        </p:nvSpPr>
        <p:spPr>
          <a:xfrm>
            <a:off x="4853178" y="5456012"/>
            <a:ext cx="27051" cy="1868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60" name="Shape 2058"/>
          <p:cNvSpPr/>
          <p:nvPr/>
        </p:nvSpPr>
        <p:spPr>
          <a:xfrm>
            <a:off x="4880229" y="5474692"/>
            <a:ext cx="27051" cy="2015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61" name="Shape 2059"/>
          <p:cNvSpPr/>
          <p:nvPr/>
        </p:nvSpPr>
        <p:spPr>
          <a:xfrm>
            <a:off x="4907280" y="5494845"/>
            <a:ext cx="27051" cy="206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62" name="Shape 2060"/>
          <p:cNvSpPr/>
          <p:nvPr/>
        </p:nvSpPr>
        <p:spPr>
          <a:xfrm>
            <a:off x="4934331" y="5515501"/>
            <a:ext cx="27051" cy="2018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63" name="Shape 2061"/>
          <p:cNvSpPr/>
          <p:nvPr/>
        </p:nvSpPr>
        <p:spPr>
          <a:xfrm>
            <a:off x="4961382" y="5535689"/>
            <a:ext cx="27051" cy="1879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64" name="Shape 2062"/>
          <p:cNvSpPr/>
          <p:nvPr/>
        </p:nvSpPr>
        <p:spPr>
          <a:xfrm>
            <a:off x="4988433" y="5554486"/>
            <a:ext cx="27051" cy="1659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65" name="Shape 2063"/>
          <p:cNvSpPr/>
          <p:nvPr/>
        </p:nvSpPr>
        <p:spPr>
          <a:xfrm>
            <a:off x="5015484" y="5571086"/>
            <a:ext cx="27051" cy="1380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66" name="Shape 2064"/>
          <p:cNvSpPr/>
          <p:nvPr/>
        </p:nvSpPr>
        <p:spPr>
          <a:xfrm>
            <a:off x="5042535" y="5584892"/>
            <a:ext cx="27051" cy="1063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67" name="Shape 2065"/>
          <p:cNvSpPr/>
          <p:nvPr/>
        </p:nvSpPr>
        <p:spPr>
          <a:xfrm>
            <a:off x="5069586" y="5595529"/>
            <a:ext cx="27051" cy="73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68" name="Shape 2066"/>
          <p:cNvSpPr/>
          <p:nvPr/>
        </p:nvSpPr>
        <p:spPr>
          <a:xfrm>
            <a:off x="5096637" y="5602905"/>
            <a:ext cx="27051" cy="427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69" name="Shape 2067"/>
          <p:cNvSpPr/>
          <p:nvPr/>
        </p:nvSpPr>
        <p:spPr>
          <a:xfrm>
            <a:off x="5123688" y="5607184"/>
            <a:ext cx="27051" cy="159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70" name="Shape 2068"/>
          <p:cNvSpPr/>
          <p:nvPr/>
        </p:nvSpPr>
        <p:spPr>
          <a:xfrm flipV="1">
            <a:off x="5150739" y="5608283"/>
            <a:ext cx="27051" cy="49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71" name="Shape 2069"/>
          <p:cNvSpPr/>
          <p:nvPr/>
        </p:nvSpPr>
        <p:spPr>
          <a:xfrm flipV="1">
            <a:off x="5177790" y="5606447"/>
            <a:ext cx="27051" cy="183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72" name="Shape 2070"/>
          <p:cNvSpPr/>
          <p:nvPr/>
        </p:nvSpPr>
        <p:spPr>
          <a:xfrm flipV="1">
            <a:off x="5204841" y="5604051"/>
            <a:ext cx="27051" cy="239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73" name="Shape 2071"/>
          <p:cNvSpPr/>
          <p:nvPr/>
        </p:nvSpPr>
        <p:spPr>
          <a:xfrm flipV="1">
            <a:off x="5231892" y="5601865"/>
            <a:ext cx="27051" cy="218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74" name="Shape 2072"/>
          <p:cNvSpPr/>
          <p:nvPr/>
        </p:nvSpPr>
        <p:spPr>
          <a:xfrm flipV="1">
            <a:off x="5258943" y="5600532"/>
            <a:ext cx="27051" cy="133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75" name="Shape 2073"/>
          <p:cNvSpPr/>
          <p:nvPr/>
        </p:nvSpPr>
        <p:spPr>
          <a:xfrm>
            <a:off x="5285994" y="5600532"/>
            <a:ext cx="27051" cy="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76" name="Shape 2074"/>
          <p:cNvSpPr/>
          <p:nvPr/>
        </p:nvSpPr>
        <p:spPr>
          <a:xfrm>
            <a:off x="5313045" y="5600532"/>
            <a:ext cx="27051" cy="160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77" name="Shape 2075"/>
          <p:cNvSpPr/>
          <p:nvPr/>
        </p:nvSpPr>
        <p:spPr>
          <a:xfrm>
            <a:off x="5340096" y="5602134"/>
            <a:ext cx="27051" cy="320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78" name="Shape 2076"/>
          <p:cNvSpPr/>
          <p:nvPr/>
        </p:nvSpPr>
        <p:spPr>
          <a:xfrm>
            <a:off x="5367147" y="5605337"/>
            <a:ext cx="27051" cy="455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79" name="Shape 2077"/>
          <p:cNvSpPr/>
          <p:nvPr/>
        </p:nvSpPr>
        <p:spPr>
          <a:xfrm>
            <a:off x="5394198" y="5609896"/>
            <a:ext cx="27051" cy="545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80" name="Shape 2078"/>
          <p:cNvSpPr/>
          <p:nvPr/>
        </p:nvSpPr>
        <p:spPr>
          <a:xfrm>
            <a:off x="5421249" y="5615355"/>
            <a:ext cx="27051" cy="568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81" name="Shape 2079"/>
          <p:cNvSpPr/>
          <p:nvPr/>
        </p:nvSpPr>
        <p:spPr>
          <a:xfrm>
            <a:off x="5448300" y="5621036"/>
            <a:ext cx="27051" cy="514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82" name="Shape 2080"/>
          <p:cNvSpPr/>
          <p:nvPr/>
        </p:nvSpPr>
        <p:spPr>
          <a:xfrm>
            <a:off x="5475351" y="5626180"/>
            <a:ext cx="27051" cy="37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83" name="Shape 2081"/>
          <p:cNvSpPr/>
          <p:nvPr/>
        </p:nvSpPr>
        <p:spPr>
          <a:xfrm>
            <a:off x="5502402" y="5629956"/>
            <a:ext cx="27051" cy="162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84" name="Shape 2082"/>
          <p:cNvSpPr/>
          <p:nvPr/>
        </p:nvSpPr>
        <p:spPr>
          <a:xfrm flipV="1">
            <a:off x="5529453" y="5630400"/>
            <a:ext cx="27051" cy="118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85" name="Shape 2083"/>
          <p:cNvSpPr/>
          <p:nvPr/>
        </p:nvSpPr>
        <p:spPr>
          <a:xfrm flipV="1">
            <a:off x="5556504" y="5625911"/>
            <a:ext cx="27051" cy="448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86" name="Shape 2084"/>
          <p:cNvSpPr/>
          <p:nvPr/>
        </p:nvSpPr>
        <p:spPr>
          <a:xfrm flipV="1">
            <a:off x="5583555" y="5617892"/>
            <a:ext cx="27051" cy="80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87" name="Shape 2085"/>
          <p:cNvSpPr/>
          <p:nvPr/>
        </p:nvSpPr>
        <p:spPr>
          <a:xfrm flipV="1">
            <a:off x="5610606" y="5606366"/>
            <a:ext cx="27051" cy="1152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88" name="Shape 2086"/>
          <p:cNvSpPr/>
          <p:nvPr/>
        </p:nvSpPr>
        <p:spPr>
          <a:xfrm flipV="1">
            <a:off x="5637657" y="5591613"/>
            <a:ext cx="27051" cy="1475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89" name="Shape 2087"/>
          <p:cNvSpPr/>
          <p:nvPr/>
        </p:nvSpPr>
        <p:spPr>
          <a:xfrm flipV="1">
            <a:off x="5664708" y="5574195"/>
            <a:ext cx="27051" cy="1741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90" name="Shape 2088"/>
          <p:cNvSpPr/>
          <p:nvPr/>
        </p:nvSpPr>
        <p:spPr>
          <a:xfrm flipV="1">
            <a:off x="5691759" y="5554861"/>
            <a:ext cx="27051" cy="1933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91" name="Shape 2089"/>
          <p:cNvSpPr/>
          <p:nvPr/>
        </p:nvSpPr>
        <p:spPr>
          <a:xfrm flipV="1">
            <a:off x="5718810" y="5534509"/>
            <a:ext cx="27051" cy="2035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92" name="Shape 2090"/>
          <p:cNvSpPr/>
          <p:nvPr/>
        </p:nvSpPr>
        <p:spPr>
          <a:xfrm flipV="1">
            <a:off x="5745861" y="5514110"/>
            <a:ext cx="27051" cy="2039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93" name="Shape 2091"/>
          <p:cNvSpPr/>
          <p:nvPr/>
        </p:nvSpPr>
        <p:spPr>
          <a:xfrm flipV="1">
            <a:off x="5772912" y="5494623"/>
            <a:ext cx="27051" cy="1948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94" name="Shape 2092"/>
          <p:cNvSpPr/>
          <p:nvPr/>
        </p:nvSpPr>
        <p:spPr>
          <a:xfrm flipV="1">
            <a:off x="5799963" y="5476913"/>
            <a:ext cx="27051" cy="177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95" name="Shape 2093"/>
          <p:cNvSpPr/>
          <p:nvPr/>
        </p:nvSpPr>
        <p:spPr>
          <a:xfrm flipV="1">
            <a:off x="5827014" y="5461670"/>
            <a:ext cx="27051" cy="1524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96" name="Shape 2094"/>
          <p:cNvSpPr/>
          <p:nvPr/>
        </p:nvSpPr>
        <p:spPr>
          <a:xfrm flipV="1">
            <a:off x="5854065" y="5449360"/>
            <a:ext cx="27051" cy="1230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97" name="Shape 2095"/>
          <p:cNvSpPr/>
          <p:nvPr/>
        </p:nvSpPr>
        <p:spPr>
          <a:xfrm flipV="1">
            <a:off x="5881116" y="5440196"/>
            <a:ext cx="27051" cy="916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98" name="Shape 2096"/>
          <p:cNvSpPr/>
          <p:nvPr/>
        </p:nvSpPr>
        <p:spPr>
          <a:xfrm flipV="1">
            <a:off x="5908167" y="5434117"/>
            <a:ext cx="27051" cy="607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99" name="Shape 2097"/>
          <p:cNvSpPr/>
          <p:nvPr/>
        </p:nvSpPr>
        <p:spPr>
          <a:xfrm flipV="1">
            <a:off x="5935218" y="5430832"/>
            <a:ext cx="27051" cy="328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00" name="Shape 2098"/>
          <p:cNvSpPr/>
          <p:nvPr/>
        </p:nvSpPr>
        <p:spPr>
          <a:xfrm flipV="1">
            <a:off x="5962269" y="5429792"/>
            <a:ext cx="27051" cy="104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01" name="Shape 2099"/>
          <p:cNvSpPr/>
          <p:nvPr/>
        </p:nvSpPr>
        <p:spPr>
          <a:xfrm>
            <a:off x="5989320" y="5429792"/>
            <a:ext cx="27051" cy="51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02" name="Shape 2100"/>
          <p:cNvSpPr/>
          <p:nvPr/>
        </p:nvSpPr>
        <p:spPr>
          <a:xfrm>
            <a:off x="6016371" y="5430306"/>
            <a:ext cx="27051" cy="133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03" name="Shape 2101"/>
          <p:cNvSpPr/>
          <p:nvPr/>
        </p:nvSpPr>
        <p:spPr>
          <a:xfrm>
            <a:off x="6043422" y="5431639"/>
            <a:ext cx="27051" cy="134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04" name="Shape 2102"/>
          <p:cNvSpPr/>
          <p:nvPr/>
        </p:nvSpPr>
        <p:spPr>
          <a:xfrm>
            <a:off x="6070473" y="5432983"/>
            <a:ext cx="27051" cy="69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05" name="Shape 2103"/>
          <p:cNvSpPr/>
          <p:nvPr/>
        </p:nvSpPr>
        <p:spPr>
          <a:xfrm flipV="1">
            <a:off x="6097524" y="5433135"/>
            <a:ext cx="27051" cy="53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06" name="Shape 2104"/>
          <p:cNvSpPr/>
          <p:nvPr/>
        </p:nvSpPr>
        <p:spPr>
          <a:xfrm flipV="1">
            <a:off x="6124575" y="5431054"/>
            <a:ext cx="27051" cy="208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07" name="Shape 2105"/>
          <p:cNvSpPr/>
          <p:nvPr/>
        </p:nvSpPr>
        <p:spPr>
          <a:xfrm flipV="1">
            <a:off x="6151626" y="5427313"/>
            <a:ext cx="27051" cy="374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08" name="Shape 2106"/>
          <p:cNvSpPr/>
          <p:nvPr/>
        </p:nvSpPr>
        <p:spPr>
          <a:xfrm flipV="1">
            <a:off x="6178677" y="5422065"/>
            <a:ext cx="27051" cy="52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09" name="Shape 2107"/>
          <p:cNvSpPr/>
          <p:nvPr/>
        </p:nvSpPr>
        <p:spPr>
          <a:xfrm flipV="1">
            <a:off x="6205728" y="5415717"/>
            <a:ext cx="27051" cy="63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10" name="Shape 2108"/>
          <p:cNvSpPr/>
          <p:nvPr/>
        </p:nvSpPr>
        <p:spPr>
          <a:xfrm flipV="1">
            <a:off x="6232779" y="5408867"/>
            <a:ext cx="27051" cy="685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11" name="Shape 2109"/>
          <p:cNvSpPr/>
          <p:nvPr/>
        </p:nvSpPr>
        <p:spPr>
          <a:xfrm flipV="1">
            <a:off x="6259830" y="5402262"/>
            <a:ext cx="27051" cy="660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12" name="Shape 2110"/>
          <p:cNvSpPr/>
          <p:nvPr/>
        </p:nvSpPr>
        <p:spPr>
          <a:xfrm flipV="1">
            <a:off x="6286881" y="5396721"/>
            <a:ext cx="27051" cy="554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13" name="Shape 2111"/>
          <p:cNvSpPr/>
          <p:nvPr/>
        </p:nvSpPr>
        <p:spPr>
          <a:xfrm flipV="1">
            <a:off x="6313932" y="5393074"/>
            <a:ext cx="27051" cy="364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14" name="Shape 2112"/>
          <p:cNvSpPr/>
          <p:nvPr/>
        </p:nvSpPr>
        <p:spPr>
          <a:xfrm flipV="1">
            <a:off x="6340983" y="5392045"/>
            <a:ext cx="27051" cy="102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15" name="Shape 2113"/>
          <p:cNvSpPr/>
          <p:nvPr/>
        </p:nvSpPr>
        <p:spPr>
          <a:xfrm>
            <a:off x="6368034" y="5392045"/>
            <a:ext cx="27051" cy="21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16" name="Shape 2114"/>
          <p:cNvSpPr/>
          <p:nvPr/>
        </p:nvSpPr>
        <p:spPr>
          <a:xfrm>
            <a:off x="6395085" y="5394220"/>
            <a:ext cx="27051" cy="570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17" name="Shape 2115"/>
          <p:cNvSpPr/>
          <p:nvPr/>
        </p:nvSpPr>
        <p:spPr>
          <a:xfrm>
            <a:off x="6422136" y="5399924"/>
            <a:ext cx="27051" cy="936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18" name="Shape 2116"/>
          <p:cNvSpPr/>
          <p:nvPr/>
        </p:nvSpPr>
        <p:spPr>
          <a:xfrm>
            <a:off x="6449187" y="5409288"/>
            <a:ext cx="27051" cy="1281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19" name="Shape 2117"/>
          <p:cNvSpPr/>
          <p:nvPr/>
        </p:nvSpPr>
        <p:spPr>
          <a:xfrm>
            <a:off x="6476238" y="5422100"/>
            <a:ext cx="27051" cy="1582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20" name="Shape 2118"/>
          <p:cNvSpPr/>
          <p:nvPr/>
        </p:nvSpPr>
        <p:spPr>
          <a:xfrm>
            <a:off x="6503289" y="5437928"/>
            <a:ext cx="27051" cy="1818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21" name="Shape 2119"/>
          <p:cNvSpPr/>
          <p:nvPr/>
        </p:nvSpPr>
        <p:spPr>
          <a:xfrm>
            <a:off x="6530340" y="5456117"/>
            <a:ext cx="27051" cy="196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22" name="Shape 2120"/>
          <p:cNvSpPr/>
          <p:nvPr/>
        </p:nvSpPr>
        <p:spPr>
          <a:xfrm>
            <a:off x="6557391" y="5475791"/>
            <a:ext cx="27051" cy="2023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23" name="Shape 2121"/>
          <p:cNvSpPr/>
          <p:nvPr/>
        </p:nvSpPr>
        <p:spPr>
          <a:xfrm>
            <a:off x="6584442" y="5496026"/>
            <a:ext cx="27051" cy="1981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24" name="Shape 2122"/>
          <p:cNvSpPr/>
          <p:nvPr/>
        </p:nvSpPr>
        <p:spPr>
          <a:xfrm>
            <a:off x="6611493" y="5515840"/>
            <a:ext cx="27051" cy="1849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25" name="Shape 2123"/>
          <p:cNvSpPr/>
          <p:nvPr/>
        </p:nvSpPr>
        <p:spPr>
          <a:xfrm>
            <a:off x="6638544" y="5534333"/>
            <a:ext cx="27051" cy="1640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26" name="Shape 2124"/>
          <p:cNvSpPr/>
          <p:nvPr/>
        </p:nvSpPr>
        <p:spPr>
          <a:xfrm>
            <a:off x="6665595" y="5550734"/>
            <a:ext cx="27051" cy="1373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27" name="Shape 2125"/>
          <p:cNvSpPr/>
          <p:nvPr/>
        </p:nvSpPr>
        <p:spPr>
          <a:xfrm>
            <a:off x="6692646" y="5564469"/>
            <a:ext cx="27051" cy="1076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28" name="Shape 2126"/>
          <p:cNvSpPr/>
          <p:nvPr/>
        </p:nvSpPr>
        <p:spPr>
          <a:xfrm>
            <a:off x="6719697" y="5575236"/>
            <a:ext cx="27051" cy="772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29" name="Shape 2127"/>
          <p:cNvSpPr/>
          <p:nvPr/>
        </p:nvSpPr>
        <p:spPr>
          <a:xfrm>
            <a:off x="6746748" y="5582963"/>
            <a:ext cx="27051" cy="489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30" name="Shape 2128"/>
          <p:cNvSpPr/>
          <p:nvPr/>
        </p:nvSpPr>
        <p:spPr>
          <a:xfrm>
            <a:off x="6773799" y="5587861"/>
            <a:ext cx="27051" cy="251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31" name="Shape 2129"/>
          <p:cNvSpPr/>
          <p:nvPr/>
        </p:nvSpPr>
        <p:spPr>
          <a:xfrm flipV="1">
            <a:off x="4095750" y="5479836"/>
            <a:ext cx="27051" cy="862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32" name="Shape 2130"/>
          <p:cNvSpPr/>
          <p:nvPr/>
        </p:nvSpPr>
        <p:spPr>
          <a:xfrm flipV="1">
            <a:off x="4122801" y="5471571"/>
            <a:ext cx="27051" cy="8265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33" name="Shape 2131"/>
          <p:cNvSpPr/>
          <p:nvPr/>
        </p:nvSpPr>
        <p:spPr>
          <a:xfrm flipV="1">
            <a:off x="4149852" y="5463715"/>
            <a:ext cx="27051" cy="785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34" name="Shape 2132"/>
          <p:cNvSpPr/>
          <p:nvPr/>
        </p:nvSpPr>
        <p:spPr>
          <a:xfrm flipV="1">
            <a:off x="4176903" y="5456327"/>
            <a:ext cx="27051" cy="738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35" name="Shape 2133"/>
          <p:cNvSpPr/>
          <p:nvPr/>
        </p:nvSpPr>
        <p:spPr>
          <a:xfrm flipV="1">
            <a:off x="4203954" y="5449442"/>
            <a:ext cx="27051" cy="6885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36" name="Shape 2134"/>
          <p:cNvSpPr/>
          <p:nvPr/>
        </p:nvSpPr>
        <p:spPr>
          <a:xfrm flipV="1">
            <a:off x="4231005" y="5443106"/>
            <a:ext cx="27051" cy="633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37" name="Shape 2135"/>
          <p:cNvSpPr/>
          <p:nvPr/>
        </p:nvSpPr>
        <p:spPr>
          <a:xfrm flipV="1">
            <a:off x="4258056" y="5437378"/>
            <a:ext cx="27051" cy="572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38" name="Shape 2136"/>
          <p:cNvSpPr/>
          <p:nvPr/>
        </p:nvSpPr>
        <p:spPr>
          <a:xfrm flipV="1">
            <a:off x="4285107" y="5432282"/>
            <a:ext cx="27051" cy="509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39" name="Shape 2137"/>
          <p:cNvSpPr/>
          <p:nvPr/>
        </p:nvSpPr>
        <p:spPr>
          <a:xfrm flipV="1">
            <a:off x="4312158" y="5427851"/>
            <a:ext cx="27051" cy="4430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40" name="Shape 2138"/>
          <p:cNvSpPr/>
          <p:nvPr/>
        </p:nvSpPr>
        <p:spPr>
          <a:xfrm flipV="1">
            <a:off x="4339209" y="5424122"/>
            <a:ext cx="27051" cy="3729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41" name="Shape 2139"/>
          <p:cNvSpPr/>
          <p:nvPr/>
        </p:nvSpPr>
        <p:spPr>
          <a:xfrm flipV="1">
            <a:off x="4366260" y="5421118"/>
            <a:ext cx="27051" cy="3004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42" name="Shape 2140"/>
          <p:cNvSpPr/>
          <p:nvPr/>
        </p:nvSpPr>
        <p:spPr>
          <a:xfrm flipV="1">
            <a:off x="4393311" y="5418862"/>
            <a:ext cx="27051" cy="225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43" name="Shape 2141"/>
          <p:cNvSpPr/>
          <p:nvPr/>
        </p:nvSpPr>
        <p:spPr>
          <a:xfrm flipV="1">
            <a:off x="4420362" y="5417365"/>
            <a:ext cx="27051" cy="149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44" name="Shape 2142"/>
          <p:cNvSpPr/>
          <p:nvPr/>
        </p:nvSpPr>
        <p:spPr>
          <a:xfrm flipV="1">
            <a:off x="4447413" y="5416641"/>
            <a:ext cx="27051" cy="725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45" name="Shape 2143"/>
          <p:cNvSpPr/>
          <p:nvPr/>
        </p:nvSpPr>
        <p:spPr>
          <a:xfrm>
            <a:off x="4474464" y="5416641"/>
            <a:ext cx="27051" cy="4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46" name="Shape 2144"/>
          <p:cNvSpPr/>
          <p:nvPr/>
        </p:nvSpPr>
        <p:spPr>
          <a:xfrm>
            <a:off x="4501515" y="5416687"/>
            <a:ext cx="27051" cy="81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47" name="Shape 2145"/>
          <p:cNvSpPr/>
          <p:nvPr/>
        </p:nvSpPr>
        <p:spPr>
          <a:xfrm>
            <a:off x="4528566" y="5417506"/>
            <a:ext cx="27051" cy="157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48" name="Shape 2146"/>
          <p:cNvSpPr/>
          <p:nvPr/>
        </p:nvSpPr>
        <p:spPr>
          <a:xfrm>
            <a:off x="4555617" y="5419084"/>
            <a:ext cx="27051" cy="232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49" name="Shape 2147"/>
          <p:cNvSpPr/>
          <p:nvPr/>
        </p:nvSpPr>
        <p:spPr>
          <a:xfrm>
            <a:off x="4582668" y="5421410"/>
            <a:ext cx="27051" cy="3051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50" name="Shape 2148"/>
          <p:cNvSpPr/>
          <p:nvPr/>
        </p:nvSpPr>
        <p:spPr>
          <a:xfrm>
            <a:off x="4609719" y="5424461"/>
            <a:ext cx="27051" cy="375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51" name="Shape 2149"/>
          <p:cNvSpPr/>
          <p:nvPr/>
        </p:nvSpPr>
        <p:spPr>
          <a:xfrm>
            <a:off x="4636770" y="5428214"/>
            <a:ext cx="27051" cy="4430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52" name="Shape 2150"/>
          <p:cNvSpPr/>
          <p:nvPr/>
        </p:nvSpPr>
        <p:spPr>
          <a:xfrm>
            <a:off x="4663821" y="5432644"/>
            <a:ext cx="27051" cy="506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53" name="Shape 2151"/>
          <p:cNvSpPr/>
          <p:nvPr/>
        </p:nvSpPr>
        <p:spPr>
          <a:xfrm>
            <a:off x="4690872" y="5437706"/>
            <a:ext cx="27051" cy="564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54" name="Shape 2152"/>
          <p:cNvSpPr/>
          <p:nvPr/>
        </p:nvSpPr>
        <p:spPr>
          <a:xfrm>
            <a:off x="4717923" y="5443352"/>
            <a:ext cx="27051" cy="6184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55" name="Shape 2153"/>
          <p:cNvSpPr/>
          <p:nvPr/>
        </p:nvSpPr>
        <p:spPr>
          <a:xfrm>
            <a:off x="4744974" y="5449536"/>
            <a:ext cx="27051" cy="668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56" name="Shape 2154"/>
          <p:cNvSpPr/>
          <p:nvPr/>
        </p:nvSpPr>
        <p:spPr>
          <a:xfrm>
            <a:off x="4772025" y="5456222"/>
            <a:ext cx="27051" cy="710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57" name="Shape 2155"/>
          <p:cNvSpPr/>
          <p:nvPr/>
        </p:nvSpPr>
        <p:spPr>
          <a:xfrm>
            <a:off x="4799076" y="5463330"/>
            <a:ext cx="27051" cy="7493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58" name="Shape 2156"/>
          <p:cNvSpPr/>
          <p:nvPr/>
        </p:nvSpPr>
        <p:spPr>
          <a:xfrm>
            <a:off x="4826127" y="5470823"/>
            <a:ext cx="27051" cy="779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59" name="Shape 2157"/>
          <p:cNvSpPr/>
          <p:nvPr/>
        </p:nvSpPr>
        <p:spPr>
          <a:xfrm>
            <a:off x="4853178" y="5478620"/>
            <a:ext cx="27051" cy="8043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60" name="Shape 2158"/>
          <p:cNvSpPr/>
          <p:nvPr/>
        </p:nvSpPr>
        <p:spPr>
          <a:xfrm>
            <a:off x="4880229" y="5486662"/>
            <a:ext cx="27051" cy="821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61" name="Shape 2159"/>
          <p:cNvSpPr/>
          <p:nvPr/>
        </p:nvSpPr>
        <p:spPr>
          <a:xfrm>
            <a:off x="4907280" y="5494880"/>
            <a:ext cx="27051" cy="8323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62" name="Shape 2160"/>
          <p:cNvSpPr/>
          <p:nvPr/>
        </p:nvSpPr>
        <p:spPr>
          <a:xfrm>
            <a:off x="4934331" y="5503203"/>
            <a:ext cx="27051" cy="835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63" name="Shape 2161"/>
          <p:cNvSpPr/>
          <p:nvPr/>
        </p:nvSpPr>
        <p:spPr>
          <a:xfrm>
            <a:off x="4961382" y="5511562"/>
            <a:ext cx="27051" cy="8323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64" name="Shape 2162"/>
          <p:cNvSpPr/>
          <p:nvPr/>
        </p:nvSpPr>
        <p:spPr>
          <a:xfrm>
            <a:off x="4988433" y="5519885"/>
            <a:ext cx="27051" cy="821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65" name="Shape 2163"/>
          <p:cNvSpPr/>
          <p:nvPr/>
        </p:nvSpPr>
        <p:spPr>
          <a:xfrm>
            <a:off x="5015484" y="5528103"/>
            <a:ext cx="27051" cy="8031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66" name="Shape 2164"/>
          <p:cNvSpPr/>
          <p:nvPr/>
        </p:nvSpPr>
        <p:spPr>
          <a:xfrm>
            <a:off x="5042535" y="5536133"/>
            <a:ext cx="27051" cy="7785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67" name="Shape 2165"/>
          <p:cNvSpPr/>
          <p:nvPr/>
        </p:nvSpPr>
        <p:spPr>
          <a:xfrm>
            <a:off x="5069586" y="5543919"/>
            <a:ext cx="27051" cy="7470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68" name="Shape 2166"/>
          <p:cNvSpPr/>
          <p:nvPr/>
        </p:nvSpPr>
        <p:spPr>
          <a:xfrm>
            <a:off x="5096637" y="5551389"/>
            <a:ext cx="27051" cy="709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69" name="Shape 2167"/>
          <p:cNvSpPr/>
          <p:nvPr/>
        </p:nvSpPr>
        <p:spPr>
          <a:xfrm>
            <a:off x="5123688" y="5558484"/>
            <a:ext cx="27051" cy="6651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70" name="Shape 2168"/>
          <p:cNvSpPr/>
          <p:nvPr/>
        </p:nvSpPr>
        <p:spPr>
          <a:xfrm>
            <a:off x="5150739" y="5565136"/>
            <a:ext cx="27051" cy="6149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71" name="Shape 2169"/>
          <p:cNvSpPr/>
          <p:nvPr/>
        </p:nvSpPr>
        <p:spPr>
          <a:xfrm>
            <a:off x="5177790" y="5571285"/>
            <a:ext cx="27051" cy="5611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72" name="Shape 2170"/>
          <p:cNvSpPr/>
          <p:nvPr/>
        </p:nvSpPr>
        <p:spPr>
          <a:xfrm>
            <a:off x="5204841" y="5576896"/>
            <a:ext cx="27051" cy="5003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73" name="Shape 2171"/>
          <p:cNvSpPr/>
          <p:nvPr/>
        </p:nvSpPr>
        <p:spPr>
          <a:xfrm>
            <a:off x="5231892" y="5581899"/>
            <a:ext cx="27051" cy="4360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74" name="Shape 2172"/>
          <p:cNvSpPr/>
          <p:nvPr/>
        </p:nvSpPr>
        <p:spPr>
          <a:xfrm>
            <a:off x="5258943" y="5586259"/>
            <a:ext cx="27051" cy="368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75" name="Shape 2173"/>
          <p:cNvSpPr/>
          <p:nvPr/>
        </p:nvSpPr>
        <p:spPr>
          <a:xfrm>
            <a:off x="5285994" y="5589942"/>
            <a:ext cx="27051" cy="2981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76" name="Shape 2174"/>
          <p:cNvSpPr/>
          <p:nvPr/>
        </p:nvSpPr>
        <p:spPr>
          <a:xfrm>
            <a:off x="5313045" y="5592922"/>
            <a:ext cx="27051" cy="2233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77" name="Shape 2175"/>
          <p:cNvSpPr/>
          <p:nvPr/>
        </p:nvSpPr>
        <p:spPr>
          <a:xfrm>
            <a:off x="5340096" y="5595155"/>
            <a:ext cx="27051" cy="1485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78" name="Shape 2176"/>
          <p:cNvSpPr/>
          <p:nvPr/>
        </p:nvSpPr>
        <p:spPr>
          <a:xfrm>
            <a:off x="5367147" y="5596640"/>
            <a:ext cx="27051" cy="725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79" name="Shape 2177"/>
          <p:cNvSpPr/>
          <p:nvPr/>
        </p:nvSpPr>
        <p:spPr>
          <a:xfrm flipV="1">
            <a:off x="5394198" y="5597329"/>
            <a:ext cx="27051" cy="35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80" name="Shape 2178"/>
          <p:cNvSpPr/>
          <p:nvPr/>
        </p:nvSpPr>
        <p:spPr>
          <a:xfrm flipV="1">
            <a:off x="5421249" y="5596511"/>
            <a:ext cx="27051" cy="81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81" name="Shape 2179"/>
          <p:cNvSpPr/>
          <p:nvPr/>
        </p:nvSpPr>
        <p:spPr>
          <a:xfrm flipV="1">
            <a:off x="5448300" y="5594945"/>
            <a:ext cx="27051" cy="156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82" name="Shape 2180"/>
          <p:cNvSpPr/>
          <p:nvPr/>
        </p:nvSpPr>
        <p:spPr>
          <a:xfrm flipV="1">
            <a:off x="5475351" y="5592642"/>
            <a:ext cx="27051" cy="2303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83" name="Shape 2181"/>
          <p:cNvSpPr/>
          <p:nvPr/>
        </p:nvSpPr>
        <p:spPr>
          <a:xfrm flipV="1">
            <a:off x="5502402" y="5589614"/>
            <a:ext cx="27051" cy="302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84" name="Shape 2182"/>
          <p:cNvSpPr/>
          <p:nvPr/>
        </p:nvSpPr>
        <p:spPr>
          <a:xfrm flipV="1">
            <a:off x="5529453" y="5585897"/>
            <a:ext cx="27051" cy="371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85" name="Shape 2183"/>
          <p:cNvSpPr/>
          <p:nvPr/>
        </p:nvSpPr>
        <p:spPr>
          <a:xfrm flipV="1">
            <a:off x="5556504" y="5581537"/>
            <a:ext cx="27051" cy="4360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86" name="Shape 2184"/>
          <p:cNvSpPr/>
          <p:nvPr/>
        </p:nvSpPr>
        <p:spPr>
          <a:xfrm flipV="1">
            <a:off x="5583555" y="5576557"/>
            <a:ext cx="27051" cy="4980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87" name="Shape 2185"/>
          <p:cNvSpPr/>
          <p:nvPr/>
        </p:nvSpPr>
        <p:spPr>
          <a:xfrm flipV="1">
            <a:off x="5610606" y="5571004"/>
            <a:ext cx="27051" cy="5553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88" name="Shape 2186"/>
          <p:cNvSpPr/>
          <p:nvPr/>
        </p:nvSpPr>
        <p:spPr>
          <a:xfrm flipV="1">
            <a:off x="5637657" y="5564949"/>
            <a:ext cx="27051" cy="6055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89" name="Shape 2187"/>
          <p:cNvSpPr/>
          <p:nvPr/>
        </p:nvSpPr>
        <p:spPr>
          <a:xfrm flipV="1">
            <a:off x="5664708" y="5558438"/>
            <a:ext cx="27051" cy="6511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90" name="Shape 2188"/>
          <p:cNvSpPr/>
          <p:nvPr/>
        </p:nvSpPr>
        <p:spPr>
          <a:xfrm flipV="1">
            <a:off x="5691759" y="5551529"/>
            <a:ext cx="27051" cy="6909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91" name="Shape 2189"/>
          <p:cNvSpPr/>
          <p:nvPr/>
        </p:nvSpPr>
        <p:spPr>
          <a:xfrm flipV="1">
            <a:off x="5718810" y="5544281"/>
            <a:ext cx="27051" cy="724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92" name="Shape 2190"/>
          <p:cNvSpPr/>
          <p:nvPr/>
        </p:nvSpPr>
        <p:spPr>
          <a:xfrm flipV="1">
            <a:off x="5745861" y="5536776"/>
            <a:ext cx="27051" cy="7505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93" name="Shape 2191"/>
          <p:cNvSpPr/>
          <p:nvPr/>
        </p:nvSpPr>
        <p:spPr>
          <a:xfrm flipV="1">
            <a:off x="5772912" y="5529073"/>
            <a:ext cx="27051" cy="7704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94" name="Shape 2192"/>
          <p:cNvSpPr/>
          <p:nvPr/>
        </p:nvSpPr>
        <p:spPr>
          <a:xfrm flipV="1">
            <a:off x="5799963" y="5521252"/>
            <a:ext cx="27051" cy="7820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95" name="Shape 2193"/>
          <p:cNvSpPr/>
          <p:nvPr/>
        </p:nvSpPr>
        <p:spPr>
          <a:xfrm flipV="1">
            <a:off x="5827014" y="5513385"/>
            <a:ext cx="27051" cy="786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96" name="Shape 2194"/>
          <p:cNvSpPr/>
          <p:nvPr/>
        </p:nvSpPr>
        <p:spPr>
          <a:xfrm flipV="1">
            <a:off x="5854065" y="5505530"/>
            <a:ext cx="27051" cy="785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97" name="Shape 2195"/>
          <p:cNvSpPr/>
          <p:nvPr/>
        </p:nvSpPr>
        <p:spPr>
          <a:xfrm flipV="1">
            <a:off x="5881116" y="5497779"/>
            <a:ext cx="27051" cy="7750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98" name="Shape 2196"/>
          <p:cNvSpPr/>
          <p:nvPr/>
        </p:nvSpPr>
        <p:spPr>
          <a:xfrm flipV="1">
            <a:off x="5908167" y="5490193"/>
            <a:ext cx="27051" cy="758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199" name="Shape 2197"/>
          <p:cNvSpPr/>
          <p:nvPr/>
        </p:nvSpPr>
        <p:spPr>
          <a:xfrm flipV="1">
            <a:off x="5935218" y="5482852"/>
            <a:ext cx="27051" cy="7341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00" name="Shape 2198"/>
          <p:cNvSpPr/>
          <p:nvPr/>
        </p:nvSpPr>
        <p:spPr>
          <a:xfrm flipV="1">
            <a:off x="5962269" y="5475814"/>
            <a:ext cx="27051" cy="703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01" name="Shape 2199"/>
          <p:cNvSpPr/>
          <p:nvPr/>
        </p:nvSpPr>
        <p:spPr>
          <a:xfrm flipV="1">
            <a:off x="5989320" y="5469163"/>
            <a:ext cx="27051" cy="6651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02" name="Shape 2200"/>
          <p:cNvSpPr/>
          <p:nvPr/>
        </p:nvSpPr>
        <p:spPr>
          <a:xfrm flipV="1">
            <a:off x="6016371" y="5462944"/>
            <a:ext cx="27051" cy="6219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03" name="Shape 2201"/>
          <p:cNvSpPr/>
          <p:nvPr/>
        </p:nvSpPr>
        <p:spPr>
          <a:xfrm flipV="1">
            <a:off x="6043422" y="5457228"/>
            <a:ext cx="27051" cy="571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04" name="Shape 2202"/>
          <p:cNvSpPr/>
          <p:nvPr/>
        </p:nvSpPr>
        <p:spPr>
          <a:xfrm flipV="1">
            <a:off x="6070473" y="5452061"/>
            <a:ext cx="27051" cy="516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05" name="Shape 2203"/>
          <p:cNvSpPr/>
          <p:nvPr/>
        </p:nvSpPr>
        <p:spPr>
          <a:xfrm flipV="1">
            <a:off x="6097524" y="5447513"/>
            <a:ext cx="27051" cy="454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06" name="Shape 2204"/>
          <p:cNvSpPr/>
          <p:nvPr/>
        </p:nvSpPr>
        <p:spPr>
          <a:xfrm flipV="1">
            <a:off x="6124575" y="5443609"/>
            <a:ext cx="27051" cy="3904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07" name="Shape 2205"/>
          <p:cNvSpPr/>
          <p:nvPr/>
        </p:nvSpPr>
        <p:spPr>
          <a:xfrm flipV="1">
            <a:off x="6151626" y="5440394"/>
            <a:ext cx="27051" cy="3215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08" name="Shape 2206"/>
          <p:cNvSpPr/>
          <p:nvPr/>
        </p:nvSpPr>
        <p:spPr>
          <a:xfrm flipV="1">
            <a:off x="6178677" y="5437916"/>
            <a:ext cx="27051" cy="247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09" name="Shape 2207"/>
          <p:cNvSpPr/>
          <p:nvPr/>
        </p:nvSpPr>
        <p:spPr>
          <a:xfrm flipV="1">
            <a:off x="6205728" y="5436198"/>
            <a:ext cx="27051" cy="171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10" name="Shape 2208"/>
          <p:cNvSpPr/>
          <p:nvPr/>
        </p:nvSpPr>
        <p:spPr>
          <a:xfrm flipV="1">
            <a:off x="6232779" y="5435262"/>
            <a:ext cx="27051" cy="935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11" name="Shape 2209"/>
          <p:cNvSpPr/>
          <p:nvPr/>
        </p:nvSpPr>
        <p:spPr>
          <a:xfrm flipV="1">
            <a:off x="6259830" y="5435134"/>
            <a:ext cx="27051" cy="129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12" name="Shape 2210"/>
          <p:cNvSpPr/>
          <p:nvPr/>
        </p:nvSpPr>
        <p:spPr>
          <a:xfrm>
            <a:off x="6286881" y="5435134"/>
            <a:ext cx="27051" cy="67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13" name="Shape 2211"/>
          <p:cNvSpPr/>
          <p:nvPr/>
        </p:nvSpPr>
        <p:spPr>
          <a:xfrm>
            <a:off x="6313932" y="5435812"/>
            <a:ext cx="27051" cy="149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14" name="Shape 2212"/>
          <p:cNvSpPr/>
          <p:nvPr/>
        </p:nvSpPr>
        <p:spPr>
          <a:xfrm>
            <a:off x="6340983" y="5437308"/>
            <a:ext cx="27051" cy="2315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15" name="Shape 2213"/>
          <p:cNvSpPr/>
          <p:nvPr/>
        </p:nvSpPr>
        <p:spPr>
          <a:xfrm>
            <a:off x="6368034" y="5439623"/>
            <a:ext cx="27051" cy="3121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16" name="Shape 2214"/>
          <p:cNvSpPr/>
          <p:nvPr/>
        </p:nvSpPr>
        <p:spPr>
          <a:xfrm>
            <a:off x="6395085" y="5442744"/>
            <a:ext cx="27051" cy="3916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17" name="Shape 2215"/>
          <p:cNvSpPr/>
          <p:nvPr/>
        </p:nvSpPr>
        <p:spPr>
          <a:xfrm>
            <a:off x="6422136" y="5446660"/>
            <a:ext cx="27051" cy="4699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18" name="Shape 2216"/>
          <p:cNvSpPr/>
          <p:nvPr/>
        </p:nvSpPr>
        <p:spPr>
          <a:xfrm>
            <a:off x="6449187" y="5451359"/>
            <a:ext cx="27051" cy="5459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19" name="Shape 2217"/>
          <p:cNvSpPr/>
          <p:nvPr/>
        </p:nvSpPr>
        <p:spPr>
          <a:xfrm>
            <a:off x="6476238" y="5456818"/>
            <a:ext cx="27051" cy="617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20" name="Shape 2218"/>
          <p:cNvSpPr/>
          <p:nvPr/>
        </p:nvSpPr>
        <p:spPr>
          <a:xfrm>
            <a:off x="6503289" y="5462991"/>
            <a:ext cx="27051" cy="686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21" name="Shape 2219"/>
          <p:cNvSpPr/>
          <p:nvPr/>
        </p:nvSpPr>
        <p:spPr>
          <a:xfrm>
            <a:off x="6530340" y="5469852"/>
            <a:ext cx="27051" cy="751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22" name="Shape 2220"/>
          <p:cNvSpPr/>
          <p:nvPr/>
        </p:nvSpPr>
        <p:spPr>
          <a:xfrm>
            <a:off x="6557391" y="5477369"/>
            <a:ext cx="27051" cy="8124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23" name="Shape 2221"/>
          <p:cNvSpPr/>
          <p:nvPr/>
        </p:nvSpPr>
        <p:spPr>
          <a:xfrm>
            <a:off x="6584442" y="5485493"/>
            <a:ext cx="27051" cy="8674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24" name="Shape 2222"/>
          <p:cNvSpPr/>
          <p:nvPr/>
        </p:nvSpPr>
        <p:spPr>
          <a:xfrm>
            <a:off x="6611493" y="5494167"/>
            <a:ext cx="27051" cy="9188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25" name="Shape 2223"/>
          <p:cNvSpPr/>
          <p:nvPr/>
        </p:nvSpPr>
        <p:spPr>
          <a:xfrm>
            <a:off x="6638544" y="5503355"/>
            <a:ext cx="27051" cy="9644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26" name="Shape 2224"/>
          <p:cNvSpPr/>
          <p:nvPr/>
        </p:nvSpPr>
        <p:spPr>
          <a:xfrm>
            <a:off x="6665595" y="5512999"/>
            <a:ext cx="27051" cy="10042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27" name="Shape 2225"/>
          <p:cNvSpPr/>
          <p:nvPr/>
        </p:nvSpPr>
        <p:spPr>
          <a:xfrm>
            <a:off x="6692646" y="5523041"/>
            <a:ext cx="27051" cy="10381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28" name="Shape 2226"/>
          <p:cNvSpPr/>
          <p:nvPr/>
        </p:nvSpPr>
        <p:spPr>
          <a:xfrm>
            <a:off x="6719697" y="5533421"/>
            <a:ext cx="27051" cy="10661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29" name="Shape 2227"/>
          <p:cNvSpPr/>
          <p:nvPr/>
        </p:nvSpPr>
        <p:spPr>
          <a:xfrm>
            <a:off x="6746748" y="5544083"/>
            <a:ext cx="27051" cy="10883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30" name="Shape 2228"/>
          <p:cNvSpPr/>
          <p:nvPr/>
        </p:nvSpPr>
        <p:spPr>
          <a:xfrm>
            <a:off x="6773799" y="5554966"/>
            <a:ext cx="27051" cy="11047"/>
          </a:xfrm>
          <a:prstGeom prst="line">
            <a:avLst/>
          </a:prstGeom>
          <a:noFill/>
          <a:ln w="20320">
            <a:solidFill>
              <a:srgbClr val="6E7780"/>
            </a:solidFill>
            <a:prstDash val="solid"/>
          </a:ln>
        </p:spPr>
      </p:sp>
      <p:sp>
        <p:nvSpPr>
          <p:cNvPr id="2231" name="Shape 2229"/>
          <p:cNvSpPr/>
          <p:nvPr/>
        </p:nvSpPr>
        <p:spPr>
          <a:xfrm>
            <a:off x="4154043" y="5464784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32" name="Shape 2230"/>
          <p:cNvSpPr/>
          <p:nvPr/>
        </p:nvSpPr>
        <p:spPr>
          <a:xfrm>
            <a:off x="4289298" y="5398328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33" name="Shape 2231"/>
          <p:cNvSpPr/>
          <p:nvPr/>
        </p:nvSpPr>
        <p:spPr>
          <a:xfrm>
            <a:off x="4424553" y="5402641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34" name="Shape 2232"/>
          <p:cNvSpPr/>
          <p:nvPr/>
        </p:nvSpPr>
        <p:spPr>
          <a:xfrm>
            <a:off x="4559808" y="5396025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35" name="Shape 2233"/>
          <p:cNvSpPr/>
          <p:nvPr/>
        </p:nvSpPr>
        <p:spPr>
          <a:xfrm>
            <a:off x="4695063" y="539787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36" name="Shape 2234"/>
          <p:cNvSpPr/>
          <p:nvPr/>
        </p:nvSpPr>
        <p:spPr>
          <a:xfrm>
            <a:off x="4830318" y="5397779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37" name="Shape 2235"/>
          <p:cNvSpPr/>
          <p:nvPr/>
        </p:nvSpPr>
        <p:spPr>
          <a:xfrm>
            <a:off x="4965573" y="553338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38" name="Shape 2236"/>
          <p:cNvSpPr/>
          <p:nvPr/>
        </p:nvSpPr>
        <p:spPr>
          <a:xfrm>
            <a:off x="5100828" y="5565877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39" name="Shape 2237"/>
          <p:cNvSpPr/>
          <p:nvPr/>
        </p:nvSpPr>
        <p:spPr>
          <a:xfrm>
            <a:off x="5236083" y="557054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40" name="Shape 2238"/>
          <p:cNvSpPr/>
          <p:nvPr/>
        </p:nvSpPr>
        <p:spPr>
          <a:xfrm>
            <a:off x="6128766" y="5430767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41" name="Shape 2239"/>
          <p:cNvSpPr/>
          <p:nvPr/>
        </p:nvSpPr>
        <p:spPr>
          <a:xfrm>
            <a:off x="6291072" y="537151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42" name="Shape 2240"/>
          <p:cNvSpPr/>
          <p:nvPr/>
        </p:nvSpPr>
        <p:spPr>
          <a:xfrm>
            <a:off x="6453378" y="5423157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43" name="Shape 2241"/>
          <p:cNvSpPr/>
          <p:nvPr/>
        </p:nvSpPr>
        <p:spPr>
          <a:xfrm>
            <a:off x="6642735" y="5525185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44" name="Text 2242"/>
          <p:cNvSpPr txBox="1"/>
          <p:nvPr/>
        </p:nvSpPr>
        <p:spPr>
          <a:xfrm>
            <a:off x="4019550" y="5905500"/>
            <a:ext cx="2857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 점까지 닮았다고 봅니다 — 굴곡을 뭉갭니다</a:t>
            </a:r>
            <a:endParaRPr lang="en-US" sz="750" dirty="0"/>
          </a:p>
        </p:txBody>
      </p:sp>
      <p:sp>
        <p:nvSpPr>
          <p:cNvPr id="2245" name="Shape 2243"/>
          <p:cNvSpPr/>
          <p:nvPr/>
        </p:nvSpPr>
        <p:spPr>
          <a:xfrm>
            <a:off x="7124700" y="5029200"/>
            <a:ext cx="28575" cy="400050"/>
          </a:xfrm>
          <a:prstGeom prst="rect">
            <a:avLst/>
          </a:prstGeom>
          <a:solidFill>
            <a:srgbClr val="EA002C"/>
          </a:solidFill>
          <a:ln/>
        </p:spPr>
      </p:sp>
      <p:sp>
        <p:nvSpPr>
          <p:cNvPr id="2246" name="Text 2244"/>
          <p:cNvSpPr txBox="1"/>
          <p:nvPr/>
        </p:nvSpPr>
        <p:spPr>
          <a:xfrm>
            <a:off x="7258050" y="5010150"/>
            <a:ext cx="1047750" cy="13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법</a:t>
            </a:r>
            <a:endParaRPr lang="en-US" sz="863" dirty="0"/>
          </a:p>
        </p:txBody>
      </p:sp>
      <p:sp>
        <p:nvSpPr>
          <p:cNvPr id="2247" name="Text 2245"/>
          <p:cNvSpPr txBox="1"/>
          <p:nvPr/>
        </p:nvSpPr>
        <p:spPr>
          <a:xfrm>
            <a:off x="7258050" y="5181600"/>
            <a:ext cx="4057650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88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눈으로 고르지 않습니다. 한 점을 가리고 나머지로 그 점을 맞혀 보는 교차검증으로 커널과 ℓ 을 함께 고릅니다.</a:t>
            </a:r>
            <a:endParaRPr lang="en-US" sz="788" dirty="0"/>
          </a:p>
        </p:txBody>
      </p:sp>
      <p:sp>
        <p:nvSpPr>
          <p:cNvPr id="2248" name="Shape 2246"/>
          <p:cNvSpPr/>
          <p:nvPr/>
        </p:nvSpPr>
        <p:spPr>
          <a:xfrm>
            <a:off x="7124700" y="5543550"/>
            <a:ext cx="28575" cy="400050"/>
          </a:xfrm>
          <a:prstGeom prst="rect">
            <a:avLst/>
          </a:prstGeom>
          <a:solidFill>
            <a:srgbClr val="EA002C"/>
          </a:solidFill>
          <a:ln/>
        </p:spPr>
      </p:sp>
      <p:sp>
        <p:nvSpPr>
          <p:cNvPr id="2249" name="Text 2247"/>
          <p:cNvSpPr txBox="1"/>
          <p:nvPr/>
        </p:nvSpPr>
        <p:spPr>
          <a:xfrm>
            <a:off x="7258050" y="5524500"/>
            <a:ext cx="1047750" cy="13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볼 것</a:t>
            </a:r>
            <a:endParaRPr lang="en-US" sz="863" dirty="0"/>
          </a:p>
        </p:txBody>
      </p:sp>
      <p:sp>
        <p:nvSpPr>
          <p:cNvPr id="2250" name="Text 2248"/>
          <p:cNvSpPr txBox="1"/>
          <p:nvPr/>
        </p:nvSpPr>
        <p:spPr>
          <a:xfrm>
            <a:off x="7258050" y="5695950"/>
            <a:ext cx="4057650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88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매끄러운가 각진가 · 얼마나 떨어진 점까지 관련이 있는가 · 범위도 필요한가</a:t>
            </a:r>
            <a:endParaRPr lang="en-US" sz="788" dirty="0"/>
          </a:p>
        </p:txBody>
      </p:sp>
      <p:sp>
        <p:nvSpPr>
          <p:cNvPr id="2251" name="Shape 2249"/>
          <p:cNvSpPr/>
          <p:nvPr/>
        </p:nvSpPr>
        <p:spPr>
          <a:xfrm>
            <a:off x="685800" y="6153150"/>
            <a:ext cx="10820400" cy="0"/>
          </a:xfrm>
          <a:prstGeom prst="line">
            <a:avLst/>
          </a:prstGeom>
          <a:noFill/>
          <a:ln w="12700">
            <a:solidFill>
              <a:srgbClr val="C9D0D8"/>
            </a:solidFill>
            <a:prstDash val="solid"/>
          </a:ln>
        </p:spPr>
      </p:sp>
      <p:sp>
        <p:nvSpPr>
          <p:cNvPr id="2252" name="Shape 2250"/>
          <p:cNvSpPr/>
          <p:nvPr/>
        </p:nvSpPr>
        <p:spPr>
          <a:xfrm>
            <a:off x="685800" y="6296025"/>
            <a:ext cx="438150" cy="190500"/>
          </a:xfrm>
          <a:prstGeom prst="rect">
            <a:avLst>
              <a:gd name="adj" fmla="val 96000"/>
            </a:avLst>
          </a:prstGeom>
          <a:solidFill>
            <a:srgbClr val="EA002C"/>
          </a:solidFill>
          <a:ln/>
        </p:spPr>
      </p:sp>
      <p:sp>
        <p:nvSpPr>
          <p:cNvPr id="2253" name="Text 2251"/>
          <p:cNvSpPr txBox="1"/>
          <p:nvPr/>
        </p:nvSpPr>
        <p:spPr>
          <a:xfrm>
            <a:off x="685800" y="6324600"/>
            <a:ext cx="43815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825" dirty="0"/>
          </a:p>
        </p:txBody>
      </p:sp>
      <p:sp>
        <p:nvSpPr>
          <p:cNvPr id="2254" name="Text 2252"/>
          <p:cNvSpPr txBox="1"/>
          <p:nvPr/>
        </p:nvSpPr>
        <p:spPr>
          <a:xfrm>
            <a:off x="1238250" y="6305550"/>
            <a:ext cx="9601200" cy="20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163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커널은 "데이터가 어떻게 생겼다고 보는가" 를 적어 넣는 자리입니다.</a:t>
            </a:r>
            <a:endParaRPr lang="en-US" sz="116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나래에너지서비스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x02_gp_basic · x03_gp_kernel</dc:title>
  <dc:subject>PptxGenJS Presentation</dc:subject>
  <dc:creator>주현M, 정상우M</dc:creator>
  <cp:lastModifiedBy>주현M, 정상우M</cp:lastModifiedBy>
  <cp:revision>1</cp:revision>
  <dcterms:created xsi:type="dcterms:W3CDTF">2026-09-22T13:11:13Z</dcterms:created>
  <dcterms:modified xsi:type="dcterms:W3CDTF">2026-09-22T13:11:13Z</dcterms:modified>
</cp:coreProperties>
</file>