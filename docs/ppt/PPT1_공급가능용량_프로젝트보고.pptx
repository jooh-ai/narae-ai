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전력 판매를 위해 매일 '내일 낼 수 있는 전기량'을 신고합니다. 기온에 따라 출력이 달라지고, 신고값이 정확해야 손해도 페널티도 없습니다. 기존에는 엑셀 4개를 오가며 손으로 계산했는데, 이를 프로그램 하나로 자동화했습니다.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5개로 구성했습니다. 계산 방식은 설계 이론값에 실제 시험에서 배운 보정값을 더하는 구조입니다. 시험 성적표로 비유하면, 교과서 예상 점수(이론값)에 실제 시험에서 늘 얼마씩 차이 나는지(보정값)를 반영하는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 개발은 완료됐고 지금은 시운전 단계입니다. 배포는 폴더 복사만으로 가능하며, 모든 계산이 사내 PC 안에서만 이뤄져 자료가 외부로 나가지 않습니다. 앞으로 실제 시험 결과를 쌓아가며 정확도를 높일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1A1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6459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만들었나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63640" y="16459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전기 판매량을 정확히 신고해야 합니다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81328"/>
            <a:ext cx="384048" cy="384048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447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신고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" y="193852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우리 발전소가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낼 수 있는 전기량을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전력거래소에 신고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9976" y="123444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1481328"/>
            <a:ext cx="384048" cy="384048"/>
          </a:xfrm>
          <a:prstGeom prst="ellipse">
            <a:avLst/>
          </a:prstGeom>
          <a:solidFill>
            <a:srgbClr val="F47725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57216" y="14447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온도가 변수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36008" y="193852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발전소라도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날씨(기온)에 따라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출력이 크게 달라짐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57032" y="123444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13064" y="1481328"/>
            <a:ext cx="384048" cy="384048"/>
          </a:xfrm>
          <a:prstGeom prst="ellipse">
            <a:avLst/>
          </a:prstGeom>
          <a:solidFill>
            <a:srgbClr val="8A7F7A"/>
          </a:solidFill>
          <a:ln/>
        </p:spPr>
      </p:sp>
      <p:sp>
        <p:nvSpPr>
          <p:cNvPr id="18" name="Text 16"/>
          <p:cNvSpPr/>
          <p:nvPr/>
        </p:nvSpPr>
        <p:spPr>
          <a:xfrm>
            <a:off x="8513064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34272" y="14447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정확도가 곧 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13064" y="193852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적게 신고 → 덜 팔아 손해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지키면 → 페널티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30358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지금까지는 이렇게 했습니다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401568"/>
            <a:ext cx="5394960" cy="2487168"/>
          </a:xfrm>
          <a:prstGeom prst="roundRect">
            <a:avLst>
              <a:gd name="adj" fmla="val 2206"/>
            </a:avLst>
          </a:prstGeom>
          <a:solidFill>
            <a:srgbClr val="F7F4F2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37033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엑셀 4개를 오가며 직접 계산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결과를 손으로 옮겨 적고 평균을 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만드는 데 시간이 오래 걸림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하는 일이라 실수 가능성이 있음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285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＂엑셀 4개 · 수작업 · 반복＂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91072" y="30358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이렇게 바꿨습니다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91072" y="3401568"/>
            <a:ext cx="5394960" cy="2487168"/>
          </a:xfrm>
          <a:prstGeom prst="roundRect">
            <a:avLst>
              <a:gd name="adj" fmla="val 2206"/>
            </a:avLst>
          </a:prstGeom>
          <a:solidFill>
            <a:srgbClr val="FFF4EE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11112" y="37033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날짜만 입력하면 발전소 데이터를 자동으로 가져옴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계산·보정·검증까지 프로그램이 처리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신고용 엑셀 파일까지 자동 생성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결과는 기존 엑셀과 동일함을 확인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11112" y="5285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＂날짜 입력 → 클릭 한 번＂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6053328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1F1A18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61447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9F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시간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7240" y="63276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시간 → 클릭 한 번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38728" y="61447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9F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정확도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538728" y="63276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엑셀과 동일 (오차 0.18MW)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00216" y="61447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9F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오차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0216" y="63276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1.42 → 1.24 MW 개선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061704" y="61447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9F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검증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061704" y="63276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150건 상시 점검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1A1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6459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만들었나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63640" y="16459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5개짜리 Windows 프로그램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310896" cy="310896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2252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공급가능용량 산정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536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날짜만 입력 → 자동 취득 → 신고파일 생성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310896" cy="310896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1945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온도별 보정값 현황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25054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구간별 데이터가 충분한지 신호등 표시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36976"/>
            <a:ext cx="310896" cy="310896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31638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결과 목록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7552" y="3474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쌓인 시험 결과 관리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310896" cy="310896"/>
          </a:xfrm>
          <a:prstGeom prst="ellipse">
            <a:avLst/>
          </a:prstGeom>
          <a:solidFill>
            <a:srgbClr val="F4772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41330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시뮬레이션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" y="44439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넣어 예상 출력 확인 · 시험 후 대조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175504"/>
            <a:ext cx="310896" cy="310896"/>
          </a:xfrm>
          <a:prstGeom prst="ellipse">
            <a:avLst/>
          </a:prstGeom>
          <a:solidFill>
            <a:srgbClr val="F4772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175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51023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출력곡선 비교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7552" y="54132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이론값과 보정 후 값을 그래프로 비교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532120" y="1170432"/>
            <a:ext cx="617220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pic>
        <p:nvPicPr>
          <p:cNvPr id="27" name="Image 0" descr="/tmp/claude-0/-home-user-Test/9494b856-101a-5688-a4a1-6c122cea1ac2/scratchpad/s_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98448"/>
            <a:ext cx="5897880" cy="213969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532120" y="3593592"/>
            <a:ext cx="6172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공급가능용량 산정 화면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532120" y="3931920"/>
            <a:ext cx="617220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pic>
        <p:nvPicPr>
          <p:cNvPr id="30" name="Image 1" descr="/tmp/claude-0/-home-user-Test/9494b856-101a-5688-a4a1-6c122cea1ac2/scratchpad/s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059936"/>
            <a:ext cx="5897880" cy="213969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532120" y="6355080"/>
            <a:ext cx="6172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출력곡선 비교 — 이론값(회색) vs 보정 후(빨강)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02920" y="6053328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FFF4EE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731520" y="61447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방식 : 설계 이론값 + 실제 시험으로 배운 보정값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1A1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6459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어디까지 왔고, 앞으로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63640" y="16459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 기준 · 발전운영팀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현황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121408"/>
            <a:ext cx="8869680" cy="0"/>
          </a:xfrm>
          <a:prstGeom prst="line">
            <a:avLst/>
          </a:prstGeom>
          <a:noFill/>
          <a:ln w="38100">
            <a:solidFill>
              <a:srgbClr val="E8E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21408"/>
            <a:ext cx="6903720" cy="0"/>
          </a:xfrm>
          <a:prstGeom prst="line">
            <a:avLst/>
          </a:prstGeom>
          <a:noFill/>
          <a:ln w="38100">
            <a:solidFill>
              <a:srgbClr val="EA00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1975104"/>
            <a:ext cx="292608" cy="292608"/>
          </a:xfrm>
          <a:prstGeom prst="ellipse">
            <a:avLst/>
          </a:prstGeom>
          <a:solidFill>
            <a:srgbClr val="EA00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" y="140817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-45720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방식 분석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-91440" y="2633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4개 계산 구조 파악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04872" y="1975104"/>
            <a:ext cx="292608" cy="292608"/>
          </a:xfrm>
          <a:prstGeom prst="ellipse">
            <a:avLst/>
          </a:prstGeom>
          <a:solidFill>
            <a:srgbClr val="EA00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84248" y="140817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28216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엔진 개발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682496" y="2633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결과와 동일함 검증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78808" y="1975104"/>
            <a:ext cx="292608" cy="292608"/>
          </a:xfrm>
          <a:prstGeom prst="ellipse">
            <a:avLst/>
          </a:prstGeom>
          <a:solidFill>
            <a:srgbClr val="EA00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58184" y="140817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02152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자동 취득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56432" y="2633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발전소 서버 직접 연결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52744" y="1975104"/>
            <a:ext cx="292608" cy="292608"/>
          </a:xfrm>
          <a:prstGeom prst="ellipse">
            <a:avLst/>
          </a:prstGeom>
          <a:solidFill>
            <a:srgbClr val="EA00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40817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0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76088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완성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30368" y="2633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5개 · 실행파일 배포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26680" y="1975104"/>
            <a:ext cx="292608" cy="292608"/>
          </a:xfrm>
          <a:prstGeom prst="ellipse">
            <a:avLst/>
          </a:prstGeom>
          <a:solidFill>
            <a:srgbClr val="F477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16952" y="1865376"/>
            <a:ext cx="512064" cy="512064"/>
          </a:xfrm>
          <a:prstGeom prst="ellipse">
            <a:avLst/>
          </a:prstGeom>
          <a:solidFill>
            <a:srgbClr val="F47725">
              <a:alpha val="20000"/>
            </a:srgbClr>
          </a:solidFill>
          <a:ln w="12700">
            <a:solidFill>
              <a:srgbClr val="F477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06056" y="140817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7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50024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시운전 검증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04304" y="2633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시험으로 정확도 확인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500616" y="1975104"/>
            <a:ext cx="292608" cy="292608"/>
          </a:xfrm>
          <a:prstGeom prst="ellipse">
            <a:avLst/>
          </a:prstGeom>
          <a:solidFill>
            <a:srgbClr val="C9BFB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79992" y="140817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BF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823960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9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정식 운영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778240" y="2633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적용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3639312"/>
            <a:ext cx="3566160" cy="230428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8952" y="3877056"/>
            <a:ext cx="256032" cy="256032"/>
          </a:xfrm>
          <a:prstGeom prst="ellipse">
            <a:avLst/>
          </a:prstGeom>
          <a:solidFill>
            <a:srgbClr val="EA002C"/>
          </a:solidFill>
          <a:ln/>
        </p:spPr>
      </p:sp>
      <p:sp>
        <p:nvSpPr>
          <p:cNvPr id="36" name="Text 34"/>
          <p:cNvSpPr/>
          <p:nvPr/>
        </p:nvSpPr>
        <p:spPr>
          <a:xfrm>
            <a:off x="1124712" y="3822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방법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" y="4297680"/>
            <a:ext cx="3054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하나만 복사하면 끝 (설치 불필요)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PC에서 바로 실행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엑셀·별도 프로그램 설치 필요 없음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379976" y="3639312"/>
            <a:ext cx="3566160" cy="230428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36008" y="3877056"/>
            <a:ext cx="256032" cy="256032"/>
          </a:xfrm>
          <a:prstGeom prst="ellipse">
            <a:avLst/>
          </a:prstGeom>
          <a:solidFill>
            <a:srgbClr val="F47725"/>
          </a:solidFill>
          <a:ln/>
        </p:spPr>
      </p:sp>
      <p:sp>
        <p:nvSpPr>
          <p:cNvPr id="40" name="Text 38"/>
          <p:cNvSpPr/>
          <p:nvPr/>
        </p:nvSpPr>
        <p:spPr>
          <a:xfrm>
            <a:off x="5001768" y="3822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— 자료 외부 유출 없음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654296" y="4297680"/>
            <a:ext cx="3054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계산이 사내 PC 안에서만 수행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인터넷·외부 AI 서버 전송 없음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데이터는 담당자 PC에만 저장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257032" y="3639312"/>
            <a:ext cx="3566160" cy="230428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513064" y="3877056"/>
            <a:ext cx="256032" cy="256032"/>
          </a:xfrm>
          <a:prstGeom prst="ellipse">
            <a:avLst/>
          </a:prstGeom>
          <a:solidFill>
            <a:srgbClr val="8A7F7A"/>
          </a:solidFill>
          <a:ln/>
        </p:spPr>
      </p:sp>
      <p:sp>
        <p:nvSpPr>
          <p:cNvPr id="44" name="Text 42"/>
          <p:cNvSpPr/>
          <p:nvPr/>
        </p:nvSpPr>
        <p:spPr>
          <a:xfrm>
            <a:off x="8878824" y="3822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531352" y="4297680"/>
            <a:ext cx="3054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시운전으로 실제 데이터 검증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발견 시 즉시 보완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62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결과가 쌓일수록 정확도 향상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6089904"/>
            <a:ext cx="11183112" cy="548640"/>
          </a:xfrm>
          <a:prstGeom prst="roundRect">
            <a:avLst>
              <a:gd name="adj" fmla="val 10000"/>
            </a:avLst>
          </a:prstGeom>
          <a:solidFill>
            <a:srgbClr val="1F1A18"/>
          </a:solidFill>
          <a:ln w="12700">
            <a:solidFill>
              <a:srgbClr val="E8E0DC"/>
            </a:solidFill>
            <a:prstDash val="solid"/>
          </a:ln>
          <a:effectLst>
            <a:outerShdw sx="100000" sy="100000" kx="0" ky="0" algn="bl" rotWithShape="0" blurRad="101600" dist="12700" dir="5400000">
              <a:srgbClr val="D8CFCA">
                <a:alpha val="5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77240" y="6163056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개발 완료 — 현재 시운전 단계 · 실제 시험으로 검증하며 정확도를 계속 높여갑니다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공급가능용량 자동산정 Tool</dc:title>
  <dc:subject>PptxGenJS Presentation</dc:subject>
  <dc:creator>발전운영팀</dc:creator>
  <cp:lastModifiedBy>발전운영팀</cp:lastModifiedBy>
  <cp:revision>1</cp:revision>
  <dcterms:created xsi:type="dcterms:W3CDTF">2026-08-06T02:27:36Z</dcterms:created>
  <dcterms:modified xsi:type="dcterms:W3CDTF">2026-08-06T02:27:36Z</dcterms:modified>
</cp:coreProperties>
</file>